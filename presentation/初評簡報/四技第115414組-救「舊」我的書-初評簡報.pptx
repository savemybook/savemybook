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64" r:id="rId2"/>
    <p:sldId id="268" r:id="rId3"/>
    <p:sldId id="269" r:id="rId4"/>
    <p:sldId id="259" r:id="rId5"/>
    <p:sldId id="275" r:id="rId6"/>
    <p:sldId id="278" r:id="rId7"/>
    <p:sldId id="279" r:id="rId8"/>
    <p:sldId id="280" r:id="rId9"/>
    <p:sldId id="281" r:id="rId10"/>
    <p:sldId id="270" r:id="rId11"/>
    <p:sldId id="288" r:id="rId12"/>
    <p:sldId id="292" r:id="rId13"/>
    <p:sldId id="294" r:id="rId14"/>
    <p:sldId id="295" r:id="rId15"/>
    <p:sldId id="305" r:id="rId16"/>
    <p:sldId id="306" r:id="rId17"/>
    <p:sldId id="307" r:id="rId18"/>
    <p:sldId id="290" r:id="rId19"/>
    <p:sldId id="308" r:id="rId20"/>
    <p:sldId id="271" r:id="rId21"/>
    <p:sldId id="291" r:id="rId22"/>
    <p:sldId id="299" r:id="rId23"/>
    <p:sldId id="300" r:id="rId24"/>
    <p:sldId id="301" r:id="rId25"/>
    <p:sldId id="272" r:id="rId26"/>
    <p:sldId id="285" r:id="rId27"/>
    <p:sldId id="273" r:id="rId28"/>
    <p:sldId id="293" r:id="rId29"/>
    <p:sldId id="283" r:id="rId30"/>
    <p:sldId id="311" r:id="rId31"/>
    <p:sldId id="274" r:id="rId32"/>
    <p:sldId id="287" r:id="rId33"/>
    <p:sldId id="312" r:id="rId34"/>
    <p:sldId id="315" r:id="rId35"/>
    <p:sldId id="314" r:id="rId36"/>
    <p:sldId id="260" r:id="rId3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A42ACE8C-17AF-4084-B847-5F16976287D8}">
          <p14:sldIdLst>
            <p14:sldId id="264"/>
          </p14:sldIdLst>
        </p14:section>
        <p14:section name="目錄" id="{90F8F9B5-82A0-453C-BF40-E796F600801D}">
          <p14:sldIdLst>
            <p14:sldId id="268"/>
          </p14:sldIdLst>
        </p14:section>
        <p14:section name="01 背景與動機" id="{48535043-E1AB-450B-AC79-1E981107FA1B}">
          <p14:sldIdLst>
            <p14:sldId id="269"/>
            <p14:sldId id="259"/>
            <p14:sldId id="275"/>
            <p14:sldId id="278"/>
            <p14:sldId id="279"/>
            <p14:sldId id="280"/>
            <p14:sldId id="281"/>
          </p14:sldIdLst>
        </p14:section>
        <p14:section name="02 系統架構與技術使用" id="{648C1DE4-AEF1-4B08-893E-77229EBA6A68}">
          <p14:sldIdLst>
            <p14:sldId id="270"/>
            <p14:sldId id="288"/>
            <p14:sldId id="292"/>
            <p14:sldId id="294"/>
            <p14:sldId id="295"/>
            <p14:sldId id="305"/>
            <p14:sldId id="306"/>
            <p14:sldId id="307"/>
            <p14:sldId id="290"/>
            <p14:sldId id="308"/>
          </p14:sldIdLst>
        </p14:section>
        <p14:section name="03 APP畫面展示" id="{61FD4BCB-CB30-4051-8730-F97053A269F8}">
          <p14:sldIdLst>
            <p14:sldId id="271"/>
            <p14:sldId id="291"/>
            <p14:sldId id="299"/>
            <p14:sldId id="300"/>
            <p14:sldId id="301"/>
          </p14:sldIdLst>
        </p14:section>
        <p14:section name="04 交易爭議處理機制" id="{556472CD-A55E-43C6-A72A-503EBF591716}">
          <p14:sldIdLst>
            <p14:sldId id="272"/>
            <p14:sldId id="285"/>
          </p14:sldIdLst>
        </p14:section>
        <p14:section name="05 硬體架構與實體展示" id="{19A67D96-CFEF-4872-93BB-B0FBB1496B5D}">
          <p14:sldIdLst>
            <p14:sldId id="273"/>
            <p14:sldId id="293"/>
            <p14:sldId id="283"/>
            <p14:sldId id="311"/>
          </p14:sldIdLst>
        </p14:section>
        <p14:section name="06 後續規劃" id="{EF70FA29-C9CF-4D10-938F-1A4E2BB670A7}">
          <p14:sldIdLst>
            <p14:sldId id="274"/>
            <p14:sldId id="287"/>
            <p14:sldId id="312"/>
            <p14:sldId id="315"/>
            <p14:sldId id="314"/>
          </p14:sldIdLst>
        </p14:section>
        <p14:section name="封底" id="{B605022F-1F1E-49E0-BEB5-F57E3D39B5C9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27D81"/>
    <a:srgbClr val="77909E"/>
    <a:srgbClr val="C31A2D"/>
    <a:srgbClr val="EA6070"/>
    <a:srgbClr val="FEBD6E"/>
    <a:srgbClr val="FEC076"/>
    <a:srgbClr val="FD9D24"/>
    <a:srgbClr val="D9B169"/>
    <a:srgbClr val="BE8B30"/>
    <a:srgbClr val="F8F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45" autoAdjust="0"/>
    <p:restoredTop sz="96121" autoAdjust="0"/>
  </p:normalViewPr>
  <p:slideViewPr>
    <p:cSldViewPr snapToGrid="0">
      <p:cViewPr varScale="1">
        <p:scale>
          <a:sx n="106" d="100"/>
          <a:sy n="106" d="100"/>
        </p:scale>
        <p:origin x="8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6462BA-EC03-4984-B865-F4659AC46FAC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140D6-8F10-47D1-B4B8-907EF7F5B4D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9883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7365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4853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89332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BB1EC-B44B-F9A5-FA4A-515F12AC4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B9CB73A-E97C-1BC9-AB5C-F1DA6E933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5B0750A-E389-2E10-AFAF-4EE043716B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FC6DD9-3B43-3806-3639-A21421A5AB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0835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BE52B-036D-05EC-B755-BD218FEB1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7B341CD-AB6F-16B4-8AD4-4CE3FCD25C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70B24DE-4938-88DB-BAF2-DD7FF33CA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5A1BC1E-CB51-4030-D511-6AB17C2104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04214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8CB65-F3BD-009D-6D7B-2A94CB51D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461B15D-5011-B4F5-5DFA-5A567D98B0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42B6E85-C760-9BBA-F553-752E28FA3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869AFE-36B9-3517-04E1-051EEFCC61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53052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5AB3E-50AC-720C-F34A-CBB3A38CD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8B73099-512F-C90D-ECFB-41511B0820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8D66CCA-B3FD-FF9D-20F3-E0ED9D054A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EACB0A-7A16-96B9-6BC9-13BC993D0C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14554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4C23-41D3-D20C-9CA2-B8CC6A6FF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49A6FC1-8BD0-EC7F-241D-0443156524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4FFE1E0-BA41-738A-1973-8386EC334B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B3895D-E203-F2E3-83B8-509A502AEB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59202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C682F-C8C5-ADE2-9BBA-205A9D981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6E3BD60-2A57-B6CB-DE50-5F342851A1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71326A1-A369-D7D5-1FC8-9C417A9D7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8F33ED-B630-BF0F-0BBA-CFF7BBB723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17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27C30-73D8-4BF3-9439-33324EAA6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0076545-715E-AC5F-052D-050712417C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E915CA7-0915-A6E7-2738-07BE72D46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F21F2C-17AD-AE15-8199-38F19D959F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78136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31403-0BE5-8EF5-AF69-1ADC9DE14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5A95F75-4906-83A0-C33B-80AB84A79A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0338152-B16D-1669-B3DF-BB6161E5F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F3C276-FB1F-84A6-FF61-BEC6DBF5F6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30502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A7487-193D-9ED4-046C-EA9A95E92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2DF197B-CC92-C9D7-B767-378F404D14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6720AC9-2DD5-7881-C912-B8D53D7CB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575A1BC-4F78-BA81-8B4E-039DB96C43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3690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A92F7-E2AB-B7AC-3AB4-23D43AFE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12B76E4-3915-E9BA-049F-936A2221F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8DF6BF1-E435-EC2A-B2EA-D6420002E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5EA2B0A-BBF4-338C-734C-D2BB8C0DD7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6603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A92F7-E2AB-B7AC-3AB4-23D43AFE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12B76E4-3915-E9BA-049F-936A2221F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8DF6BF1-E435-EC2A-B2EA-D6420002E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5EA2B0A-BBF4-338C-734C-D2BB8C0DD7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12875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A92F7-E2AB-B7AC-3AB4-23D43AFE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12B76E4-3915-E9BA-049F-936A2221F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8DF6BF1-E435-EC2A-B2EA-D6420002E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5EA2B0A-BBF4-338C-734C-D2BB8C0DD7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85707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5908B-93C2-73B3-81A6-B3E89E389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F4F8370-8290-B96C-0B81-55BDD47E00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5FDFF24-53B6-9E52-6E60-B8030C32F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CE069BC-ACAF-8E72-D5A5-497F10027F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37478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5908B-93C2-73B3-81A6-B3E89E389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F4F8370-8290-B96C-0B81-55BDD47E00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5FDFF24-53B6-9E52-6E60-B8030C32FF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CE069BC-ACAF-8E72-D5A5-497F10027F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29371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5673C-1727-A580-BEE3-3893E3CA0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B4CEEC5-88BB-587C-0F6A-A6DEE0A1B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7E00FF5-B7C9-2012-9BAA-7EB7D883BF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D4D3C0-0AF5-4504-BF19-A0F5F5CAE7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6692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0B892-5A13-151C-4256-BFA83C8A9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54695AB-41CE-2590-7006-88A3DE6112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BFCF6C5-9DC9-1081-A82C-8FE05AD16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5A8A39-4FA4-3B69-07DA-8538FA0629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31904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42AE0-8928-FD29-DCB7-B422551B2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B7E2F3E-D343-50ED-8B12-3083D1F7C0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8F825AF-68C5-C8CE-6D9E-AB6767A674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49E54F-E16E-2EFA-BCAA-D65FCAE616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51668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2B530-CBF4-3F86-8DC7-39322DDA4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5ABB952-A336-0ADE-1AC5-DFFBE61A3F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23FA2C0-AAE7-82F4-008A-2944AB93C2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B65910-8D02-0885-8AC5-02AD6C27E6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70977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44A1C-5AFC-7067-1940-7E0227186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1FCD3B3-2739-3263-B7E5-9D767084A8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191FDFB-5EBE-4A22-3A59-CB322691B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B025BAF-B33C-456F-5C11-05EC96545E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05915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B00C5-5522-78F3-510B-E527EB397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EAE7C4D-07E7-461F-17FD-E858E02B43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B7752C6-2050-B2A1-4AB6-3A2BF1EF26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E15B20E-657A-5F7B-1942-9A9D34B77F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76644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54829-20CA-C597-B2EE-D598ED501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0AFF220-B886-580D-9F7D-AE4B60FD87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9A05FF4-C06A-1733-6632-4C8A05D5B8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529F64B-AF10-8F19-E93F-886C8BBAB1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87011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5D352-ADC8-219E-5B99-1A6AE5F27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F23CA3F-852F-8B51-5872-3E09F9080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670B00F-D3C0-C822-CC43-FA50FEC14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5D4FDFF-A815-29E9-AD46-97BA733662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73629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89113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846EE-9A59-62AD-DE6B-96AE12566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6E4D06E-B9F1-5EE4-8A83-BF4579CB5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D3CFF70-41E0-AB4A-FBB3-E377DE75C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31E37A9-BFCB-C791-E40B-5A695F749B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0357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0EBA6-7EC8-8493-F758-5AD2F255D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FB2D95F-78E2-3A8F-B9FE-232F8EAA7C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D82DEEC-BD7F-381D-418C-60B82CE86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6E6253-A04F-FF3F-44E8-9B3FD3B011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98451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91D7A-B4CD-AC46-35AB-6A1387703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F67D556-0D40-2A21-628E-7714717455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C93F07F-C3DE-4A63-6013-284FF834C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C1CE13-3FA5-3038-538C-0B42E718BB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95467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C4DC5-DCDE-C194-AC90-36BB6A713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20287FD-8029-E7B5-AD90-1E1E1DF3A7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826A5DB-2CF1-9948-E1DC-35D424665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54C1929-307E-5029-9B95-0D99BCE1D3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71929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140D6-8F10-47D1-B4B8-907EF7F5B4DF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9782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8CBCD6-DA0E-068D-0B22-4A7F6C1F09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C89EDDD-BE1F-7DE7-8857-4DD4ADD36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AEE0816-98E8-108B-8236-7EDB856D0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D7B57EA-45FC-92BE-3E10-97B23DD49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7ED4720-97CA-51CA-6A02-B350111D6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9736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423CD8-DD4F-24D0-6912-CA20ADDB1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C4E930-BCD6-97BC-3365-F2161DACF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38B31B-2050-0A34-38C6-D0BD27151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F9D12FB-A09E-D694-8776-A622DE480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C68E6A-0FC7-71AB-6C8D-5F6E5061F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9120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DB5425-0AF6-4894-F37C-143DAC43D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9179CF8-12F4-F3EF-A98A-50D9CE932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675756-F8C8-7CF1-D334-B8E2F5B7C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A5C48F-EC15-7656-B51D-9536A1414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A757AB-3085-37EC-1949-F6450661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5762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54C2F4-680F-EF66-54DF-620C397FB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DDD993-42EC-8B77-0E8E-5B2DE73A37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8FF110E-FC6C-420E-7CFC-1B9A1902E8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0CAC335-0916-D7E9-1020-57E950C41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99B3A7-3247-089E-D3A1-A652C3ABF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D3FF99E-4A48-0D68-B52A-B5107BD3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3924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B84C73-EF2A-06E1-C88D-19ADFF619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BB89AE7-A2A3-140D-16DC-2B0287BD9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B0FC15B-5D91-46B7-72E3-84D27B9B7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BB321C2-D28B-EF2A-1710-C139E7446C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C5C955B-5895-1668-355B-126BF44E31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3536E26-B145-7A54-E93E-719786BA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B01A1CE-676C-B92E-07E7-14AA8A039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CD36E90-BE8F-EC26-C7CF-3AEEA84D2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528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FE484B-B9E5-2EFC-577C-0A5525C76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1DE99B8-233E-356C-CEB0-7E0DF5991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8E61FDC-21D3-9E07-B1C4-B455A1EE4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CCA94C0-2579-8A54-3B08-6FD42006C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3655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194E9A7-530B-BCF7-EC22-702761B8F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92D0E4A-F11F-0146-4909-368F424E4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2D170D2-B481-5B9F-3A7A-224EFE982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3408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BD7426-9AE6-AB2C-488C-4EC50F0EC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5F5A7FA-BEE0-205A-8752-825C39298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EC632BA-1257-1C11-4522-0A0F94959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0050E62-4799-8FFC-DF75-088340579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31CCBA2-6040-C6A2-9599-256A55E6A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F34BF37-0D8E-9374-345C-EEB78C1A9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0601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EE6C28-DCAF-439D-CDA0-BD59D5550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18E4B44-F534-A400-1406-91EE85D03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E745EA9-45A2-1378-FAF3-71DF97228D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308EAAB-8680-3E35-9735-D01D57794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4E64D2E-1418-26F8-FA0B-0AE8134F4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4CACE9A-561E-EF64-EBDB-7D70BBB68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5131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EB84E3-0F2B-E5C1-533B-9596A27B7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D2427A7-0F29-A064-3AC2-E1F83BBB7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9CD2FB-A672-9001-C0FD-28FCFFE16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2C700CD-E5BB-E39A-56FB-19F225723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2A44F1-2ACE-73EB-6093-84C6E0A4C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7319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C941E94-C7D9-2499-F23D-47FD178E0B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754C61C-A654-E214-C970-7DB5EE6AC1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4025D6-C922-DA5E-2D81-216C61689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0565-DB05-4523-A428-D47760A5323A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4B930E-9785-8964-2B90-AB080A58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9CE0C5B-2C0F-869A-62D4-2EECAA9F7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344CE-ED16-4DF8-B71B-368BD23895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1097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CE76CD7-18FA-0DC6-3AEC-1DFEC1B5E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4F9C4F1-00C3-6599-F818-49F61D79A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7F6823C-F31C-E52F-EBC3-3E544D64FD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220565-DB05-4523-A428-D47760A5323A}" type="datetimeFigureOut">
              <a:rPr lang="zh-TW" altLang="en-US" smtClean="0"/>
              <a:t>2026/6/11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B1FC8C7-C36B-F329-4CC2-55101E48F7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B3C781-8624-116B-AE11-8F511226D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FA8344CE-ED16-4DF8-B71B-368BD23895A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018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5.wdp"/><Relationship Id="rId5" Type="http://schemas.openxmlformats.org/officeDocument/2006/relationships/image" Target="../media/image7.png"/><Relationship Id="rId10" Type="http://schemas.microsoft.com/office/2007/relationships/hdphoto" Target="../media/hdphoto7.wdp"/><Relationship Id="rId4" Type="http://schemas.microsoft.com/office/2007/relationships/hdphoto" Target="../media/hdphoto4.wdp"/><Relationship Id="rId9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9.wdp"/><Relationship Id="rId5" Type="http://schemas.openxmlformats.org/officeDocument/2006/relationships/image" Target="../media/image11.png"/><Relationship Id="rId4" Type="http://schemas.microsoft.com/office/2007/relationships/hdphoto" Target="../media/hdphoto8.wd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hdphoto" Target="../media/hdphoto11.wdp"/><Relationship Id="rId3" Type="http://schemas.openxmlformats.org/officeDocument/2006/relationships/image" Target="../media/image17.sv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0.wdp"/><Relationship Id="rId5" Type="http://schemas.openxmlformats.org/officeDocument/2006/relationships/image" Target="../media/image19.png"/><Relationship Id="rId10" Type="http://schemas.microsoft.com/office/2007/relationships/hdphoto" Target="../media/hdphoto12.wdp"/><Relationship Id="rId4" Type="http://schemas.openxmlformats.org/officeDocument/2006/relationships/image" Target="../media/image18.png"/><Relationship Id="rId9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3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3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jpeg"/><Relationship Id="rId4" Type="http://schemas.openxmlformats.org/officeDocument/2006/relationships/image" Target="../media/image23.sv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microsoft.com/office/2017/06/relationships/model3d" Target="../media/model3d6.glb"/><Relationship Id="rId3" Type="http://schemas.microsoft.com/office/2017/06/relationships/model3d" Target="../media/model3d1.glb"/><Relationship Id="rId7" Type="http://schemas.microsoft.com/office/2017/06/relationships/model3d" Target="../media/model3d3.glb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microsoft.com/office/2017/06/relationships/model3d" Target="../media/model3d5.glb"/><Relationship Id="rId5" Type="http://schemas.microsoft.com/office/2017/06/relationships/model3d" Target="../media/model3d2.glb"/><Relationship Id="rId15" Type="http://schemas.microsoft.com/office/2017/06/relationships/model3d" Target="../media/model3d7.glb"/><Relationship Id="rId10" Type="http://schemas.openxmlformats.org/officeDocument/2006/relationships/image" Target="../media/image44.png"/><Relationship Id="rId4" Type="http://schemas.openxmlformats.org/officeDocument/2006/relationships/image" Target="../media/image41.png"/><Relationship Id="rId9" Type="http://schemas.microsoft.com/office/2017/06/relationships/model3d" Target="../media/model3d4.glb"/><Relationship Id="rId1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17/06/relationships/model3d" Target="../media/model3d8.glb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7" Type="http://schemas.openxmlformats.org/officeDocument/2006/relationships/image" Target="../media/image54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svg"/><Relationship Id="rId5" Type="http://schemas.openxmlformats.org/officeDocument/2006/relationships/image" Target="../media/image52.svg"/><Relationship Id="rId4" Type="http://schemas.openxmlformats.org/officeDocument/2006/relationships/image" Target="../media/image51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086412A9-BB27-426E-A415-81B54D60BF37}"/>
              </a:ext>
            </a:extLst>
          </p:cNvPr>
          <p:cNvSpPr/>
          <p:nvPr/>
        </p:nvSpPr>
        <p:spPr>
          <a:xfrm>
            <a:off x="0" y="4664364"/>
            <a:ext cx="12191999" cy="21936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05898751-C33B-2F9B-088F-AAD6C644C542}"/>
              </a:ext>
            </a:extLst>
          </p:cNvPr>
          <p:cNvSpPr txBox="1"/>
          <p:nvPr/>
        </p:nvSpPr>
        <p:spPr>
          <a:xfrm>
            <a:off x="967525" y="5200075"/>
            <a:ext cx="1461639" cy="832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spc="100" dirty="0">
                <a:solidFill>
                  <a:srgbClr val="F8FAFB"/>
                </a:solidFill>
              </a:rPr>
              <a:t>指導老師</a:t>
            </a:r>
            <a:endParaRPr lang="en-US" altLang="zh-TW" sz="1600" b="1" spc="100" dirty="0">
              <a:solidFill>
                <a:srgbClr val="F8FAFB"/>
              </a:solidFill>
            </a:endParaRPr>
          </a:p>
          <a:p>
            <a:pPr>
              <a:lnSpc>
                <a:spcPct val="150000"/>
              </a:lnSpc>
            </a:pPr>
            <a:r>
              <a:rPr lang="zh-TW" altLang="en-US" spc="100" dirty="0">
                <a:solidFill>
                  <a:srgbClr val="F8FAFB"/>
                </a:solidFill>
              </a:rPr>
              <a:t>林俊杰 老師</a:t>
            </a:r>
            <a:endParaRPr lang="en-US" altLang="zh-TW" spc="100" dirty="0">
              <a:solidFill>
                <a:srgbClr val="F8FAFB"/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CCDA2FE4-A722-F248-99CD-7A28539E3E87}"/>
              </a:ext>
            </a:extLst>
          </p:cNvPr>
          <p:cNvSpPr txBox="1"/>
          <p:nvPr/>
        </p:nvSpPr>
        <p:spPr>
          <a:xfrm>
            <a:off x="2722307" y="5200075"/>
            <a:ext cx="2076079" cy="832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spc="100" dirty="0">
                <a:solidFill>
                  <a:srgbClr val="F8FAFB"/>
                </a:solidFill>
              </a:rPr>
              <a:t>組長</a:t>
            </a:r>
            <a:endParaRPr lang="en-US" altLang="zh-TW" sz="1600" b="1" spc="100" dirty="0">
              <a:solidFill>
                <a:srgbClr val="F8FAFB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spc="50" dirty="0">
                <a:solidFill>
                  <a:srgbClr val="F8FAFB"/>
                </a:solidFill>
              </a:rPr>
              <a:t>1124606</a:t>
            </a:r>
            <a:r>
              <a:rPr lang="en-US" altLang="zh-TW" spc="100" dirty="0">
                <a:solidFill>
                  <a:srgbClr val="F8FAFB"/>
                </a:solidFill>
              </a:rPr>
              <a:t>3 </a:t>
            </a:r>
            <a:r>
              <a:rPr lang="zh-TW" altLang="en-US" spc="100" dirty="0">
                <a:solidFill>
                  <a:srgbClr val="F8FAFB"/>
                </a:solidFill>
              </a:rPr>
              <a:t>許凱俊</a:t>
            </a:r>
            <a:endParaRPr lang="en-US" altLang="zh-TW" spc="100" dirty="0">
              <a:solidFill>
                <a:srgbClr val="F8FAFB"/>
              </a:solidFill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BDBDDDE-BDE8-0A91-3C2F-B00497B00458}"/>
              </a:ext>
            </a:extLst>
          </p:cNvPr>
          <p:cNvSpPr txBox="1"/>
          <p:nvPr/>
        </p:nvSpPr>
        <p:spPr>
          <a:xfrm>
            <a:off x="5091528" y="5200075"/>
            <a:ext cx="6132946" cy="832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600" b="1" spc="100" dirty="0">
                <a:solidFill>
                  <a:srgbClr val="F8FAFB"/>
                </a:solidFill>
              </a:rPr>
              <a:t>組員</a:t>
            </a:r>
            <a:endParaRPr lang="en-US" altLang="zh-TW" sz="1600" b="1" spc="100" dirty="0">
              <a:solidFill>
                <a:srgbClr val="F8FAFB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spc="50" dirty="0">
                <a:solidFill>
                  <a:srgbClr val="F8FAFB"/>
                </a:solidFill>
              </a:rPr>
              <a:t>1124606</a:t>
            </a:r>
            <a:r>
              <a:rPr lang="en-US" altLang="zh-TW" spc="100" dirty="0">
                <a:solidFill>
                  <a:srgbClr val="F8FAFB"/>
                </a:solidFill>
              </a:rPr>
              <a:t>5</a:t>
            </a:r>
            <a:r>
              <a:rPr lang="zh-TW" altLang="en-US" spc="100" dirty="0">
                <a:solidFill>
                  <a:srgbClr val="F8FAFB"/>
                </a:solidFill>
              </a:rPr>
              <a:t> 陳秉鴻　</a:t>
            </a:r>
            <a:r>
              <a:rPr lang="en-US" altLang="zh-TW" spc="50" dirty="0">
                <a:solidFill>
                  <a:srgbClr val="F8FAFB"/>
                </a:solidFill>
              </a:rPr>
              <a:t>1124607</a:t>
            </a:r>
            <a:r>
              <a:rPr lang="en-US" altLang="zh-TW" spc="100" dirty="0">
                <a:solidFill>
                  <a:srgbClr val="F8FAFB"/>
                </a:solidFill>
              </a:rPr>
              <a:t>2</a:t>
            </a:r>
            <a:r>
              <a:rPr lang="zh-TW" altLang="en-US" spc="100" dirty="0">
                <a:solidFill>
                  <a:srgbClr val="F8FAFB"/>
                </a:solidFill>
              </a:rPr>
              <a:t> 連卉媗　</a:t>
            </a:r>
            <a:r>
              <a:rPr lang="en-US" altLang="zh-TW" spc="50" dirty="0">
                <a:solidFill>
                  <a:srgbClr val="F8FAFB"/>
                </a:solidFill>
              </a:rPr>
              <a:t>1124607</a:t>
            </a:r>
            <a:r>
              <a:rPr lang="en-US" altLang="zh-TW" spc="100" dirty="0">
                <a:solidFill>
                  <a:srgbClr val="F8FAFB"/>
                </a:solidFill>
              </a:rPr>
              <a:t>4</a:t>
            </a:r>
            <a:r>
              <a:rPr lang="zh-TW" altLang="en-US" spc="100" dirty="0">
                <a:solidFill>
                  <a:srgbClr val="F8FAFB"/>
                </a:solidFill>
              </a:rPr>
              <a:t> 江芸萱</a:t>
            </a:r>
            <a:endParaRPr lang="en-US" altLang="zh-TW" spc="100" dirty="0">
              <a:solidFill>
                <a:srgbClr val="F8FAFB"/>
              </a:solidFill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0A348579-313E-8E09-6699-96ED2776B5BE}"/>
              </a:ext>
            </a:extLst>
          </p:cNvPr>
          <p:cNvSpPr txBox="1"/>
          <p:nvPr/>
        </p:nvSpPr>
        <p:spPr>
          <a:xfrm>
            <a:off x="967526" y="1661776"/>
            <a:ext cx="5892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6000" b="1" spc="-500" dirty="0">
                <a:latin typeface="+mj-ea"/>
                <a:ea typeface="+mj-ea"/>
              </a:rPr>
              <a:t>救</a:t>
            </a:r>
            <a:r>
              <a:rPr lang="zh-TW" altLang="en-US" sz="6000" b="1" spc="500" dirty="0">
                <a:solidFill>
                  <a:schemeClr val="accent1"/>
                </a:solidFill>
                <a:latin typeface="+mj-ea"/>
                <a:ea typeface="+mj-ea"/>
              </a:rPr>
              <a:t>「舊</a:t>
            </a:r>
            <a:r>
              <a:rPr lang="zh-TW" altLang="en-US" sz="6000" b="1" spc="-500" dirty="0">
                <a:solidFill>
                  <a:schemeClr val="accent1"/>
                </a:solidFill>
                <a:latin typeface="+mj-ea"/>
                <a:ea typeface="+mj-ea"/>
              </a:rPr>
              <a:t>」</a:t>
            </a:r>
            <a:r>
              <a:rPr lang="zh-TW" altLang="en-US" sz="6000" b="1" spc="200" dirty="0">
                <a:latin typeface="+mj-ea"/>
                <a:ea typeface="+mj-ea"/>
              </a:rPr>
              <a:t>我的書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88F283BB-5562-FE4D-8A09-AF8E67F36418}"/>
              </a:ext>
            </a:extLst>
          </p:cNvPr>
          <p:cNvSpPr txBox="1"/>
          <p:nvPr/>
        </p:nvSpPr>
        <p:spPr>
          <a:xfrm>
            <a:off x="967526" y="2859942"/>
            <a:ext cx="55441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spc="200" dirty="0"/>
              <a:t>APP </a:t>
            </a:r>
            <a:r>
              <a:rPr lang="zh-TW" altLang="en-US" sz="2400" spc="200" dirty="0"/>
              <a:t>媒合 </a:t>
            </a:r>
            <a:r>
              <a:rPr lang="en-US" altLang="zh-TW" sz="2400" spc="200" dirty="0"/>
              <a:t>× IoT </a:t>
            </a:r>
            <a:r>
              <a:rPr lang="zh-TW" altLang="en-US" sz="2400" spc="200" dirty="0"/>
              <a:t>智慧書櫃</a:t>
            </a: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4A6338D1-7CFE-CFD4-ECD9-34285F9A9BB4}"/>
              </a:ext>
            </a:extLst>
          </p:cNvPr>
          <p:cNvSpPr txBox="1"/>
          <p:nvPr/>
        </p:nvSpPr>
        <p:spPr>
          <a:xfrm>
            <a:off x="967526" y="667053"/>
            <a:ext cx="1757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500" spc="100" dirty="0">
                <a:solidFill>
                  <a:schemeClr val="accent1"/>
                </a:solidFill>
                <a:latin typeface="+mj-lt"/>
                <a:ea typeface="+mj-ea"/>
              </a:rPr>
              <a:t>四技第</a:t>
            </a:r>
            <a:r>
              <a:rPr lang="en-US" altLang="zh-TW" sz="1500" spc="100" dirty="0">
                <a:solidFill>
                  <a:schemeClr val="accent1"/>
                </a:solidFill>
                <a:latin typeface="+mj-lt"/>
                <a:ea typeface="+mj-ea"/>
              </a:rPr>
              <a:t>115414</a:t>
            </a:r>
            <a:r>
              <a:rPr lang="zh-TW" altLang="en-US" sz="1500" spc="100" dirty="0">
                <a:solidFill>
                  <a:schemeClr val="accent1"/>
                </a:solidFill>
                <a:latin typeface="+mj-lt"/>
                <a:ea typeface="+mj-ea"/>
              </a:rPr>
              <a:t>組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FE5436B-E09D-E14C-4DED-869AADD7F1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1128" y="900656"/>
            <a:ext cx="3112655" cy="311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109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>
            <a:extLst>
              <a:ext uri="{FF2B5EF4-FFF2-40B4-BE49-F238E27FC236}">
                <a16:creationId xmlns:a16="http://schemas.microsoft.com/office/drawing/2014/main" id="{5630C435-6BD0-4CAD-73C7-EED432411646}"/>
              </a:ext>
            </a:extLst>
          </p:cNvPr>
          <p:cNvSpPr/>
          <p:nvPr/>
        </p:nvSpPr>
        <p:spPr>
          <a:xfrm>
            <a:off x="7934038" y="4122625"/>
            <a:ext cx="4796496" cy="4796496"/>
          </a:xfrm>
          <a:prstGeom prst="ellipse">
            <a:avLst/>
          </a:prstGeom>
          <a:gradFill>
            <a:gsLst>
              <a:gs pos="40000">
                <a:schemeClr val="accent2">
                  <a:alpha val="0"/>
                </a:schemeClr>
              </a:gs>
              <a:gs pos="19000">
                <a:schemeClr val="accent1">
                  <a:alpha val="5000"/>
                </a:schemeClr>
              </a:gs>
              <a:gs pos="0">
                <a:schemeClr val="accent2">
                  <a:alpha val="15000"/>
                </a:schemeClr>
              </a:gs>
            </a:gsLst>
            <a:lin ang="4200000" scaled="0"/>
          </a:gradFill>
          <a:ln w="12700">
            <a:gradFill>
              <a:gsLst>
                <a:gs pos="37000">
                  <a:schemeClr val="accent2">
                    <a:alpha val="5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!!直角三角形 7">
            <a:extLst>
              <a:ext uri="{FF2B5EF4-FFF2-40B4-BE49-F238E27FC236}">
                <a16:creationId xmlns:a16="http://schemas.microsoft.com/office/drawing/2014/main" id="{9CC581E5-1FB2-E1E3-DAE7-B3F08BCE868C}"/>
              </a:ext>
            </a:extLst>
          </p:cNvPr>
          <p:cNvSpPr/>
          <p:nvPr/>
        </p:nvSpPr>
        <p:spPr>
          <a:xfrm rot="5400000">
            <a:off x="4994759" y="-4994759"/>
            <a:ext cx="2202482" cy="12192000"/>
          </a:xfrm>
          <a:custGeom>
            <a:avLst/>
            <a:gdLst>
              <a:gd name="connsiteX0" fmla="*/ 0 w 2198044"/>
              <a:gd name="connsiteY0" fmla="*/ 12192000 h 12192000"/>
              <a:gd name="connsiteX1" fmla="*/ 0 w 2198044"/>
              <a:gd name="connsiteY1" fmla="*/ 0 h 12192000"/>
              <a:gd name="connsiteX2" fmla="*/ 1062338 w 2198044"/>
              <a:gd name="connsiteY2" fmla="*/ 0 h 12192000"/>
              <a:gd name="connsiteX3" fmla="*/ 1093993 w 2198044"/>
              <a:gd name="connsiteY3" fmla="*/ 45340 h 12192000"/>
              <a:gd name="connsiteX4" fmla="*/ 2198044 w 2198044"/>
              <a:gd name="connsiteY4" fmla="*/ 6096000 h 12192000"/>
              <a:gd name="connsiteX5" fmla="*/ 1093993 w 2198044"/>
              <a:gd name="connsiteY5" fmla="*/ 12146660 h 12192000"/>
              <a:gd name="connsiteX6" fmla="*/ 1062338 w 2198044"/>
              <a:gd name="connsiteY6" fmla="*/ 12192000 h 12192000"/>
              <a:gd name="connsiteX7" fmla="*/ 0 w 2198044"/>
              <a:gd name="connsiteY7" fmla="*/ 12192000 h 12192000"/>
              <a:gd name="connsiteX0" fmla="*/ 0 w 2202940"/>
              <a:gd name="connsiteY0" fmla="*/ 12192000 h 12192000"/>
              <a:gd name="connsiteX1" fmla="*/ 0 w 2202940"/>
              <a:gd name="connsiteY1" fmla="*/ 0 h 12192000"/>
              <a:gd name="connsiteX2" fmla="*/ 1062338 w 2202940"/>
              <a:gd name="connsiteY2" fmla="*/ 0 h 12192000"/>
              <a:gd name="connsiteX3" fmla="*/ 1093993 w 2202940"/>
              <a:gd name="connsiteY3" fmla="*/ 45340 h 12192000"/>
              <a:gd name="connsiteX4" fmla="*/ 2198044 w 2202940"/>
              <a:gd name="connsiteY4" fmla="*/ 6096000 h 12192000"/>
              <a:gd name="connsiteX5" fmla="*/ 1093993 w 2202940"/>
              <a:gd name="connsiteY5" fmla="*/ 12146660 h 12192000"/>
              <a:gd name="connsiteX6" fmla="*/ 1062338 w 2202940"/>
              <a:gd name="connsiteY6" fmla="*/ 12192000 h 12192000"/>
              <a:gd name="connsiteX7" fmla="*/ 0 w 2202940"/>
              <a:gd name="connsiteY7" fmla="*/ 12192000 h 12192000"/>
              <a:gd name="connsiteX0" fmla="*/ 0 w 2202482"/>
              <a:gd name="connsiteY0" fmla="*/ 12192000 h 12192000"/>
              <a:gd name="connsiteX1" fmla="*/ 0 w 2202482"/>
              <a:gd name="connsiteY1" fmla="*/ 0 h 12192000"/>
              <a:gd name="connsiteX2" fmla="*/ 1062338 w 2202482"/>
              <a:gd name="connsiteY2" fmla="*/ 0 h 12192000"/>
              <a:gd name="connsiteX3" fmla="*/ 1093993 w 2202482"/>
              <a:gd name="connsiteY3" fmla="*/ 45340 h 12192000"/>
              <a:gd name="connsiteX4" fmla="*/ 2198044 w 2202482"/>
              <a:gd name="connsiteY4" fmla="*/ 6096000 h 12192000"/>
              <a:gd name="connsiteX5" fmla="*/ 1093993 w 2202482"/>
              <a:gd name="connsiteY5" fmla="*/ 12146660 h 12192000"/>
              <a:gd name="connsiteX6" fmla="*/ 1062338 w 2202482"/>
              <a:gd name="connsiteY6" fmla="*/ 12192000 h 12192000"/>
              <a:gd name="connsiteX7" fmla="*/ 0 w 2202482"/>
              <a:gd name="connsiteY7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02482" h="12192000">
                <a:moveTo>
                  <a:pt x="0" y="12192000"/>
                </a:moveTo>
                <a:lnTo>
                  <a:pt x="0" y="0"/>
                </a:lnTo>
                <a:lnTo>
                  <a:pt x="1062338" y="0"/>
                </a:lnTo>
                <a:lnTo>
                  <a:pt x="1093993" y="45340"/>
                </a:lnTo>
                <a:cubicBezTo>
                  <a:pt x="1681838" y="1148900"/>
                  <a:pt x="2259004" y="3299782"/>
                  <a:pt x="2198044" y="6096000"/>
                </a:cubicBezTo>
                <a:cubicBezTo>
                  <a:pt x="2137084" y="8892218"/>
                  <a:pt x="1742797" y="11149780"/>
                  <a:pt x="1093993" y="12146660"/>
                </a:cubicBezTo>
                <a:lnTo>
                  <a:pt x="1062338" y="1219200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3C49EC3-0511-2CB7-FAD1-6BA781A96356}"/>
              </a:ext>
            </a:extLst>
          </p:cNvPr>
          <p:cNvSpPr txBox="1"/>
          <p:nvPr/>
        </p:nvSpPr>
        <p:spPr>
          <a:xfrm>
            <a:off x="2979868" y="335695"/>
            <a:ext cx="6232264" cy="11079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altLang="zh-CN" sz="7200" b="1" spc="100" dirty="0">
                <a:gradFill flip="none" rotWithShape="1">
                  <a:gsLst>
                    <a:gs pos="18000">
                      <a:schemeClr val="bg1">
                        <a:alpha val="80000"/>
                      </a:schemeClr>
                    </a:gs>
                    <a:gs pos="80000">
                      <a:schemeClr val="bg1">
                        <a:alpha val="0"/>
                      </a:schemeClr>
                    </a:gs>
                  </a:gsLst>
                  <a:lin ang="5400000" scaled="1"/>
                  <a:tileRect/>
                </a:gradFill>
                <a:latin typeface="+mj-lt"/>
                <a:ea typeface="等线" panose="02010600030101010101" pitchFamily="2" charset="-122"/>
                <a:cs typeface="Arial" panose="020B0604020202020204" pitchFamily="34" charset="0"/>
              </a:rPr>
              <a:t>CONTENTS</a:t>
            </a:r>
            <a:endParaRPr lang="zh-CN" altLang="en-US" sz="7200" b="1" spc="100" dirty="0">
              <a:gradFill flip="none" rotWithShape="1">
                <a:gsLst>
                  <a:gs pos="18000">
                    <a:schemeClr val="bg1">
                      <a:alpha val="80000"/>
                    </a:schemeClr>
                  </a:gs>
                  <a:gs pos="80000">
                    <a:schemeClr val="bg1">
                      <a:alpha val="0"/>
                    </a:schemeClr>
                  </a:gs>
                </a:gsLst>
                <a:lin ang="5400000" scaled="1"/>
                <a:tileRect/>
              </a:gradFill>
              <a:latin typeface="+mj-lt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E050534-B0C0-63A0-10CD-BBBF88DB4815}"/>
              </a:ext>
            </a:extLst>
          </p:cNvPr>
          <p:cNvSpPr txBox="1"/>
          <p:nvPr/>
        </p:nvSpPr>
        <p:spPr>
          <a:xfrm>
            <a:off x="5190945" y="853633"/>
            <a:ext cx="18101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4800" b="1" spc="300" dirty="0">
                <a:solidFill>
                  <a:prstClr val="white"/>
                </a:solidFill>
                <a:latin typeface="+mj-ea"/>
                <a:ea typeface="+mj-ea"/>
                <a:sym typeface="庞门正道标题体3.0" panose="02010600030101010101" pitchFamily="2" charset="-122"/>
              </a:rPr>
              <a:t>目  </a:t>
            </a:r>
            <a:r>
              <a:rPr lang="zh-TW" altLang="en-US" sz="4800" b="1" dirty="0">
                <a:solidFill>
                  <a:prstClr val="white"/>
                </a:solidFill>
                <a:latin typeface="+mj-ea"/>
                <a:ea typeface="+mj-ea"/>
                <a:sym typeface="庞门正道标题体3.0" panose="02010600030101010101" pitchFamily="2" charset="-122"/>
              </a:rPr>
              <a:t>錄</a:t>
            </a:r>
            <a:endParaRPr lang="zh-CN" altLang="en-US" sz="4800" b="1" dirty="0">
              <a:solidFill>
                <a:prstClr val="white"/>
              </a:solidFill>
              <a:latin typeface="+mj-ea"/>
              <a:ea typeface="+mj-ea"/>
              <a:sym typeface="庞门正道标题体3.0" panose="02010600030101010101" pitchFamily="2" charset="-122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F53496BD-DD2E-5B25-E7BC-29CB6913857A}"/>
              </a:ext>
            </a:extLst>
          </p:cNvPr>
          <p:cNvSpPr/>
          <p:nvPr/>
        </p:nvSpPr>
        <p:spPr>
          <a:xfrm rot="6412382">
            <a:off x="-1159979" y="3114856"/>
            <a:ext cx="2230568" cy="2230568"/>
          </a:xfrm>
          <a:prstGeom prst="ellipse">
            <a:avLst/>
          </a:prstGeom>
          <a:gradFill>
            <a:gsLst>
              <a:gs pos="49000">
                <a:schemeClr val="accent2">
                  <a:alpha val="0"/>
                </a:schemeClr>
              </a:gs>
              <a:gs pos="26000">
                <a:schemeClr val="accent1">
                  <a:alpha val="5000"/>
                </a:schemeClr>
              </a:gs>
              <a:gs pos="0">
                <a:schemeClr val="accent2">
                  <a:alpha val="15000"/>
                </a:schemeClr>
              </a:gs>
            </a:gsLst>
            <a:lin ang="4200000" scaled="0"/>
          </a:gradFill>
          <a:ln w="12700">
            <a:gradFill>
              <a:gsLst>
                <a:gs pos="37000">
                  <a:schemeClr val="accent2">
                    <a:alpha val="5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C20C9FFE-22E0-2F2F-F12C-02F5BC476ECD}"/>
              </a:ext>
            </a:extLst>
          </p:cNvPr>
          <p:cNvGrpSpPr/>
          <p:nvPr/>
        </p:nvGrpSpPr>
        <p:grpSpPr>
          <a:xfrm>
            <a:off x="981144" y="2858961"/>
            <a:ext cx="3146849" cy="1093478"/>
            <a:chOff x="981144" y="2858961"/>
            <a:chExt cx="3146849" cy="1093478"/>
          </a:xfrm>
        </p:grpSpPr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4B735F18-C698-A254-98E6-094D213C1CEF}"/>
                </a:ext>
              </a:extLst>
            </p:cNvPr>
            <p:cNvSpPr txBox="1"/>
            <p:nvPr/>
          </p:nvSpPr>
          <p:spPr>
            <a:xfrm>
              <a:off x="981144" y="3490774"/>
              <a:ext cx="314684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2400" spc="50" dirty="0">
                  <a:latin typeface="Noto Sans TC Medium" panose="020B0200000000000000" pitchFamily="34" charset="-120"/>
                  <a:ea typeface="Noto Sans TC Medium" panose="020B0200000000000000" pitchFamily="34" charset="-120"/>
                </a:rPr>
                <a:t>背景與動機</a:t>
              </a:r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EEADCE66-D1F4-C978-57E0-6443A67047A4}"/>
                </a:ext>
              </a:extLst>
            </p:cNvPr>
            <p:cNvSpPr txBox="1"/>
            <p:nvPr/>
          </p:nvSpPr>
          <p:spPr>
            <a:xfrm>
              <a:off x="981144" y="2858961"/>
              <a:ext cx="74605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3600" b="1" spc="200" dirty="0">
                  <a:solidFill>
                    <a:schemeClr val="accent1"/>
                  </a:solidFill>
                </a:rPr>
                <a:t>01</a:t>
              </a:r>
              <a:endParaRPr lang="zh-TW" altLang="en-US" sz="3600" b="1" spc="2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18821865-5B98-03DA-30AF-9433159D1B86}"/>
              </a:ext>
            </a:extLst>
          </p:cNvPr>
          <p:cNvGrpSpPr/>
          <p:nvPr/>
        </p:nvGrpSpPr>
        <p:grpSpPr>
          <a:xfrm>
            <a:off x="4416742" y="2858961"/>
            <a:ext cx="3590857" cy="1093478"/>
            <a:chOff x="4685309" y="2858961"/>
            <a:chExt cx="3590857" cy="1093478"/>
          </a:xfrm>
        </p:grpSpPr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898E0265-DD0C-B6CD-6AF5-682B492C7CE3}"/>
                </a:ext>
              </a:extLst>
            </p:cNvPr>
            <p:cNvSpPr txBox="1"/>
            <p:nvPr/>
          </p:nvSpPr>
          <p:spPr>
            <a:xfrm>
              <a:off x="4685310" y="3490774"/>
              <a:ext cx="359085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2400" spc="50" dirty="0">
                  <a:latin typeface="Noto Sans TC Medium" panose="020B0200000000000000" pitchFamily="34" charset="-120"/>
                  <a:ea typeface="Noto Sans TC Medium" panose="020B0200000000000000" pitchFamily="34" charset="-120"/>
                </a:rPr>
                <a:t>系統架構與技術使用</a:t>
              </a:r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1D94BEEB-8077-5784-C8AA-F7DCDD842C1E}"/>
                </a:ext>
              </a:extLst>
            </p:cNvPr>
            <p:cNvSpPr txBox="1"/>
            <p:nvPr/>
          </p:nvSpPr>
          <p:spPr>
            <a:xfrm>
              <a:off x="4685309" y="2858961"/>
              <a:ext cx="121534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3600" b="1" spc="200" dirty="0">
                  <a:solidFill>
                    <a:schemeClr val="accent1"/>
                  </a:solidFill>
                </a:rPr>
                <a:t>02</a:t>
              </a:r>
              <a:endParaRPr lang="zh-TW" altLang="en-US" sz="3600" b="1" spc="2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6549FB54-1543-BF5F-67DA-D145D1C79670}"/>
              </a:ext>
            </a:extLst>
          </p:cNvPr>
          <p:cNvGrpSpPr/>
          <p:nvPr/>
        </p:nvGrpSpPr>
        <p:grpSpPr>
          <a:xfrm>
            <a:off x="8166377" y="2858961"/>
            <a:ext cx="2383884" cy="1093478"/>
            <a:chOff x="8833483" y="2858961"/>
            <a:chExt cx="2383884" cy="1093478"/>
          </a:xfrm>
        </p:grpSpPr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5414B0E3-4A8F-F671-B282-094BF172BAEF}"/>
                </a:ext>
              </a:extLst>
            </p:cNvPr>
            <p:cNvSpPr txBox="1"/>
            <p:nvPr/>
          </p:nvSpPr>
          <p:spPr>
            <a:xfrm>
              <a:off x="8833483" y="3490774"/>
              <a:ext cx="238388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PT" altLang="zh-TW" sz="2400" spc="50" dirty="0">
                  <a:latin typeface="Noto Sans TC Medium" panose="020B0200000000000000" pitchFamily="34" charset="-120"/>
                  <a:ea typeface="Noto Sans TC Medium" panose="020B0200000000000000" pitchFamily="34" charset="-120"/>
                </a:rPr>
                <a:t>APP</a:t>
              </a:r>
              <a:r>
                <a:rPr lang="zh-TW" altLang="en-US" sz="2400" spc="50" dirty="0">
                  <a:latin typeface="Noto Sans TC Medium" panose="020B0200000000000000" pitchFamily="34" charset="-120"/>
                  <a:ea typeface="Noto Sans TC Medium" panose="020B0200000000000000" pitchFamily="34" charset="-120"/>
                </a:rPr>
                <a:t>畫面展示</a:t>
              </a:r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9030891F-EB2E-65FB-53E4-EBF22BDFD66C}"/>
                </a:ext>
              </a:extLst>
            </p:cNvPr>
            <p:cNvSpPr txBox="1"/>
            <p:nvPr/>
          </p:nvSpPr>
          <p:spPr>
            <a:xfrm>
              <a:off x="8833483" y="2858961"/>
              <a:ext cx="108637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3600" b="1" spc="200" dirty="0">
                  <a:solidFill>
                    <a:schemeClr val="accent1"/>
                  </a:solidFill>
                </a:rPr>
                <a:t>03</a:t>
              </a:r>
              <a:endParaRPr lang="zh-TW" altLang="en-US" sz="3600" b="1" spc="2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6927E529-61AC-CA13-C7CA-FA575F69EAE2}"/>
              </a:ext>
            </a:extLst>
          </p:cNvPr>
          <p:cNvGrpSpPr/>
          <p:nvPr/>
        </p:nvGrpSpPr>
        <p:grpSpPr>
          <a:xfrm>
            <a:off x="981143" y="4604633"/>
            <a:ext cx="3276821" cy="1093478"/>
            <a:chOff x="981143" y="4604633"/>
            <a:chExt cx="3276821" cy="1093478"/>
          </a:xfrm>
        </p:grpSpPr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F0BB332F-0DE0-B098-8DCE-28F12942EF6F}"/>
                </a:ext>
              </a:extLst>
            </p:cNvPr>
            <p:cNvSpPr txBox="1"/>
            <p:nvPr/>
          </p:nvSpPr>
          <p:spPr>
            <a:xfrm>
              <a:off x="981144" y="5236446"/>
              <a:ext cx="327682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2400" spc="50" dirty="0">
                  <a:latin typeface="Noto Sans TC Medium" panose="020B0200000000000000" pitchFamily="34" charset="-120"/>
                  <a:ea typeface="Noto Sans TC Medium" panose="020B0200000000000000" pitchFamily="34" charset="-120"/>
                </a:rPr>
                <a:t>交易爭議處理機制</a:t>
              </a:r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081E2AD7-75A4-ED57-2035-4E8285A5D653}"/>
                </a:ext>
              </a:extLst>
            </p:cNvPr>
            <p:cNvSpPr txBox="1"/>
            <p:nvPr/>
          </p:nvSpPr>
          <p:spPr>
            <a:xfrm>
              <a:off x="981143" y="4604633"/>
              <a:ext cx="111700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3600" b="1" spc="200" dirty="0">
                  <a:solidFill>
                    <a:schemeClr val="accent1"/>
                  </a:solidFill>
                </a:rPr>
                <a:t>04</a:t>
              </a:r>
              <a:endParaRPr lang="zh-TW" altLang="en-US" sz="3600" b="1" spc="2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69320526-E39F-328F-2F34-B1FD1EF7AB22}"/>
              </a:ext>
            </a:extLst>
          </p:cNvPr>
          <p:cNvGrpSpPr/>
          <p:nvPr/>
        </p:nvGrpSpPr>
        <p:grpSpPr>
          <a:xfrm>
            <a:off x="4416742" y="4604633"/>
            <a:ext cx="3590857" cy="1093478"/>
            <a:chOff x="4685309" y="4604633"/>
            <a:chExt cx="3590857" cy="1093478"/>
          </a:xfrm>
        </p:grpSpPr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8004ADB0-D436-46DB-7F20-E180989867E7}"/>
                </a:ext>
              </a:extLst>
            </p:cNvPr>
            <p:cNvSpPr txBox="1"/>
            <p:nvPr/>
          </p:nvSpPr>
          <p:spPr>
            <a:xfrm>
              <a:off x="4685310" y="5236446"/>
              <a:ext cx="359085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2400" spc="50" dirty="0">
                  <a:latin typeface="Noto Sans TC Medium" panose="020B0200000000000000" pitchFamily="34" charset="-120"/>
                  <a:ea typeface="Noto Sans TC Medium" panose="020B0200000000000000" pitchFamily="34" charset="-120"/>
                </a:rPr>
                <a:t>硬體架構與實體展示</a:t>
              </a:r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10D57659-E846-52E0-2325-D4BA905B950D}"/>
                </a:ext>
              </a:extLst>
            </p:cNvPr>
            <p:cNvSpPr txBox="1"/>
            <p:nvPr/>
          </p:nvSpPr>
          <p:spPr>
            <a:xfrm>
              <a:off x="4685309" y="4604633"/>
              <a:ext cx="121534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3600" b="1" spc="200" dirty="0">
                  <a:solidFill>
                    <a:schemeClr val="accent1"/>
                  </a:solidFill>
                </a:rPr>
                <a:t>05</a:t>
              </a:r>
              <a:endParaRPr lang="zh-TW" altLang="en-US" sz="3600" b="1" spc="2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C58BAABB-3129-8533-B629-030296CADC0D}"/>
              </a:ext>
            </a:extLst>
          </p:cNvPr>
          <p:cNvGrpSpPr/>
          <p:nvPr/>
        </p:nvGrpSpPr>
        <p:grpSpPr>
          <a:xfrm>
            <a:off x="8166377" y="4604633"/>
            <a:ext cx="3044479" cy="1093478"/>
            <a:chOff x="8833483" y="4604633"/>
            <a:chExt cx="3044479" cy="1093478"/>
          </a:xfrm>
        </p:grpSpPr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43D69847-6C64-46C4-8E0E-FB26B88F8DB4}"/>
                </a:ext>
              </a:extLst>
            </p:cNvPr>
            <p:cNvSpPr txBox="1"/>
            <p:nvPr/>
          </p:nvSpPr>
          <p:spPr>
            <a:xfrm>
              <a:off x="8833483" y="5236446"/>
              <a:ext cx="304447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2400" spc="100" dirty="0">
                  <a:latin typeface="Noto Sans TC Medium" panose="020B0200000000000000" pitchFamily="34" charset="-120"/>
                  <a:ea typeface="Noto Sans TC Medium" panose="020B0200000000000000" pitchFamily="34" charset="-120"/>
                </a:rPr>
                <a:t>永續發展與後續規劃</a:t>
              </a:r>
            </a:p>
          </p:txBody>
        </p: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9EC75C82-F747-0F1B-D5B4-82EEAEA17E62}"/>
                </a:ext>
              </a:extLst>
            </p:cNvPr>
            <p:cNvSpPr txBox="1"/>
            <p:nvPr/>
          </p:nvSpPr>
          <p:spPr>
            <a:xfrm>
              <a:off x="8833483" y="4604633"/>
              <a:ext cx="108637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3600" b="1" spc="200" dirty="0">
                  <a:solidFill>
                    <a:schemeClr val="accent1"/>
                  </a:solidFill>
                </a:rPr>
                <a:t>06</a:t>
              </a:r>
              <a:endParaRPr lang="zh-TW" altLang="en-US" sz="3600" b="1" spc="200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8007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8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-0.07384 L 0 -3.7037E-6 " pathEditMode="relative" rAng="0" ptsTypes="AA">
                                      <p:cBhvr>
                                        <p:cTn id="18" dur="8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81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79167E-6 -4.81481E-6 L -0.04414 0.06737 " pathEditMode="relative" rAng="0" ptsTypes="AA">
                                      <p:cBhvr>
                                        <p:cTn id="29" dur="75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14" y="3356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animMotion origin="layout" path="M 4.79167E-6 2.22222E-6 L -0.04415 0.06736 " pathEditMode="relative" rAng="0" ptsTypes="AA">
                                      <p:cBhvr>
                                        <p:cTn id="34" dur="75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14" y="3356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1.875E-6 2.22222E-6 L -0.04414 0.06736 " pathEditMode="relative" rAng="0" ptsTypes="AA">
                                      <p:cBhvr>
                                        <p:cTn id="39" dur="75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14" y="3356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accel="50000" decel="5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3.75E-6 2.59259E-6 L -0.04414 0.06736 " pathEditMode="relative" rAng="0" ptsTypes="AA">
                                      <p:cBhvr>
                                        <p:cTn id="44" dur="75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14" y="3356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animMotion origin="layout" path="M 4.79167E-6 2.59259E-6 L -0.04415 0.06736 " pathEditMode="relative" rAng="0" ptsTypes="AA">
                                      <p:cBhvr>
                                        <p:cTn id="49" dur="75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14" y="3356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accel="50000" decel="5000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-1.45833E-6 2.59259E-6 L -0.04414 0.06736 " pathEditMode="relative" rAng="0" ptsTypes="AA">
                                      <p:cBhvr>
                                        <p:cTn id="54" dur="75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14" y="33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7" grpId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1"/>
          </a:fgClr>
          <a:bgClr>
            <a:schemeClr val="accent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字方塊 28">
            <a:extLst>
              <a:ext uri="{FF2B5EF4-FFF2-40B4-BE49-F238E27FC236}">
                <a16:creationId xmlns:a16="http://schemas.microsoft.com/office/drawing/2014/main" id="{3F055562-7812-E7BE-750E-7037C51AE6CE}"/>
              </a:ext>
            </a:extLst>
          </p:cNvPr>
          <p:cNvSpPr txBox="1"/>
          <p:nvPr/>
        </p:nvSpPr>
        <p:spPr>
          <a:xfrm>
            <a:off x="981143" y="1814922"/>
            <a:ext cx="434559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0" b="1" spc="100" dirty="0">
                <a:gradFill flip="none"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01</a:t>
            </a:r>
            <a:endParaRPr lang="zh-TW" altLang="en-US" sz="20000" b="1" spc="100" dirty="0">
              <a:gradFill flip="none" rotWithShape="1">
                <a:gsLst>
                  <a:gs pos="35000">
                    <a:schemeClr val="accent2"/>
                  </a:gs>
                  <a:gs pos="77000">
                    <a:schemeClr val="accent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185071B-1373-8336-36D3-8DE58F22EE63}"/>
              </a:ext>
            </a:extLst>
          </p:cNvPr>
          <p:cNvSpPr txBox="1"/>
          <p:nvPr/>
        </p:nvSpPr>
        <p:spPr>
          <a:xfrm>
            <a:off x="1132114" y="4028981"/>
            <a:ext cx="9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6000" b="1" spc="300" dirty="0">
                <a:solidFill>
                  <a:schemeClr val="bg1"/>
                </a:solidFill>
                <a:latin typeface="+mj-ea"/>
                <a:ea typeface="+mj-ea"/>
              </a:rPr>
              <a:t>背景與動機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69F286E1-5DD3-668A-A53D-6D154101916A}"/>
              </a:ext>
            </a:extLst>
          </p:cNvPr>
          <p:cNvSpPr txBox="1"/>
          <p:nvPr/>
        </p:nvSpPr>
        <p:spPr>
          <a:xfrm>
            <a:off x="1132114" y="5273745"/>
            <a:ext cx="3294467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報告人</a:t>
            </a:r>
            <a:r>
              <a:rPr lang="zh-TW" altLang="en-US" sz="2800" b="1" spc="100" dirty="0">
                <a:solidFill>
                  <a:srgbClr val="F8FAFB"/>
                </a:solidFill>
                <a:latin typeface="+mj-ea"/>
                <a:ea typeface="+mj-ea"/>
              </a:rPr>
              <a:t>｜</a:t>
            </a: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連卉媗</a:t>
            </a:r>
            <a:endParaRPr lang="en-US" altLang="zh-TW" sz="2800" spc="100" dirty="0">
              <a:solidFill>
                <a:srgbClr val="F8FAFB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268960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7384 L 0 -3.7037E-6 " pathEditMode="relative" rAng="0" ptsTypes="AA">
                                      <p:cBhvr>
                                        <p:cTn id="14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8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8" grpId="0"/>
      <p:bldP spid="28" grpId="1"/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205499-1D7F-CF8C-90E1-8E9AFB352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1F09B61D-87A6-AE5C-4B6E-609981A4ABEF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BCACA789-D268-6F20-F7CE-CC1E04CA74B9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現況問題與痛點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57DD34D-02BD-F5C6-A73E-DA1C396353DB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PAIN POINTS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B1A15D2-F2DB-A848-5B8E-3084BEB782AE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4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10" name="Group 14">
            <a:extLst>
              <a:ext uri="{FF2B5EF4-FFF2-40B4-BE49-F238E27FC236}">
                <a16:creationId xmlns:a16="http://schemas.microsoft.com/office/drawing/2014/main" id="{00319A45-C82E-BBEC-7D16-AC37B25E1D10}"/>
              </a:ext>
            </a:extLst>
          </p:cNvPr>
          <p:cNvGrpSpPr/>
          <p:nvPr/>
        </p:nvGrpSpPr>
        <p:grpSpPr>
          <a:xfrm>
            <a:off x="758890" y="3005792"/>
            <a:ext cx="3309257" cy="2256674"/>
            <a:chOff x="1682570" y="2841474"/>
            <a:chExt cx="3309257" cy="2256674"/>
          </a:xfrm>
        </p:grpSpPr>
        <p:sp>
          <p:nvSpPr>
            <p:cNvPr id="11" name="Rectangle: Rounded Corners 15">
              <a:extLst>
                <a:ext uri="{FF2B5EF4-FFF2-40B4-BE49-F238E27FC236}">
                  <a16:creationId xmlns:a16="http://schemas.microsoft.com/office/drawing/2014/main" id="{EE6723E5-1B8B-3168-F2BF-F5C81797C8AB}"/>
                </a:ext>
              </a:extLst>
            </p:cNvPr>
            <p:cNvSpPr/>
            <p:nvPr/>
          </p:nvSpPr>
          <p:spPr>
            <a:xfrm>
              <a:off x="1682570" y="2841474"/>
              <a:ext cx="3309257" cy="2256674"/>
            </a:xfrm>
            <a:prstGeom prst="roundRect">
              <a:avLst>
                <a:gd name="adj" fmla="val 12819"/>
              </a:avLst>
            </a:prstGeom>
            <a:solidFill>
              <a:schemeClr val="bg1"/>
            </a:solidFill>
            <a:ln>
              <a:noFill/>
            </a:ln>
            <a:effectLst>
              <a:outerShdw blurRad="1270000" dist="1320800" dir="2040000" sx="80000" sy="80000" algn="t" rotWithShape="0">
                <a:schemeClr val="tx1">
                  <a:lumMod val="95000"/>
                  <a:lumOff val="5000"/>
                  <a:alpha val="27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>
                <a:latin typeface="+mj-lt"/>
              </a:endParaRPr>
            </a:p>
          </p:txBody>
        </p:sp>
        <p:sp>
          <p:nvSpPr>
            <p:cNvPr id="13" name="Rectangle: Rounded Corners 17">
              <a:extLst>
                <a:ext uri="{FF2B5EF4-FFF2-40B4-BE49-F238E27FC236}">
                  <a16:creationId xmlns:a16="http://schemas.microsoft.com/office/drawing/2014/main" id="{DCB64258-0AC5-A27C-10FC-D9085849D996}"/>
                </a:ext>
              </a:extLst>
            </p:cNvPr>
            <p:cNvSpPr/>
            <p:nvPr/>
          </p:nvSpPr>
          <p:spPr>
            <a:xfrm>
              <a:off x="1929881" y="3067807"/>
              <a:ext cx="1429090" cy="434803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20000"/>
                </a:schemeClr>
              </a:outerShdw>
            </a:effectLst>
          </p:spPr>
          <p:txBody>
            <a:bodyPr rtlCol="0" anchor="ctr"/>
            <a:lstStyle/>
            <a:p>
              <a:pPr algn="ctr"/>
              <a:r>
                <a:rPr lang="zh-TW" altLang="en-US" sz="2000" spc="100" dirty="0">
                  <a:solidFill>
                    <a:schemeClr val="bg1"/>
                  </a:solidFill>
                  <a:latin typeface="Noto Sans TC Medium" panose="020B0200000000000000" pitchFamily="34" charset="-120"/>
                  <a:ea typeface="Noto Sans TC Medium" panose="020B0200000000000000" pitchFamily="34" charset="-120"/>
                </a:rPr>
                <a:t>面交困難</a:t>
              </a:r>
              <a:endParaRPr lang="id-ID" sz="2000" spc="100" dirty="0">
                <a:solidFill>
                  <a:schemeClr val="bg1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endParaRPr>
            </a:p>
          </p:txBody>
        </p:sp>
        <p:sp>
          <p:nvSpPr>
            <p:cNvPr id="12" name="Rectangle 16">
              <a:extLst>
                <a:ext uri="{FF2B5EF4-FFF2-40B4-BE49-F238E27FC236}">
                  <a16:creationId xmlns:a16="http://schemas.microsoft.com/office/drawing/2014/main" id="{B137FF88-F52D-25ED-0236-34D02E99E769}"/>
                </a:ext>
              </a:extLst>
            </p:cNvPr>
            <p:cNvSpPr/>
            <p:nvPr/>
          </p:nvSpPr>
          <p:spPr>
            <a:xfrm>
              <a:off x="1920550" y="3654295"/>
              <a:ext cx="3071277" cy="1024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lnSpc>
                  <a:spcPct val="180000"/>
                </a:lnSpc>
                <a:buFont typeface="Arial" panose="020B0604020202020204" pitchFamily="34" charset="0"/>
                <a:buChar char="•"/>
              </a:pPr>
              <a:r>
                <a:rPr lang="zh-TW" altLang="en-US" spc="100" dirty="0">
                  <a:latin typeface="+mj-lt"/>
                  <a:cs typeface="Segoe UI Light" panose="020B0502040204020203" pitchFamily="34" charset="0"/>
                </a:rPr>
                <a:t>雙方時間難以媒合</a:t>
              </a:r>
              <a:endParaRPr lang="en-US" altLang="zh-TW" spc="100" dirty="0">
                <a:latin typeface="+mj-lt"/>
                <a:cs typeface="Segoe UI Light" panose="020B0502040204020203" pitchFamily="34" charset="0"/>
              </a:endParaRPr>
            </a:p>
            <a:p>
              <a:pPr marL="171450" indent="-171450">
                <a:lnSpc>
                  <a:spcPct val="180000"/>
                </a:lnSpc>
                <a:buFont typeface="Arial" panose="020B0604020202020204" pitchFamily="34" charset="0"/>
                <a:buChar char="•"/>
              </a:pPr>
              <a:r>
                <a:rPr lang="zh-TW" altLang="en-US" spc="100" dirty="0">
                  <a:latin typeface="+mj-lt"/>
                  <a:cs typeface="Segoe UI Light" panose="020B0502040204020203" pitchFamily="34" charset="0"/>
                </a:rPr>
                <a:t>存在安全與隱私顧慮</a:t>
              </a:r>
              <a:endParaRPr lang="en-US" spc="100" dirty="0">
                <a:latin typeface="+mj-lt"/>
                <a:cs typeface="Segoe UI Light" panose="020B0502040204020203" pitchFamily="34" charset="0"/>
              </a:endParaRPr>
            </a:p>
          </p:txBody>
        </p:sp>
      </p:grp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4DDF8DA-95C3-960A-9C8D-5091EE5EE534}"/>
              </a:ext>
            </a:extLst>
          </p:cNvPr>
          <p:cNvSpPr txBox="1"/>
          <p:nvPr/>
        </p:nvSpPr>
        <p:spPr>
          <a:xfrm>
            <a:off x="681135" y="1685554"/>
            <a:ext cx="11187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hangingPunct="0"/>
            <a:r>
              <a:rPr lang="zh-TW" altLang="en-US" sz="2000" spc="50" dirty="0">
                <a:latin typeface="+mn-ea"/>
              </a:rPr>
              <a:t>大學生每學期需購買大量昂貴教科書，學期結束後書籍往往閒置，造成資源浪費與空間佔用。</a:t>
            </a:r>
          </a:p>
        </p:txBody>
      </p:sp>
      <p:grpSp>
        <p:nvGrpSpPr>
          <p:cNvPr id="24" name="Group 14">
            <a:extLst>
              <a:ext uri="{FF2B5EF4-FFF2-40B4-BE49-F238E27FC236}">
                <a16:creationId xmlns:a16="http://schemas.microsoft.com/office/drawing/2014/main" id="{FF0C5E1C-0518-15BF-F0D7-0A63EDC894A7}"/>
              </a:ext>
            </a:extLst>
          </p:cNvPr>
          <p:cNvGrpSpPr/>
          <p:nvPr/>
        </p:nvGrpSpPr>
        <p:grpSpPr>
          <a:xfrm>
            <a:off x="4441371" y="3005792"/>
            <a:ext cx="3309257" cy="2256674"/>
            <a:chOff x="1682570" y="2841474"/>
            <a:chExt cx="3309257" cy="2256674"/>
          </a:xfrm>
        </p:grpSpPr>
        <p:sp>
          <p:nvSpPr>
            <p:cNvPr id="25" name="Rectangle: Rounded Corners 15">
              <a:extLst>
                <a:ext uri="{FF2B5EF4-FFF2-40B4-BE49-F238E27FC236}">
                  <a16:creationId xmlns:a16="http://schemas.microsoft.com/office/drawing/2014/main" id="{C1CF914E-3AAC-B0BD-262E-1D7DD5B5CF57}"/>
                </a:ext>
              </a:extLst>
            </p:cNvPr>
            <p:cNvSpPr/>
            <p:nvPr/>
          </p:nvSpPr>
          <p:spPr>
            <a:xfrm>
              <a:off x="1682570" y="2841474"/>
              <a:ext cx="3309257" cy="2256674"/>
            </a:xfrm>
            <a:prstGeom prst="roundRect">
              <a:avLst>
                <a:gd name="adj" fmla="val 12819"/>
              </a:avLst>
            </a:prstGeom>
            <a:solidFill>
              <a:schemeClr val="bg1"/>
            </a:solidFill>
            <a:ln>
              <a:noFill/>
            </a:ln>
            <a:effectLst>
              <a:outerShdw blurRad="1270000" dist="1320800" dir="2040000" sx="80000" sy="80000" algn="t" rotWithShape="0">
                <a:schemeClr val="tx1">
                  <a:lumMod val="95000"/>
                  <a:lumOff val="5000"/>
                  <a:alpha val="27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>
                <a:latin typeface="+mj-lt"/>
              </a:endParaRPr>
            </a:p>
          </p:txBody>
        </p:sp>
        <p:sp>
          <p:nvSpPr>
            <p:cNvPr id="26" name="Rectangle 16">
              <a:extLst>
                <a:ext uri="{FF2B5EF4-FFF2-40B4-BE49-F238E27FC236}">
                  <a16:creationId xmlns:a16="http://schemas.microsoft.com/office/drawing/2014/main" id="{79A393B8-48B7-AACC-C4C9-551F136910D0}"/>
                </a:ext>
              </a:extLst>
            </p:cNvPr>
            <p:cNvSpPr/>
            <p:nvPr/>
          </p:nvSpPr>
          <p:spPr>
            <a:xfrm>
              <a:off x="1920550" y="3654295"/>
              <a:ext cx="3071277" cy="1024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lnSpc>
                  <a:spcPct val="180000"/>
                </a:lnSpc>
                <a:buFont typeface="Arial" panose="020B0604020202020204" pitchFamily="34" charset="0"/>
                <a:buChar char="•"/>
              </a:pPr>
              <a:r>
                <a:rPr lang="zh-TW" altLang="en-US" spc="100" dirty="0">
                  <a:latin typeface="+mj-lt"/>
                  <a:cs typeface="Segoe UI Light" panose="020B0502040204020203" pitchFamily="34" charset="0"/>
                </a:rPr>
                <a:t>包裝程序繁瑣</a:t>
              </a:r>
              <a:endParaRPr lang="en-US" altLang="zh-TW" spc="100" dirty="0">
                <a:latin typeface="+mj-lt"/>
                <a:cs typeface="Segoe UI Light" panose="020B0502040204020203" pitchFamily="34" charset="0"/>
              </a:endParaRPr>
            </a:p>
            <a:p>
              <a:pPr marL="171450" indent="-171450">
                <a:lnSpc>
                  <a:spcPct val="180000"/>
                </a:lnSpc>
                <a:buFont typeface="Arial" panose="020B0604020202020204" pitchFamily="34" charset="0"/>
                <a:buChar char="•"/>
              </a:pPr>
              <a:r>
                <a:rPr lang="zh-TW" altLang="en-US" spc="100" dirty="0">
                  <a:latin typeface="+mj-lt"/>
                  <a:cs typeface="Segoe UI Light" panose="020B0502040204020203" pitchFamily="34" charset="0"/>
                </a:rPr>
                <a:t>物流運費過高</a:t>
              </a:r>
              <a:endParaRPr lang="en-US" spc="100" dirty="0">
                <a:latin typeface="+mj-lt"/>
                <a:cs typeface="Segoe UI Light" panose="020B0502040204020203" pitchFamily="34" charset="0"/>
              </a:endParaRPr>
            </a:p>
          </p:txBody>
        </p:sp>
        <p:sp>
          <p:nvSpPr>
            <p:cNvPr id="27" name="Rectangle: Rounded Corners 17">
              <a:extLst>
                <a:ext uri="{FF2B5EF4-FFF2-40B4-BE49-F238E27FC236}">
                  <a16:creationId xmlns:a16="http://schemas.microsoft.com/office/drawing/2014/main" id="{B904AC7C-0E6A-274C-E6FA-70D703704D9F}"/>
                </a:ext>
              </a:extLst>
            </p:cNvPr>
            <p:cNvSpPr/>
            <p:nvPr/>
          </p:nvSpPr>
          <p:spPr>
            <a:xfrm>
              <a:off x="1929881" y="3067807"/>
              <a:ext cx="1416650" cy="434803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20000"/>
                </a:schemeClr>
              </a:outerShdw>
            </a:effectLst>
          </p:spPr>
          <p:txBody>
            <a:bodyPr rtlCol="0" anchor="ctr"/>
            <a:lstStyle/>
            <a:p>
              <a:pPr algn="ctr"/>
              <a:r>
                <a:rPr lang="zh-TW" altLang="en-US" sz="2000" spc="100" dirty="0">
                  <a:solidFill>
                    <a:schemeClr val="bg1"/>
                  </a:solidFill>
                  <a:latin typeface="Noto Sans TC Medium" panose="020B0200000000000000" pitchFamily="34" charset="-120"/>
                  <a:ea typeface="Noto Sans TC Medium" panose="020B0200000000000000" pitchFamily="34" charset="-120"/>
                </a:rPr>
                <a:t>寄送成本</a:t>
              </a:r>
            </a:p>
          </p:txBody>
        </p:sp>
      </p:grpSp>
      <p:grpSp>
        <p:nvGrpSpPr>
          <p:cNvPr id="28" name="Group 14">
            <a:extLst>
              <a:ext uri="{FF2B5EF4-FFF2-40B4-BE49-F238E27FC236}">
                <a16:creationId xmlns:a16="http://schemas.microsoft.com/office/drawing/2014/main" id="{B02483BF-F98E-79E7-C637-F4BD80A820F0}"/>
              </a:ext>
            </a:extLst>
          </p:cNvPr>
          <p:cNvGrpSpPr/>
          <p:nvPr/>
        </p:nvGrpSpPr>
        <p:grpSpPr>
          <a:xfrm>
            <a:off x="8123853" y="3005792"/>
            <a:ext cx="3309257" cy="2256674"/>
            <a:chOff x="1682570" y="2841474"/>
            <a:chExt cx="3309257" cy="2256674"/>
          </a:xfrm>
        </p:grpSpPr>
        <p:sp>
          <p:nvSpPr>
            <p:cNvPr id="29" name="Rectangle: Rounded Corners 15">
              <a:extLst>
                <a:ext uri="{FF2B5EF4-FFF2-40B4-BE49-F238E27FC236}">
                  <a16:creationId xmlns:a16="http://schemas.microsoft.com/office/drawing/2014/main" id="{D786DBEB-72F9-985B-1271-26567C2050E0}"/>
                </a:ext>
              </a:extLst>
            </p:cNvPr>
            <p:cNvSpPr/>
            <p:nvPr/>
          </p:nvSpPr>
          <p:spPr>
            <a:xfrm>
              <a:off x="1682570" y="2841474"/>
              <a:ext cx="3309257" cy="2256674"/>
            </a:xfrm>
            <a:prstGeom prst="roundRect">
              <a:avLst>
                <a:gd name="adj" fmla="val 12819"/>
              </a:avLst>
            </a:prstGeom>
            <a:solidFill>
              <a:schemeClr val="bg1"/>
            </a:solidFill>
            <a:ln>
              <a:noFill/>
            </a:ln>
            <a:effectLst>
              <a:outerShdw blurRad="1270000" dist="1320800" dir="2040000" sx="80000" sy="80000" algn="t" rotWithShape="0">
                <a:schemeClr val="tx1">
                  <a:lumMod val="95000"/>
                  <a:lumOff val="5000"/>
                  <a:alpha val="27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>
                <a:latin typeface="+mj-lt"/>
              </a:endParaRPr>
            </a:p>
          </p:txBody>
        </p:sp>
        <p:sp>
          <p:nvSpPr>
            <p:cNvPr id="30" name="Rectangle 16">
              <a:extLst>
                <a:ext uri="{FF2B5EF4-FFF2-40B4-BE49-F238E27FC236}">
                  <a16:creationId xmlns:a16="http://schemas.microsoft.com/office/drawing/2014/main" id="{9490D8CB-EA55-5710-BB03-D37C2204ECF8}"/>
                </a:ext>
              </a:extLst>
            </p:cNvPr>
            <p:cNvSpPr/>
            <p:nvPr/>
          </p:nvSpPr>
          <p:spPr>
            <a:xfrm>
              <a:off x="1900886" y="3654294"/>
              <a:ext cx="3071277" cy="10245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71450" indent="-171450">
                <a:lnSpc>
                  <a:spcPct val="180000"/>
                </a:lnSpc>
                <a:buFont typeface="Arial" panose="020B0604020202020204" pitchFamily="34" charset="0"/>
                <a:buChar char="•"/>
              </a:pPr>
              <a:r>
                <a:rPr lang="zh-TW" altLang="en-US" spc="100" dirty="0">
                  <a:cs typeface="Segoe UI Light" panose="020B0502040204020203" pitchFamily="34" charset="0"/>
                </a:rPr>
                <a:t>買家難以確認真實書況</a:t>
              </a:r>
              <a:endParaRPr lang="en-US" altLang="zh-TW" spc="100" dirty="0">
                <a:cs typeface="Segoe UI Light" panose="020B0502040204020203" pitchFamily="34" charset="0"/>
              </a:endParaRPr>
            </a:p>
            <a:p>
              <a:pPr marL="171450" indent="-171450">
                <a:lnSpc>
                  <a:spcPct val="180000"/>
                </a:lnSpc>
                <a:buFont typeface="Arial" panose="020B0604020202020204" pitchFamily="34" charset="0"/>
                <a:buChar char="•"/>
              </a:pPr>
              <a:r>
                <a:rPr lang="zh-TW" altLang="en-US" spc="50" dirty="0">
                  <a:cs typeface="Segoe UI Light" panose="020B0502040204020203" pitchFamily="34" charset="0"/>
                </a:rPr>
                <a:t>筆記與破損程度無從得知</a:t>
              </a:r>
              <a:endParaRPr lang="en-US" altLang="zh-TW" spc="50" dirty="0">
                <a:cs typeface="Segoe UI Light" panose="020B0502040204020203" pitchFamily="34" charset="0"/>
              </a:endParaRPr>
            </a:p>
          </p:txBody>
        </p:sp>
        <p:sp>
          <p:nvSpPr>
            <p:cNvPr id="31" name="Rectangle: Rounded Corners 17">
              <a:extLst>
                <a:ext uri="{FF2B5EF4-FFF2-40B4-BE49-F238E27FC236}">
                  <a16:creationId xmlns:a16="http://schemas.microsoft.com/office/drawing/2014/main" id="{B74DDFCF-F487-08AB-2DCD-E47808A8B3DE}"/>
                </a:ext>
              </a:extLst>
            </p:cNvPr>
            <p:cNvSpPr/>
            <p:nvPr/>
          </p:nvSpPr>
          <p:spPr>
            <a:xfrm>
              <a:off x="1929880" y="3067807"/>
              <a:ext cx="1715229" cy="434803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20000"/>
                </a:schemeClr>
              </a:outerShdw>
            </a:effectLst>
          </p:spPr>
          <p:txBody>
            <a:bodyPr rtlCol="0" anchor="ctr"/>
            <a:lstStyle/>
            <a:p>
              <a:pPr algn="ctr"/>
              <a:r>
                <a:rPr lang="zh-TW" altLang="en-US" sz="2000" spc="100" dirty="0">
                  <a:solidFill>
                    <a:schemeClr val="bg1"/>
                  </a:solidFill>
                  <a:latin typeface="Noto Sans TC Medium" panose="020B0200000000000000" pitchFamily="34" charset="-120"/>
                  <a:ea typeface="Noto Sans TC Medium" panose="020B0200000000000000" pitchFamily="34" charset="-120"/>
                </a:rPr>
                <a:t>資訊不對稱</a:t>
              </a:r>
              <a:endParaRPr lang="id-ID" sz="2000" spc="100" dirty="0">
                <a:solidFill>
                  <a:schemeClr val="bg1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79804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07604 0.14815 L 0 0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02" y="-7407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7604 0.14815 L 0 0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02" y="-7407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7604 0.14815 L 0 0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02" y="-7407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891188-1559-372F-82AB-D3A3B1667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77779850-4928-6004-7C48-F5840AECF3CD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0E72DB83-6AFF-A740-DF70-2EEFD6408217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問卷結果分析</a:t>
            </a:r>
            <a:r>
              <a:rPr lang="zh-TW" altLang="en-US" spc="150" dirty="0">
                <a:latin typeface="+mn-ea"/>
              </a:rPr>
              <a:t>／</a:t>
            </a:r>
            <a:r>
              <a:rPr lang="zh-TW" altLang="en-US" sz="2000" spc="150" dirty="0">
                <a:latin typeface="+mn-ea"/>
              </a:rPr>
              <a:t>樣本概況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56D5175-A687-EE95-A7EB-C626E2B00616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SURVEY</a:t>
            </a:r>
            <a:r>
              <a:rPr lang="zh-TW" altLang="en-US" sz="1400" spc="200" dirty="0">
                <a:solidFill>
                  <a:srgbClr val="7E8A90"/>
                </a:solidFill>
              </a:rPr>
              <a:t> </a:t>
            </a:r>
            <a:r>
              <a:rPr lang="pt-PT" altLang="zh-TW" sz="1400" spc="200" dirty="0">
                <a:solidFill>
                  <a:srgbClr val="7E8A90"/>
                </a:solidFill>
              </a:rPr>
              <a:t>SAMPLE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7444D4D1-77A5-1BB4-CC2C-37810CD77C29}"/>
              </a:ext>
            </a:extLst>
          </p:cNvPr>
          <p:cNvGrpSpPr/>
          <p:nvPr/>
        </p:nvGrpSpPr>
        <p:grpSpPr>
          <a:xfrm>
            <a:off x="1204506" y="1732752"/>
            <a:ext cx="2400116" cy="2253254"/>
            <a:chOff x="1204506" y="1732752"/>
            <a:chExt cx="2400116" cy="2253254"/>
          </a:xfrm>
        </p:grpSpPr>
        <p:sp>
          <p:nvSpPr>
            <p:cNvPr id="32" name="TextBox 8">
              <a:extLst>
                <a:ext uri="{FF2B5EF4-FFF2-40B4-BE49-F238E27FC236}">
                  <a16:creationId xmlns:a16="http://schemas.microsoft.com/office/drawing/2014/main" id="{C7B5F8B1-9D51-BA9F-16D7-17A848551196}"/>
                </a:ext>
              </a:extLst>
            </p:cNvPr>
            <p:cNvSpPr txBox="1"/>
            <p:nvPr/>
          </p:nvSpPr>
          <p:spPr>
            <a:xfrm>
              <a:off x="1204506" y="3393215"/>
              <a:ext cx="2400116" cy="5927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445"/>
                </a:lnSpc>
                <a:spcBef>
                  <a:spcPct val="0"/>
                </a:spcBef>
              </a:pPr>
              <a:r>
                <a:rPr lang="en-US" sz="2400" spc="150" dirty="0" err="1">
                  <a:solidFill>
                    <a:schemeClr val="tx2"/>
                  </a:solidFill>
                  <a:latin typeface="Noto Sans TC Medium" panose="020B0200000000000000" pitchFamily="34" charset="-120"/>
                  <a:ea typeface="Noto Sans TC Medium" panose="020B0200000000000000" pitchFamily="34" charset="-120"/>
                  <a:cs typeface="Noto Sans T Chinese"/>
                  <a:sym typeface="Noto Sans T Chinese"/>
                </a:rPr>
                <a:t>總問卷數</a:t>
              </a:r>
              <a:endParaRPr lang="en-US" sz="2400" spc="150" dirty="0">
                <a:solidFill>
                  <a:schemeClr val="tx2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  <a:cs typeface="Noto Sans T Chinese"/>
                <a:sym typeface="Noto Sans T Chinese"/>
              </a:endParaRPr>
            </a:p>
          </p:txBody>
        </p:sp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7338583B-3886-A0AE-0C7D-6100836A6DDB}"/>
                </a:ext>
              </a:extLst>
            </p:cNvPr>
            <p:cNvGrpSpPr/>
            <p:nvPr/>
          </p:nvGrpSpPr>
          <p:grpSpPr>
            <a:xfrm>
              <a:off x="1350347" y="1732752"/>
              <a:ext cx="2108435" cy="1819421"/>
              <a:chOff x="885232" y="2074258"/>
              <a:chExt cx="2108435" cy="1819421"/>
            </a:xfrm>
          </p:grpSpPr>
          <p:sp>
            <p:nvSpPr>
              <p:cNvPr id="23" name="TextBox 7">
                <a:extLst>
                  <a:ext uri="{FF2B5EF4-FFF2-40B4-BE49-F238E27FC236}">
                    <a16:creationId xmlns:a16="http://schemas.microsoft.com/office/drawing/2014/main" id="{BBC6DBDE-A845-6D45-ED5A-7F578908C12A}"/>
                  </a:ext>
                </a:extLst>
              </p:cNvPr>
              <p:cNvSpPr txBox="1"/>
              <p:nvPr/>
            </p:nvSpPr>
            <p:spPr>
              <a:xfrm>
                <a:off x="924229" y="2113255"/>
                <a:ext cx="2069438" cy="178042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ctr">
                  <a:lnSpc>
                    <a:spcPts val="15729"/>
                  </a:lnSpc>
                  <a:spcBef>
                    <a:spcPct val="0"/>
                  </a:spcBef>
                </a:pPr>
                <a:r>
                  <a:rPr lang="en-US" sz="8800" b="1" spc="200" dirty="0">
                    <a:solidFill>
                      <a:schemeClr val="accent2"/>
                    </a:solidFill>
                    <a:latin typeface="+mj-ea"/>
                    <a:ea typeface="+mj-ea"/>
                    <a:sym typeface="Montserrat Bold"/>
                  </a:rPr>
                  <a:t>500</a:t>
                </a:r>
              </a:p>
            </p:txBody>
          </p:sp>
          <p:sp>
            <p:nvSpPr>
              <p:cNvPr id="40" name="TextBox 7">
                <a:extLst>
                  <a:ext uri="{FF2B5EF4-FFF2-40B4-BE49-F238E27FC236}">
                    <a16:creationId xmlns:a16="http://schemas.microsoft.com/office/drawing/2014/main" id="{0CECD64E-4A62-5FD2-57C8-912579869FA6}"/>
                  </a:ext>
                </a:extLst>
              </p:cNvPr>
              <p:cNvSpPr txBox="1"/>
              <p:nvPr/>
            </p:nvSpPr>
            <p:spPr>
              <a:xfrm>
                <a:off x="885232" y="2074258"/>
                <a:ext cx="2069438" cy="17804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ctr">
                  <a:lnSpc>
                    <a:spcPts val="15729"/>
                  </a:lnSpc>
                  <a:spcBef>
                    <a:spcPct val="0"/>
                  </a:spcBef>
                </a:pPr>
                <a:r>
                  <a:rPr lang="en-US" sz="8800" b="1" spc="200" dirty="0">
                    <a:ln w="38100">
                      <a:solidFill>
                        <a:schemeClr val="tx2"/>
                      </a:solidFill>
                    </a:ln>
                    <a:noFill/>
                    <a:latin typeface="+mj-ea"/>
                    <a:ea typeface="+mj-ea"/>
                    <a:sym typeface="Montserrat Bold"/>
                  </a:rPr>
                  <a:t>500</a:t>
                </a:r>
              </a:p>
            </p:txBody>
          </p:sp>
        </p:grpSp>
      </p:grp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AB3428E9-B402-C3CD-7FB8-53C3BE83027D}"/>
              </a:ext>
            </a:extLst>
          </p:cNvPr>
          <p:cNvSpPr txBox="1"/>
          <p:nvPr/>
        </p:nvSpPr>
        <p:spPr>
          <a:xfrm>
            <a:off x="865239" y="4596539"/>
            <a:ext cx="10490118" cy="136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hangingPunct="0">
              <a:lnSpc>
                <a:spcPct val="160000"/>
              </a:lnSpc>
            </a:pPr>
            <a:r>
              <a:rPr lang="zh-TW" altLang="en-US" spc="100" dirty="0">
                <a:latin typeface="+mn-ea"/>
              </a:rPr>
              <a:t>* 主要調查對象為 </a:t>
            </a:r>
            <a:r>
              <a:rPr lang="en-US" altLang="zh-TW" spc="100" dirty="0">
                <a:latin typeface="+mn-ea"/>
              </a:rPr>
              <a:t>18~24</a:t>
            </a:r>
            <a:r>
              <a:rPr lang="zh-TW" altLang="en-US" spc="100" dirty="0">
                <a:latin typeface="+mn-ea"/>
              </a:rPr>
              <a:t> 歲在校大學生。</a:t>
            </a:r>
            <a:endParaRPr lang="en-US" altLang="zh-TW" spc="100" dirty="0">
              <a:latin typeface="+mn-ea"/>
            </a:endParaRPr>
          </a:p>
          <a:p>
            <a:pPr hangingPunct="0">
              <a:lnSpc>
                <a:spcPct val="160000"/>
              </a:lnSpc>
            </a:pPr>
            <a:r>
              <a:rPr lang="en-US" altLang="zh-TW" spc="100" dirty="0">
                <a:latin typeface="+mn-ea"/>
              </a:rPr>
              <a:t>* </a:t>
            </a:r>
            <a:r>
              <a:rPr lang="zh-TW" altLang="en-US" spc="100" dirty="0">
                <a:latin typeface="+mn-ea"/>
              </a:rPr>
              <a:t>問卷共計 </a:t>
            </a:r>
            <a:r>
              <a:rPr lang="en-US" altLang="zh-TW" spc="100" dirty="0">
                <a:latin typeface="+mn-ea"/>
              </a:rPr>
              <a:t>18 </a:t>
            </a:r>
            <a:r>
              <a:rPr lang="zh-TW" altLang="en-US" spc="100" dirty="0">
                <a:latin typeface="+mn-ea"/>
              </a:rPr>
              <a:t>題，預估作答時間 </a:t>
            </a:r>
            <a:r>
              <a:rPr lang="en-US" altLang="zh-TW" spc="100" dirty="0">
                <a:latin typeface="+mn-ea"/>
              </a:rPr>
              <a:t>3 ~ 5 </a:t>
            </a:r>
            <a:r>
              <a:rPr lang="zh-TW" altLang="en-US" spc="100" dirty="0">
                <a:latin typeface="+mn-ea"/>
              </a:rPr>
              <a:t>分鐘。</a:t>
            </a:r>
            <a:endParaRPr lang="en-US" altLang="zh-TW" spc="100" dirty="0">
              <a:latin typeface="+mn-ea"/>
            </a:endParaRPr>
          </a:p>
          <a:p>
            <a:pPr hangingPunct="0">
              <a:lnSpc>
                <a:spcPct val="160000"/>
              </a:lnSpc>
            </a:pPr>
            <a:r>
              <a:rPr lang="en-US" altLang="zh-TW" spc="100" dirty="0">
                <a:latin typeface="+mn-ea"/>
              </a:rPr>
              <a:t>* </a:t>
            </a:r>
            <a:r>
              <a:rPr lang="zh-TW" altLang="en-US" spc="100" dirty="0">
                <a:latin typeface="+mn-ea"/>
              </a:rPr>
              <a:t>共 </a:t>
            </a:r>
            <a:r>
              <a:rPr lang="en-US" altLang="zh-TW" spc="100" dirty="0">
                <a:latin typeface="+mn-ea"/>
              </a:rPr>
              <a:t>2 </a:t>
            </a:r>
            <a:r>
              <a:rPr lang="zh-TW" altLang="en-US" spc="100" dirty="0">
                <a:latin typeface="+mn-ea"/>
              </a:rPr>
              <a:t>筆問卷因重複填答，認定為無效問卷予以排除。</a:t>
            </a:r>
            <a:endParaRPr lang="en-US" altLang="zh-TW" spc="100" dirty="0">
              <a:latin typeface="+mn-ea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B90D371E-913D-3EFA-4E1F-959057B6E594}"/>
              </a:ext>
            </a:extLst>
          </p:cNvPr>
          <p:cNvGrpSpPr/>
          <p:nvPr/>
        </p:nvGrpSpPr>
        <p:grpSpPr>
          <a:xfrm>
            <a:off x="4733387" y="1715977"/>
            <a:ext cx="3086100" cy="2278162"/>
            <a:chOff x="4619087" y="1715977"/>
            <a:chExt cx="3086100" cy="2278162"/>
          </a:xfrm>
        </p:grpSpPr>
        <p:sp>
          <p:nvSpPr>
            <p:cNvPr id="34" name="TextBox 10">
              <a:extLst>
                <a:ext uri="{FF2B5EF4-FFF2-40B4-BE49-F238E27FC236}">
                  <a16:creationId xmlns:a16="http://schemas.microsoft.com/office/drawing/2014/main" id="{1130A496-B970-F5FD-D0E8-D4AC4AC196F3}"/>
                </a:ext>
              </a:extLst>
            </p:cNvPr>
            <p:cNvSpPr txBox="1"/>
            <p:nvPr/>
          </p:nvSpPr>
          <p:spPr>
            <a:xfrm>
              <a:off x="4619087" y="3401348"/>
              <a:ext cx="3086100" cy="5927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45"/>
                </a:lnSpc>
                <a:spcBef>
                  <a:spcPct val="0"/>
                </a:spcBef>
              </a:pPr>
              <a:r>
                <a:rPr lang="en-US" sz="2400" spc="150" dirty="0" err="1">
                  <a:solidFill>
                    <a:schemeClr val="tx2"/>
                  </a:solidFill>
                  <a:latin typeface="Noto Sans TC Medium" panose="020B0200000000000000" pitchFamily="34" charset="-120"/>
                  <a:ea typeface="Noto Sans TC Medium" panose="020B0200000000000000" pitchFamily="34" charset="-120"/>
                  <a:cs typeface="Noto Sans T Chinese"/>
                  <a:sym typeface="Noto Sans T Chinese"/>
                </a:rPr>
                <a:t>有效問卷數</a:t>
              </a:r>
              <a:endParaRPr lang="en-US" sz="2400" spc="150" dirty="0">
                <a:solidFill>
                  <a:schemeClr val="tx2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  <a:cs typeface="Noto Sans T Chinese"/>
                <a:sym typeface="Noto Sans T Chinese"/>
              </a:endParaRPr>
            </a:p>
          </p:txBody>
        </p:sp>
        <p:grpSp>
          <p:nvGrpSpPr>
            <p:cNvPr id="44" name="群組 43">
              <a:extLst>
                <a:ext uri="{FF2B5EF4-FFF2-40B4-BE49-F238E27FC236}">
                  <a16:creationId xmlns:a16="http://schemas.microsoft.com/office/drawing/2014/main" id="{6C852317-1B57-3837-4DA4-20EBE9EB7DD2}"/>
                </a:ext>
              </a:extLst>
            </p:cNvPr>
            <p:cNvGrpSpPr>
              <a:grpSpLocks/>
            </p:cNvGrpSpPr>
            <p:nvPr/>
          </p:nvGrpSpPr>
          <p:grpSpPr>
            <a:xfrm>
              <a:off x="5006901" y="1715977"/>
              <a:ext cx="2310473" cy="1846414"/>
              <a:chOff x="4896479" y="2056179"/>
              <a:chExt cx="1930415" cy="3576129"/>
            </a:xfrm>
          </p:grpSpPr>
          <p:sp>
            <p:nvSpPr>
              <p:cNvPr id="33" name="TextBox 9">
                <a:extLst>
                  <a:ext uri="{FF2B5EF4-FFF2-40B4-BE49-F238E27FC236}">
                    <a16:creationId xmlns:a16="http://schemas.microsoft.com/office/drawing/2014/main" id="{2144DB08-9BBA-36F2-3169-20A5BD2799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929062" y="2131704"/>
                <a:ext cx="1897832" cy="350060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15729"/>
                  </a:lnSpc>
                  <a:spcBef>
                    <a:spcPct val="0"/>
                  </a:spcBef>
                </a:pPr>
                <a:r>
                  <a:rPr lang="en-US" sz="8800" b="1" spc="200" dirty="0">
                    <a:solidFill>
                      <a:schemeClr val="accent2"/>
                    </a:solidFill>
                    <a:sym typeface="Montserrat Bold"/>
                  </a:rPr>
                  <a:t>498</a:t>
                </a:r>
              </a:p>
            </p:txBody>
          </p:sp>
          <p:sp>
            <p:nvSpPr>
              <p:cNvPr id="41" name="TextBox 9">
                <a:extLst>
                  <a:ext uri="{FF2B5EF4-FFF2-40B4-BE49-F238E27FC236}">
                    <a16:creationId xmlns:a16="http://schemas.microsoft.com/office/drawing/2014/main" id="{9612DD91-D0E6-5263-65DA-D860F6430F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96479" y="2056179"/>
                <a:ext cx="1897832" cy="3500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15729"/>
                  </a:lnSpc>
                  <a:spcBef>
                    <a:spcPct val="0"/>
                  </a:spcBef>
                </a:pPr>
                <a:r>
                  <a:rPr lang="en-US" sz="8800" b="1" spc="200" dirty="0">
                    <a:ln w="38100">
                      <a:solidFill>
                        <a:schemeClr val="tx2"/>
                      </a:solidFill>
                    </a:ln>
                    <a:noFill/>
                    <a:sym typeface="Montserrat Bold"/>
                  </a:rPr>
                  <a:t>498</a:t>
                </a:r>
              </a:p>
            </p:txBody>
          </p:sp>
        </p:grp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D8BCCD2F-514D-155F-7095-A06AF60BAC76}"/>
              </a:ext>
            </a:extLst>
          </p:cNvPr>
          <p:cNvGrpSpPr/>
          <p:nvPr/>
        </p:nvGrpSpPr>
        <p:grpSpPr>
          <a:xfrm>
            <a:off x="8948252" y="1719686"/>
            <a:ext cx="2267842" cy="2255205"/>
            <a:chOff x="8948252" y="1719686"/>
            <a:chExt cx="2267842" cy="2255205"/>
          </a:xfrm>
        </p:grpSpPr>
        <p:sp>
          <p:nvSpPr>
            <p:cNvPr id="36" name="TextBox 12">
              <a:extLst>
                <a:ext uri="{FF2B5EF4-FFF2-40B4-BE49-F238E27FC236}">
                  <a16:creationId xmlns:a16="http://schemas.microsoft.com/office/drawing/2014/main" id="{529CAE1A-14AA-4460-A239-06A10DC74661}"/>
                </a:ext>
              </a:extLst>
            </p:cNvPr>
            <p:cNvSpPr txBox="1"/>
            <p:nvPr/>
          </p:nvSpPr>
          <p:spPr>
            <a:xfrm>
              <a:off x="8948252" y="3382100"/>
              <a:ext cx="2267842" cy="5927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445"/>
                </a:lnSpc>
                <a:spcBef>
                  <a:spcPct val="0"/>
                </a:spcBef>
              </a:pPr>
              <a:r>
                <a:rPr lang="en-US" sz="2400" spc="150" dirty="0" err="1">
                  <a:solidFill>
                    <a:schemeClr val="tx2"/>
                  </a:solidFill>
                  <a:latin typeface="Noto Sans TC Medium" panose="020B0200000000000000" pitchFamily="34" charset="-120"/>
                  <a:ea typeface="Noto Sans TC Medium" panose="020B0200000000000000" pitchFamily="34" charset="-120"/>
                  <a:cs typeface="Noto Sans T Chinese"/>
                  <a:sym typeface="Noto Sans T Chinese"/>
                </a:rPr>
                <a:t>無效問卷數</a:t>
              </a:r>
              <a:endParaRPr lang="en-US" sz="2400" spc="150" dirty="0">
                <a:solidFill>
                  <a:schemeClr val="tx2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  <a:cs typeface="Noto Sans T Chinese"/>
                <a:sym typeface="Noto Sans T Chinese"/>
              </a:endParaRPr>
            </a:p>
          </p:txBody>
        </p:sp>
        <p:grpSp>
          <p:nvGrpSpPr>
            <p:cNvPr id="43" name="群組 42">
              <a:extLst>
                <a:ext uri="{FF2B5EF4-FFF2-40B4-BE49-F238E27FC236}">
                  <a16:creationId xmlns:a16="http://schemas.microsoft.com/office/drawing/2014/main" id="{3F7078F8-56B5-D08B-1A0B-1763B0925D52}"/>
                </a:ext>
              </a:extLst>
            </p:cNvPr>
            <p:cNvGrpSpPr/>
            <p:nvPr/>
          </p:nvGrpSpPr>
          <p:grpSpPr>
            <a:xfrm>
              <a:off x="9464244" y="1719686"/>
              <a:ext cx="1235858" cy="1846415"/>
              <a:chOff x="9377603" y="2074258"/>
              <a:chExt cx="1235858" cy="1846415"/>
            </a:xfrm>
          </p:grpSpPr>
          <p:sp>
            <p:nvSpPr>
              <p:cNvPr id="35" name="TextBox 11">
                <a:extLst>
                  <a:ext uri="{FF2B5EF4-FFF2-40B4-BE49-F238E27FC236}">
                    <a16:creationId xmlns:a16="http://schemas.microsoft.com/office/drawing/2014/main" id="{0F4F5B5B-70F3-8937-134A-B792E3203AC7}"/>
                  </a:ext>
                </a:extLst>
              </p:cNvPr>
              <p:cNvSpPr txBox="1"/>
              <p:nvPr/>
            </p:nvSpPr>
            <p:spPr>
              <a:xfrm>
                <a:off x="9416600" y="2113255"/>
                <a:ext cx="1196861" cy="180741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ctr">
                  <a:lnSpc>
                    <a:spcPts val="15729"/>
                  </a:lnSpc>
                  <a:spcBef>
                    <a:spcPct val="0"/>
                  </a:spcBef>
                </a:pPr>
                <a:r>
                  <a:rPr lang="en-US" sz="8800" b="1" spc="200" dirty="0">
                    <a:solidFill>
                      <a:schemeClr val="accent2"/>
                    </a:solidFill>
                    <a:sym typeface="Montserrat Bold"/>
                  </a:rPr>
                  <a:t>2</a:t>
                </a:r>
              </a:p>
            </p:txBody>
          </p:sp>
          <p:sp>
            <p:nvSpPr>
              <p:cNvPr id="42" name="TextBox 11">
                <a:extLst>
                  <a:ext uri="{FF2B5EF4-FFF2-40B4-BE49-F238E27FC236}">
                    <a16:creationId xmlns:a16="http://schemas.microsoft.com/office/drawing/2014/main" id="{2FBD9CE2-A6CD-0BA7-DB2F-F4A5C608C304}"/>
                  </a:ext>
                </a:extLst>
              </p:cNvPr>
              <p:cNvSpPr txBox="1"/>
              <p:nvPr/>
            </p:nvSpPr>
            <p:spPr>
              <a:xfrm>
                <a:off x="9377603" y="2074258"/>
                <a:ext cx="1196861" cy="18074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>
                <a:spAutoFit/>
              </a:bodyPr>
              <a:lstStyle/>
              <a:p>
                <a:pPr marL="0" lvl="0" indent="0" algn="ctr">
                  <a:lnSpc>
                    <a:spcPts val="15729"/>
                  </a:lnSpc>
                  <a:spcBef>
                    <a:spcPct val="0"/>
                  </a:spcBef>
                </a:pPr>
                <a:r>
                  <a:rPr lang="en-US" sz="8800" b="1" spc="200" dirty="0">
                    <a:ln w="38100">
                      <a:solidFill>
                        <a:schemeClr val="tx2"/>
                      </a:solidFill>
                    </a:ln>
                    <a:noFill/>
                    <a:sym typeface="Montserrat Bold"/>
                  </a:rPr>
                  <a:t>2</a:t>
                </a:r>
              </a:p>
            </p:txBody>
          </p:sp>
        </p:grpSp>
      </p:grpSp>
      <p:sp>
        <p:nvSpPr>
          <p:cNvPr id="2" name="文字方塊 1">
            <a:extLst>
              <a:ext uri="{FF2B5EF4-FFF2-40B4-BE49-F238E27FC236}">
                <a16:creationId xmlns:a16="http://schemas.microsoft.com/office/drawing/2014/main" id="{02F70569-2DF8-31D5-9CA4-71B46F8B56CB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5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880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-2.59259E-6 L 2.77556E-17 0.08079 " pathEditMode="relative" rAng="0" ptsTypes="AA">
                                      <p:cBhvr>
                                        <p:cTn id="9" dur="75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028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2.77556E-17 -2.59259E-6 L 2.77556E-17 0.08079 " pathEditMode="relative" rAng="0" ptsTypes="AA">
                                      <p:cBhvr>
                                        <p:cTn id="14" dur="75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028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2.77556E-17 -2.59259E-6 L 2.77556E-17 0.08079 " pathEditMode="relative" rAng="0" ptsTypes="AA">
                                      <p:cBhvr>
                                        <p:cTn id="19" dur="75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028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E0617B-DA99-3C02-E364-F7528DB1F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B726649F-1990-B6B1-086A-DEE59E00A0E1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8A3FA622-9680-F129-354F-2BF0039316C6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問卷結果分析</a:t>
            </a:r>
            <a:r>
              <a:rPr lang="zh-TW" altLang="en-US" spc="150" dirty="0">
                <a:latin typeface="+mn-ea"/>
              </a:rPr>
              <a:t>／</a:t>
            </a:r>
            <a:r>
              <a:rPr lang="zh-TW" altLang="en-US" sz="2000" spc="150" dirty="0">
                <a:latin typeface="+mn-ea"/>
              </a:rPr>
              <a:t>核心問題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8705F20-DCB2-C1D5-38B7-51E9B27C38BF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CORE ISSUES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B51E3CA-6D8F-4A19-35C8-8220DBA3E910}"/>
              </a:ext>
            </a:extLst>
          </p:cNvPr>
          <p:cNvSpPr txBox="1"/>
          <p:nvPr/>
        </p:nvSpPr>
        <p:spPr>
          <a:xfrm>
            <a:off x="681135" y="1685554"/>
            <a:ext cx="11187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hangingPunct="0"/>
            <a:r>
              <a:rPr lang="en-US" altLang="zh-TW" sz="2000" spc="100" dirty="0"/>
              <a:t>Q7.</a:t>
            </a:r>
            <a:r>
              <a:rPr lang="zh-TW" altLang="en-US" sz="2000" spc="100" dirty="0"/>
              <a:t> 處理書籍時最常遇到的困擾？</a:t>
            </a: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FBE4E7EC-C716-B9C8-13BD-4731A867BCEE}"/>
              </a:ext>
            </a:extLst>
          </p:cNvPr>
          <p:cNvGrpSpPr/>
          <p:nvPr/>
        </p:nvGrpSpPr>
        <p:grpSpPr>
          <a:xfrm>
            <a:off x="3981374" y="2360991"/>
            <a:ext cx="4254074" cy="3604731"/>
            <a:chOff x="3981374" y="2360991"/>
            <a:chExt cx="4254074" cy="3604731"/>
          </a:xfrm>
        </p:grpSpPr>
        <p:grpSp>
          <p:nvGrpSpPr>
            <p:cNvPr id="12" name="Group 1">
              <a:extLst>
                <a:ext uri="{FF2B5EF4-FFF2-40B4-BE49-F238E27FC236}">
                  <a16:creationId xmlns:a16="http://schemas.microsoft.com/office/drawing/2014/main" id="{8D4212D4-89DE-4C8D-94EC-E192EC02991A}"/>
                </a:ext>
              </a:extLst>
            </p:cNvPr>
            <p:cNvGrpSpPr/>
            <p:nvPr/>
          </p:nvGrpSpPr>
          <p:grpSpPr>
            <a:xfrm>
              <a:off x="4061407" y="2360991"/>
              <a:ext cx="4069185" cy="3604731"/>
              <a:chOff x="4071515" y="1928636"/>
              <a:chExt cx="4069185" cy="3604731"/>
            </a:xfrm>
          </p:grpSpPr>
          <p:sp>
            <p:nvSpPr>
              <p:cNvPr id="13" name="Freeform: Shape 6">
                <a:extLst>
                  <a:ext uri="{FF2B5EF4-FFF2-40B4-BE49-F238E27FC236}">
                    <a16:creationId xmlns:a16="http://schemas.microsoft.com/office/drawing/2014/main" id="{4B993C0E-9557-BDBE-80E0-6B18E63AE2E6}"/>
                  </a:ext>
                </a:extLst>
              </p:cNvPr>
              <p:cNvSpPr/>
              <p:nvPr/>
            </p:nvSpPr>
            <p:spPr>
              <a:xfrm>
                <a:off x="5534176" y="2292756"/>
                <a:ext cx="314136" cy="1129523"/>
              </a:xfrm>
              <a:custGeom>
                <a:avLst/>
                <a:gdLst>
                  <a:gd name="connsiteX0" fmla="*/ 374098 w 374098"/>
                  <a:gd name="connsiteY0" fmla="*/ 911725 h 1345125"/>
                  <a:gd name="connsiteX1" fmla="*/ 358269 w 374098"/>
                  <a:gd name="connsiteY1" fmla="*/ 1345126 h 1345125"/>
                  <a:gd name="connsiteX2" fmla="*/ 0 w 374098"/>
                  <a:gd name="connsiteY2" fmla="*/ 433401 h 1345125"/>
                  <a:gd name="connsiteX3" fmla="*/ 15829 w 374098"/>
                  <a:gd name="connsiteY3" fmla="*/ 0 h 1345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4098" h="1345125">
                    <a:moveTo>
                      <a:pt x="374098" y="911725"/>
                    </a:moveTo>
                    <a:lnTo>
                      <a:pt x="358269" y="1345126"/>
                    </a:lnTo>
                    <a:lnTo>
                      <a:pt x="0" y="433401"/>
                    </a:lnTo>
                    <a:lnTo>
                      <a:pt x="15829" y="0"/>
                    </a:lnTo>
                    <a:close/>
                  </a:path>
                </a:pathLst>
              </a:custGeom>
              <a:solidFill>
                <a:srgbClr val="727D81"/>
              </a:solidFill>
              <a:ln w="111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7">
                <a:extLst>
                  <a:ext uri="{FF2B5EF4-FFF2-40B4-BE49-F238E27FC236}">
                    <a16:creationId xmlns:a16="http://schemas.microsoft.com/office/drawing/2014/main" id="{207F7B42-244C-E22F-FB4A-E27F9B91D6A0}"/>
                  </a:ext>
                </a:extLst>
              </p:cNvPr>
              <p:cNvSpPr/>
              <p:nvPr/>
            </p:nvSpPr>
            <p:spPr>
              <a:xfrm>
                <a:off x="5835020" y="3037076"/>
                <a:ext cx="1046403" cy="673692"/>
              </a:xfrm>
              <a:custGeom>
                <a:avLst/>
                <a:gdLst>
                  <a:gd name="connsiteX0" fmla="*/ 1246139 w 1246139"/>
                  <a:gd name="connsiteY0" fmla="*/ 368886 h 802286"/>
                  <a:gd name="connsiteX1" fmla="*/ 1230310 w 1246139"/>
                  <a:gd name="connsiteY1" fmla="*/ 802287 h 802286"/>
                  <a:gd name="connsiteX2" fmla="*/ 0 w 1246139"/>
                  <a:gd name="connsiteY2" fmla="*/ 458732 h 802286"/>
                  <a:gd name="connsiteX3" fmla="*/ 15829 w 1246139"/>
                  <a:gd name="connsiteY3" fmla="*/ 25331 h 802286"/>
                  <a:gd name="connsiteX4" fmla="*/ 1246139 w 1246139"/>
                  <a:gd name="connsiteY4" fmla="*/ 368886 h 8022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46139" h="802286">
                    <a:moveTo>
                      <a:pt x="1246139" y="368886"/>
                    </a:moveTo>
                    <a:lnTo>
                      <a:pt x="1230310" y="802287"/>
                    </a:lnTo>
                    <a:cubicBezTo>
                      <a:pt x="967572" y="519261"/>
                      <a:pt x="476206" y="370669"/>
                      <a:pt x="0" y="458732"/>
                    </a:cubicBezTo>
                    <a:lnTo>
                      <a:pt x="15829" y="25331"/>
                    </a:lnTo>
                    <a:cubicBezTo>
                      <a:pt x="492035" y="-62843"/>
                      <a:pt x="983401" y="85748"/>
                      <a:pt x="1246139" y="368886"/>
                    </a:cubicBezTo>
                    <a:close/>
                  </a:path>
                </a:pathLst>
              </a:custGeom>
              <a:gradFill flip="none" rotWithShape="1">
                <a:gsLst>
                  <a:gs pos="15000">
                    <a:schemeClr val="accent5">
                      <a:lumMod val="80000"/>
                      <a:lumOff val="20000"/>
                    </a:schemeClr>
                  </a:gs>
                  <a:gs pos="75000">
                    <a:schemeClr val="accent5">
                      <a:lumMod val="8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flat">
                <a:noFill/>
                <a:prstDash val="solid"/>
                <a:miter/>
              </a:ln>
              <a:effectLst>
                <a:outerShdw blurRad="571500" dist="381000" dir="5400000" sx="85000" sy="85000" algn="t" rotWithShape="0">
                  <a:schemeClr val="accent5">
                    <a:alpha val="30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8">
                <a:extLst>
                  <a:ext uri="{FF2B5EF4-FFF2-40B4-BE49-F238E27FC236}">
                    <a16:creationId xmlns:a16="http://schemas.microsoft.com/office/drawing/2014/main" id="{A65D2557-2653-A02B-2B18-673027CA34DB}"/>
                  </a:ext>
                </a:extLst>
              </p:cNvPr>
              <p:cNvSpPr/>
              <p:nvPr/>
            </p:nvSpPr>
            <p:spPr>
              <a:xfrm>
                <a:off x="6868131" y="2924492"/>
                <a:ext cx="927993" cy="786277"/>
              </a:xfrm>
              <a:custGeom>
                <a:avLst/>
                <a:gdLst>
                  <a:gd name="connsiteX0" fmla="*/ 1105128 w 1105127"/>
                  <a:gd name="connsiteY0" fmla="*/ 0 h 936360"/>
                  <a:gd name="connsiteX1" fmla="*/ 1089299 w 1105127"/>
                  <a:gd name="connsiteY1" fmla="*/ 433512 h 936360"/>
                  <a:gd name="connsiteX2" fmla="*/ 0 w 1105127"/>
                  <a:gd name="connsiteY2" fmla="*/ 936360 h 936360"/>
                  <a:gd name="connsiteX3" fmla="*/ 15829 w 1105127"/>
                  <a:gd name="connsiteY3" fmla="*/ 502959 h 936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05127" h="936360">
                    <a:moveTo>
                      <a:pt x="1105128" y="0"/>
                    </a:moveTo>
                    <a:lnTo>
                      <a:pt x="1089299" y="433512"/>
                    </a:lnTo>
                    <a:lnTo>
                      <a:pt x="0" y="936360"/>
                    </a:lnTo>
                    <a:lnTo>
                      <a:pt x="15829" y="502959"/>
                    </a:lnTo>
                    <a:close/>
                  </a:path>
                </a:pathLst>
              </a:custGeom>
              <a:gradFill flip="none" rotWithShape="1">
                <a:gsLst>
                  <a:gs pos="15000">
                    <a:schemeClr val="accent5">
                      <a:lumMod val="70000"/>
                      <a:lumOff val="30000"/>
                    </a:schemeClr>
                  </a:gs>
                  <a:gs pos="75000">
                    <a:schemeClr val="accent5">
                      <a:lumMod val="9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flat">
                <a:noFill/>
                <a:prstDash val="solid"/>
                <a:miter/>
              </a:ln>
              <a:effectLst>
                <a:outerShdw blurRad="571500" dist="381000" dir="5400000" sx="85000" sy="85000" algn="t" rotWithShape="0">
                  <a:schemeClr val="accent5">
                    <a:alpha val="30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9">
                <a:extLst>
                  <a:ext uri="{FF2B5EF4-FFF2-40B4-BE49-F238E27FC236}">
                    <a16:creationId xmlns:a16="http://schemas.microsoft.com/office/drawing/2014/main" id="{37FFC844-0EAA-3F4A-5386-2A3B8C03DF81}"/>
                  </a:ext>
                </a:extLst>
              </p:cNvPr>
              <p:cNvSpPr/>
              <p:nvPr/>
            </p:nvSpPr>
            <p:spPr>
              <a:xfrm>
                <a:off x="5547468" y="2244654"/>
                <a:ext cx="2248657" cy="1102180"/>
              </a:xfrm>
              <a:custGeom>
                <a:avLst/>
                <a:gdLst>
                  <a:gd name="connsiteX0" fmla="*/ 0 w 2677878"/>
                  <a:gd name="connsiteY0" fmla="*/ 57284 h 1312563"/>
                  <a:gd name="connsiteX1" fmla="*/ 2677878 w 2677878"/>
                  <a:gd name="connsiteY1" fmla="*/ 809716 h 1312563"/>
                  <a:gd name="connsiteX2" fmla="*/ 1588579 w 2677878"/>
                  <a:gd name="connsiteY2" fmla="*/ 1312564 h 1312563"/>
                  <a:gd name="connsiteX3" fmla="*/ 358269 w 2677878"/>
                  <a:gd name="connsiteY3" fmla="*/ 969009 h 1312563"/>
                  <a:gd name="connsiteX4" fmla="*/ 0 w 2677878"/>
                  <a:gd name="connsiteY4" fmla="*/ 57284 h 1312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677878" h="1312563">
                    <a:moveTo>
                      <a:pt x="0" y="57284"/>
                    </a:moveTo>
                    <a:cubicBezTo>
                      <a:pt x="1031779" y="-133555"/>
                      <a:pt x="2081172" y="161287"/>
                      <a:pt x="2677878" y="809716"/>
                    </a:cubicBezTo>
                    <a:lnTo>
                      <a:pt x="1588579" y="1312564"/>
                    </a:lnTo>
                    <a:cubicBezTo>
                      <a:pt x="1325841" y="1029538"/>
                      <a:pt x="834475" y="880946"/>
                      <a:pt x="358269" y="969009"/>
                    </a:cubicBezTo>
                    <a:lnTo>
                      <a:pt x="0" y="57284"/>
                    </a:lnTo>
                    <a:close/>
                  </a:path>
                </a:pathLst>
              </a:custGeom>
              <a:gradFill flip="none" rotWithShape="1">
                <a:gsLst>
                  <a:gs pos="15000">
                    <a:schemeClr val="accent5">
                      <a:lumMod val="60000"/>
                      <a:lumOff val="40000"/>
                    </a:schemeClr>
                  </a:gs>
                  <a:gs pos="75000">
                    <a:schemeClr val="accent5"/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flat">
                <a:noFill/>
                <a:prstDash val="solid"/>
                <a:miter/>
              </a:ln>
              <a:effectLst>
                <a:outerShdw blurRad="571500" dist="381000" dir="5400000" sx="85000" sy="85000" algn="t" rotWithShape="0">
                  <a:schemeClr val="accent5">
                    <a:alpha val="30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17" name="Graphic 3">
                <a:extLst>
                  <a:ext uri="{FF2B5EF4-FFF2-40B4-BE49-F238E27FC236}">
                    <a16:creationId xmlns:a16="http://schemas.microsoft.com/office/drawing/2014/main" id="{09505CF7-6B8B-93EE-38D0-9FD280864F5E}"/>
                  </a:ext>
                </a:extLst>
              </p:cNvPr>
              <p:cNvGrpSpPr/>
              <p:nvPr/>
            </p:nvGrpSpPr>
            <p:grpSpPr>
              <a:xfrm>
                <a:off x="4071517" y="1928636"/>
                <a:ext cx="1796725" cy="2896997"/>
                <a:chOff x="1167080" y="970913"/>
                <a:chExt cx="2139682" cy="3449972"/>
              </a:xfrm>
            </p:grpSpPr>
            <p:sp>
              <p:nvSpPr>
                <p:cNvPr id="43" name="Freeform: Shape 11">
                  <a:extLst>
                    <a:ext uri="{FF2B5EF4-FFF2-40B4-BE49-F238E27FC236}">
                      <a16:creationId xmlns:a16="http://schemas.microsoft.com/office/drawing/2014/main" id="{81E78D2D-9AC9-5741-9C28-1833344CD62D}"/>
                    </a:ext>
                  </a:extLst>
                </p:cNvPr>
                <p:cNvSpPr/>
                <p:nvPr/>
              </p:nvSpPr>
              <p:spPr>
                <a:xfrm>
                  <a:off x="2455241" y="1882637"/>
                  <a:ext cx="843391" cy="1588133"/>
                </a:xfrm>
                <a:custGeom>
                  <a:avLst/>
                  <a:gdLst>
                    <a:gd name="connsiteX0" fmla="*/ 843393 w 843392"/>
                    <a:gd name="connsiteY0" fmla="*/ 0 h 1588133"/>
                    <a:gd name="connsiteX1" fmla="*/ 811735 w 843392"/>
                    <a:gd name="connsiteY1" fmla="*/ 866913 h 1588133"/>
                    <a:gd name="connsiteX2" fmla="*/ 0 w 843392"/>
                    <a:gd name="connsiteY2" fmla="*/ 1588133 h 1588133"/>
                    <a:gd name="connsiteX3" fmla="*/ 31658 w 843392"/>
                    <a:gd name="connsiteY3" fmla="*/ 721220 h 1588133"/>
                    <a:gd name="connsiteX4" fmla="*/ 843393 w 843392"/>
                    <a:gd name="connsiteY4" fmla="*/ 0 h 15881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43392" h="1588133">
                      <a:moveTo>
                        <a:pt x="843393" y="0"/>
                      </a:moveTo>
                      <a:lnTo>
                        <a:pt x="811735" y="866913"/>
                      </a:lnTo>
                      <a:cubicBezTo>
                        <a:pt x="335640" y="954976"/>
                        <a:pt x="19619" y="1252827"/>
                        <a:pt x="0" y="1588133"/>
                      </a:cubicBezTo>
                      <a:lnTo>
                        <a:pt x="31658" y="721220"/>
                      </a:lnTo>
                      <a:cubicBezTo>
                        <a:pt x="51277" y="385914"/>
                        <a:pt x="367298" y="88062"/>
                        <a:pt x="843393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5000">
                      <a:schemeClr val="accent1">
                        <a:lumMod val="80000"/>
                        <a:lumOff val="20000"/>
                      </a:schemeClr>
                    </a:gs>
                    <a:gs pos="75000">
                      <a:schemeClr val="accent1">
                        <a:lumMod val="80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 w="9525" cap="flat">
                  <a:noFill/>
                  <a:prstDash val="solid"/>
                  <a:miter/>
                </a:ln>
                <a:effectLst>
                  <a:outerShdw blurRad="571500" dist="381000" dir="5400000" sx="85000" sy="85000" algn="t" rotWithShape="0">
                    <a:schemeClr val="accent1">
                      <a:alpha val="30000"/>
                    </a:schemeClr>
                  </a:outerShdw>
                </a:effectLst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5" name="Freeform: Shape 13">
                  <a:extLst>
                    <a:ext uri="{FF2B5EF4-FFF2-40B4-BE49-F238E27FC236}">
                      <a16:creationId xmlns:a16="http://schemas.microsoft.com/office/drawing/2014/main" id="{725DF863-FFD6-CD81-03A8-683C2B9E7743}"/>
                    </a:ext>
                  </a:extLst>
                </p:cNvPr>
                <p:cNvSpPr/>
                <p:nvPr/>
              </p:nvSpPr>
              <p:spPr>
                <a:xfrm>
                  <a:off x="1167080" y="970913"/>
                  <a:ext cx="2139682" cy="3449972"/>
                </a:xfrm>
                <a:custGeom>
                  <a:avLst/>
                  <a:gdLst>
                    <a:gd name="connsiteX0" fmla="*/ 1763812 w 2122081"/>
                    <a:gd name="connsiteY0" fmla="*/ 0 h 1632945"/>
                    <a:gd name="connsiteX1" fmla="*/ 2122082 w 2122081"/>
                    <a:gd name="connsiteY1" fmla="*/ 911725 h 1632945"/>
                    <a:gd name="connsiteX2" fmla="*/ 1310235 w 2122081"/>
                    <a:gd name="connsiteY2" fmla="*/ 1632945 h 1632945"/>
                    <a:gd name="connsiteX3" fmla="*/ 0 w 2122081"/>
                    <a:gd name="connsiteY3" fmla="*/ 1573865 h 1632945"/>
                    <a:gd name="connsiteX4" fmla="*/ 1763812 w 2122081"/>
                    <a:gd name="connsiteY4" fmla="*/ 0 h 1632945"/>
                    <a:gd name="csX0" fmla="*/ 1763812 w 2122082"/>
                    <a:gd name="csY0" fmla="*/ 0 h 1632945"/>
                    <a:gd name="csX1" fmla="*/ 2122082 w 2122082"/>
                    <a:gd name="csY1" fmla="*/ 911725 h 1632945"/>
                    <a:gd name="csX2" fmla="*/ 1310235 w 2122082"/>
                    <a:gd name="csY2" fmla="*/ 1632945 h 1632945"/>
                    <a:gd name="csX3" fmla="*/ 1155602 w 2122082"/>
                    <a:gd name="csY3" fmla="*/ 1613968 h 1632945"/>
                    <a:gd name="csX4" fmla="*/ 0 w 2122082"/>
                    <a:gd name="csY4" fmla="*/ 1573865 h 1632945"/>
                    <a:gd name="csX5" fmla="*/ 1763812 w 2122082"/>
                    <a:gd name="csY5" fmla="*/ 0 h 1632945"/>
                    <a:gd name="csX0" fmla="*/ 1763812 w 2122082"/>
                    <a:gd name="csY0" fmla="*/ 0 h 2424341"/>
                    <a:gd name="csX1" fmla="*/ 2122082 w 2122082"/>
                    <a:gd name="csY1" fmla="*/ 911725 h 2424341"/>
                    <a:gd name="csX2" fmla="*/ 1310235 w 2122082"/>
                    <a:gd name="csY2" fmla="*/ 1632945 h 2424341"/>
                    <a:gd name="csX3" fmla="*/ 2022101 w 2122082"/>
                    <a:gd name="csY3" fmla="*/ 2424341 h 2424341"/>
                    <a:gd name="csX4" fmla="*/ 0 w 2122082"/>
                    <a:gd name="csY4" fmla="*/ 1573865 h 2424341"/>
                    <a:gd name="csX5" fmla="*/ 1763812 w 2122082"/>
                    <a:gd name="csY5" fmla="*/ 0 h 2424341"/>
                    <a:gd name="csX0" fmla="*/ 1763812 w 2122082"/>
                    <a:gd name="csY0" fmla="*/ 0 h 2424341"/>
                    <a:gd name="csX1" fmla="*/ 2122082 w 2122082"/>
                    <a:gd name="csY1" fmla="*/ 911725 h 2424341"/>
                    <a:gd name="csX2" fmla="*/ 1310235 w 2122082"/>
                    <a:gd name="csY2" fmla="*/ 1632945 h 2424341"/>
                    <a:gd name="csX3" fmla="*/ 2022101 w 2122082"/>
                    <a:gd name="csY3" fmla="*/ 2424341 h 2424341"/>
                    <a:gd name="csX4" fmla="*/ 0 w 2122082"/>
                    <a:gd name="csY4" fmla="*/ 1573865 h 2424341"/>
                    <a:gd name="csX5" fmla="*/ 1763812 w 2122082"/>
                    <a:gd name="csY5" fmla="*/ 0 h 2424341"/>
                    <a:gd name="csX0" fmla="*/ 1763812 w 2122082"/>
                    <a:gd name="csY0" fmla="*/ 0 h 2424341"/>
                    <a:gd name="csX1" fmla="*/ 2122082 w 2122082"/>
                    <a:gd name="csY1" fmla="*/ 911725 h 2424341"/>
                    <a:gd name="csX2" fmla="*/ 1310235 w 2122082"/>
                    <a:gd name="csY2" fmla="*/ 1632945 h 2424341"/>
                    <a:gd name="csX3" fmla="*/ 2022101 w 2122082"/>
                    <a:gd name="csY3" fmla="*/ 2424341 h 2424341"/>
                    <a:gd name="csX4" fmla="*/ 0 w 2122082"/>
                    <a:gd name="csY4" fmla="*/ 1573865 h 2424341"/>
                    <a:gd name="csX5" fmla="*/ 1763812 w 2122082"/>
                    <a:gd name="csY5" fmla="*/ 0 h 2424341"/>
                    <a:gd name="csX0" fmla="*/ 1763812 w 2122082"/>
                    <a:gd name="csY0" fmla="*/ 0 h 2424341"/>
                    <a:gd name="csX1" fmla="*/ 2122082 w 2122082"/>
                    <a:gd name="csY1" fmla="*/ 911725 h 2424341"/>
                    <a:gd name="csX2" fmla="*/ 1310235 w 2122082"/>
                    <a:gd name="csY2" fmla="*/ 1632945 h 2424341"/>
                    <a:gd name="csX3" fmla="*/ 2022101 w 2122082"/>
                    <a:gd name="csY3" fmla="*/ 2424341 h 2424341"/>
                    <a:gd name="csX4" fmla="*/ 0 w 2122082"/>
                    <a:gd name="csY4" fmla="*/ 1573865 h 2424341"/>
                    <a:gd name="csX5" fmla="*/ 1763812 w 2122082"/>
                    <a:gd name="csY5" fmla="*/ 0 h 2424341"/>
                    <a:gd name="csX0" fmla="*/ 1763812 w 2122082"/>
                    <a:gd name="csY0" fmla="*/ 0 h 2424341"/>
                    <a:gd name="csX1" fmla="*/ 2122082 w 2122082"/>
                    <a:gd name="csY1" fmla="*/ 911725 h 2424341"/>
                    <a:gd name="csX2" fmla="*/ 1310235 w 2122082"/>
                    <a:gd name="csY2" fmla="*/ 1632945 h 2424341"/>
                    <a:gd name="csX3" fmla="*/ 2022101 w 2122082"/>
                    <a:gd name="csY3" fmla="*/ 2424341 h 2424341"/>
                    <a:gd name="csX4" fmla="*/ 1212111 w 2122082"/>
                    <a:gd name="csY4" fmla="*/ 2069804 h 2424341"/>
                    <a:gd name="csX5" fmla="*/ 0 w 2122082"/>
                    <a:gd name="csY5" fmla="*/ 1573865 h 2424341"/>
                    <a:gd name="csX6" fmla="*/ 1763812 w 2122082"/>
                    <a:gd name="csY6" fmla="*/ 0 h 2424341"/>
                    <a:gd name="csX0" fmla="*/ 1763812 w 2122082"/>
                    <a:gd name="csY0" fmla="*/ 0 h 3449972"/>
                    <a:gd name="csX1" fmla="*/ 2122082 w 2122082"/>
                    <a:gd name="csY1" fmla="*/ 911725 h 3449972"/>
                    <a:gd name="csX2" fmla="*/ 1310235 w 2122082"/>
                    <a:gd name="csY2" fmla="*/ 1632945 h 3449972"/>
                    <a:gd name="csX3" fmla="*/ 2022101 w 2122082"/>
                    <a:gd name="csY3" fmla="*/ 2424341 h 3449972"/>
                    <a:gd name="csX4" fmla="*/ 1526060 w 2122082"/>
                    <a:gd name="csY4" fmla="*/ 3449972 h 3449972"/>
                    <a:gd name="csX5" fmla="*/ 0 w 2122082"/>
                    <a:gd name="csY5" fmla="*/ 1573865 h 3449972"/>
                    <a:gd name="csX6" fmla="*/ 1763812 w 2122082"/>
                    <a:gd name="csY6" fmla="*/ 0 h 3449972"/>
                    <a:gd name="csX0" fmla="*/ 1763812 w 2122082"/>
                    <a:gd name="csY0" fmla="*/ 0 h 3449972"/>
                    <a:gd name="csX1" fmla="*/ 2122082 w 2122082"/>
                    <a:gd name="csY1" fmla="*/ 911725 h 3449972"/>
                    <a:gd name="csX2" fmla="*/ 1310235 w 2122082"/>
                    <a:gd name="csY2" fmla="*/ 1632945 h 3449972"/>
                    <a:gd name="csX3" fmla="*/ 2022101 w 2122082"/>
                    <a:gd name="csY3" fmla="*/ 2424341 h 3449972"/>
                    <a:gd name="csX4" fmla="*/ 1526060 w 2122082"/>
                    <a:gd name="csY4" fmla="*/ 3449972 h 3449972"/>
                    <a:gd name="csX5" fmla="*/ 0 w 2122082"/>
                    <a:gd name="csY5" fmla="*/ 1573865 h 3449972"/>
                    <a:gd name="csX6" fmla="*/ 1763812 w 2122082"/>
                    <a:gd name="csY6" fmla="*/ 0 h 3449972"/>
                    <a:gd name="csX0" fmla="*/ 1763812 w 2122082"/>
                    <a:gd name="csY0" fmla="*/ 0 h 3449972"/>
                    <a:gd name="csX1" fmla="*/ 2122082 w 2122082"/>
                    <a:gd name="csY1" fmla="*/ 911725 h 3449972"/>
                    <a:gd name="csX2" fmla="*/ 1310235 w 2122082"/>
                    <a:gd name="csY2" fmla="*/ 1632945 h 3449972"/>
                    <a:gd name="csX3" fmla="*/ 2022101 w 2122082"/>
                    <a:gd name="csY3" fmla="*/ 2424341 h 3449972"/>
                    <a:gd name="csX4" fmla="*/ 1526060 w 2122082"/>
                    <a:gd name="csY4" fmla="*/ 3449972 h 3449972"/>
                    <a:gd name="csX5" fmla="*/ 0 w 2122082"/>
                    <a:gd name="csY5" fmla="*/ 1573865 h 3449972"/>
                    <a:gd name="csX6" fmla="*/ 1763812 w 2122082"/>
                    <a:gd name="csY6" fmla="*/ 0 h 3449972"/>
                    <a:gd name="csX0" fmla="*/ 1763812 w 2122082"/>
                    <a:gd name="csY0" fmla="*/ 0 h 3449972"/>
                    <a:gd name="csX1" fmla="*/ 2122082 w 2122082"/>
                    <a:gd name="csY1" fmla="*/ 911725 h 3449972"/>
                    <a:gd name="csX2" fmla="*/ 1310235 w 2122082"/>
                    <a:gd name="csY2" fmla="*/ 1632945 h 3449972"/>
                    <a:gd name="csX3" fmla="*/ 2022101 w 2122082"/>
                    <a:gd name="csY3" fmla="*/ 2424341 h 3449972"/>
                    <a:gd name="csX4" fmla="*/ 1526060 w 2122082"/>
                    <a:gd name="csY4" fmla="*/ 3449972 h 3449972"/>
                    <a:gd name="csX5" fmla="*/ 0 w 2122082"/>
                    <a:gd name="csY5" fmla="*/ 1573865 h 3449972"/>
                    <a:gd name="csX6" fmla="*/ 1763812 w 2122082"/>
                    <a:gd name="csY6" fmla="*/ 0 h 3449972"/>
                    <a:gd name="csX0" fmla="*/ 1763812 w 2122082"/>
                    <a:gd name="csY0" fmla="*/ 0 h 3449972"/>
                    <a:gd name="csX1" fmla="*/ 2122082 w 2122082"/>
                    <a:gd name="csY1" fmla="*/ 911725 h 3449972"/>
                    <a:gd name="csX2" fmla="*/ 1310235 w 2122082"/>
                    <a:gd name="csY2" fmla="*/ 1632945 h 3449972"/>
                    <a:gd name="csX3" fmla="*/ 2022101 w 2122082"/>
                    <a:gd name="csY3" fmla="*/ 2424341 h 3449972"/>
                    <a:gd name="csX4" fmla="*/ 1526060 w 2122082"/>
                    <a:gd name="csY4" fmla="*/ 3449972 h 3449972"/>
                    <a:gd name="csX5" fmla="*/ 0 w 2122082"/>
                    <a:gd name="csY5" fmla="*/ 1573865 h 3449972"/>
                    <a:gd name="csX6" fmla="*/ 1763812 w 2122082"/>
                    <a:gd name="csY6" fmla="*/ 0 h 3449972"/>
                    <a:gd name="csX0" fmla="*/ 1763812 w 2122082"/>
                    <a:gd name="csY0" fmla="*/ 0 h 3449972"/>
                    <a:gd name="csX1" fmla="*/ 2122082 w 2122082"/>
                    <a:gd name="csY1" fmla="*/ 911725 h 3449972"/>
                    <a:gd name="csX2" fmla="*/ 1310235 w 2122082"/>
                    <a:gd name="csY2" fmla="*/ 1632945 h 3449972"/>
                    <a:gd name="csX3" fmla="*/ 2022101 w 2122082"/>
                    <a:gd name="csY3" fmla="*/ 2424341 h 3449972"/>
                    <a:gd name="csX4" fmla="*/ 1526060 w 2122082"/>
                    <a:gd name="csY4" fmla="*/ 3449972 h 3449972"/>
                    <a:gd name="csX5" fmla="*/ 0 w 2122082"/>
                    <a:gd name="csY5" fmla="*/ 1573865 h 3449972"/>
                    <a:gd name="csX6" fmla="*/ 1763812 w 2122082"/>
                    <a:gd name="csY6" fmla="*/ 0 h 3449972"/>
                    <a:gd name="csX0" fmla="*/ 1763812 w 2122082"/>
                    <a:gd name="csY0" fmla="*/ 0 h 3449972"/>
                    <a:gd name="csX1" fmla="*/ 2122082 w 2122082"/>
                    <a:gd name="csY1" fmla="*/ 911725 h 3449972"/>
                    <a:gd name="csX2" fmla="*/ 1310235 w 2122082"/>
                    <a:gd name="csY2" fmla="*/ 1632945 h 3449972"/>
                    <a:gd name="csX3" fmla="*/ 2022101 w 2122082"/>
                    <a:gd name="csY3" fmla="*/ 2424341 h 3449972"/>
                    <a:gd name="csX4" fmla="*/ 1526060 w 2122082"/>
                    <a:gd name="csY4" fmla="*/ 3449972 h 3449972"/>
                    <a:gd name="csX5" fmla="*/ 0 w 2122082"/>
                    <a:gd name="csY5" fmla="*/ 1573865 h 3449972"/>
                    <a:gd name="csX6" fmla="*/ 1763812 w 2122082"/>
                    <a:gd name="csY6" fmla="*/ 0 h 3449972"/>
                    <a:gd name="csX0" fmla="*/ 1763812 w 2122082"/>
                    <a:gd name="csY0" fmla="*/ 0 h 3449972"/>
                    <a:gd name="csX1" fmla="*/ 2122082 w 2122082"/>
                    <a:gd name="csY1" fmla="*/ 911725 h 3449972"/>
                    <a:gd name="csX2" fmla="*/ 1310235 w 2122082"/>
                    <a:gd name="csY2" fmla="*/ 1632945 h 3449972"/>
                    <a:gd name="csX3" fmla="*/ 2022101 w 2122082"/>
                    <a:gd name="csY3" fmla="*/ 2424341 h 3449972"/>
                    <a:gd name="csX4" fmla="*/ 1526060 w 2122082"/>
                    <a:gd name="csY4" fmla="*/ 3449972 h 3449972"/>
                    <a:gd name="csX5" fmla="*/ 0 w 2122082"/>
                    <a:gd name="csY5" fmla="*/ 1573865 h 3449972"/>
                    <a:gd name="csX6" fmla="*/ 1763812 w 2122082"/>
                    <a:gd name="csY6" fmla="*/ 0 h 3449972"/>
                    <a:gd name="csX0" fmla="*/ 1763812 w 2122082"/>
                    <a:gd name="csY0" fmla="*/ 0 h 3449972"/>
                    <a:gd name="csX1" fmla="*/ 2122082 w 2122082"/>
                    <a:gd name="csY1" fmla="*/ 911725 h 3449972"/>
                    <a:gd name="csX2" fmla="*/ 1310235 w 2122082"/>
                    <a:gd name="csY2" fmla="*/ 1632945 h 3449972"/>
                    <a:gd name="csX3" fmla="*/ 2022101 w 2122082"/>
                    <a:gd name="csY3" fmla="*/ 2424341 h 3449972"/>
                    <a:gd name="csX4" fmla="*/ 1526060 w 2122082"/>
                    <a:gd name="csY4" fmla="*/ 3449972 h 3449972"/>
                    <a:gd name="csX5" fmla="*/ 0 w 2122082"/>
                    <a:gd name="csY5" fmla="*/ 1573865 h 3449972"/>
                    <a:gd name="csX6" fmla="*/ 1763812 w 2122082"/>
                    <a:gd name="csY6" fmla="*/ 0 h 3449972"/>
                    <a:gd name="csX0" fmla="*/ 1763812 w 2122082"/>
                    <a:gd name="csY0" fmla="*/ 0 h 3449972"/>
                    <a:gd name="csX1" fmla="*/ 2122082 w 2122082"/>
                    <a:gd name="csY1" fmla="*/ 911725 h 3449972"/>
                    <a:gd name="csX2" fmla="*/ 1310235 w 2122082"/>
                    <a:gd name="csY2" fmla="*/ 1632945 h 3449972"/>
                    <a:gd name="csX3" fmla="*/ 2022101 w 2122082"/>
                    <a:gd name="csY3" fmla="*/ 2424341 h 3449972"/>
                    <a:gd name="csX4" fmla="*/ 1526060 w 2122082"/>
                    <a:gd name="csY4" fmla="*/ 3449972 h 3449972"/>
                    <a:gd name="csX5" fmla="*/ 0 w 2122082"/>
                    <a:gd name="csY5" fmla="*/ 1573865 h 3449972"/>
                    <a:gd name="csX6" fmla="*/ 1763812 w 2122082"/>
                    <a:gd name="csY6" fmla="*/ 0 h 344997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2122082" h="3449972">
                      <a:moveTo>
                        <a:pt x="1763812" y="0"/>
                      </a:moveTo>
                      <a:lnTo>
                        <a:pt x="2122082" y="911725"/>
                      </a:lnTo>
                      <a:cubicBezTo>
                        <a:pt x="1645987" y="999787"/>
                        <a:pt x="1355082" y="1265984"/>
                        <a:pt x="1310235" y="1632945"/>
                      </a:cubicBezTo>
                      <a:cubicBezTo>
                        <a:pt x="1302644" y="1922067"/>
                        <a:pt x="1489700" y="2236516"/>
                        <a:pt x="2022101" y="2424341"/>
                      </a:cubicBezTo>
                      <a:lnTo>
                        <a:pt x="1526060" y="3449972"/>
                      </a:lnTo>
                      <a:cubicBezTo>
                        <a:pt x="182268" y="2963887"/>
                        <a:pt x="90" y="2142253"/>
                        <a:pt x="0" y="1573865"/>
                      </a:cubicBezTo>
                      <a:cubicBezTo>
                        <a:pt x="41021" y="807499"/>
                        <a:pt x="732256" y="190839"/>
                        <a:pt x="1763812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500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 w="9525" cap="flat">
                  <a:noFill/>
                  <a:prstDash val="solid"/>
                  <a:miter/>
                </a:ln>
                <a:effectLst>
                  <a:outerShdw blurRad="571500" dist="381000" dir="5400000" sx="85000" sy="85000" algn="t" rotWithShape="0">
                    <a:schemeClr val="accent1">
                      <a:alpha val="30000"/>
                    </a:schemeClr>
                  </a:outerShdw>
                </a:effectLst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" name="Graphic 3">
                <a:extLst>
                  <a:ext uri="{FF2B5EF4-FFF2-40B4-BE49-F238E27FC236}">
                    <a16:creationId xmlns:a16="http://schemas.microsoft.com/office/drawing/2014/main" id="{7637D691-37FF-D481-D4BF-13F4A3011DE9}"/>
                  </a:ext>
                </a:extLst>
              </p:cNvPr>
              <p:cNvGrpSpPr/>
              <p:nvPr/>
            </p:nvGrpSpPr>
            <p:grpSpPr>
              <a:xfrm>
                <a:off x="4071515" y="3253277"/>
                <a:ext cx="1711745" cy="2179684"/>
                <a:chOff x="1167076" y="2548401"/>
                <a:chExt cx="2038482" cy="2595738"/>
              </a:xfrm>
            </p:grpSpPr>
            <p:sp>
              <p:nvSpPr>
                <p:cNvPr id="41" name="Freeform: Shape 17">
                  <a:extLst>
                    <a:ext uri="{FF2B5EF4-FFF2-40B4-BE49-F238E27FC236}">
                      <a16:creationId xmlns:a16="http://schemas.microsoft.com/office/drawing/2014/main" id="{8E65EC8C-6DCD-64BC-C503-B115F8A4588F}"/>
                    </a:ext>
                  </a:extLst>
                </p:cNvPr>
                <p:cNvSpPr/>
                <p:nvPr/>
              </p:nvSpPr>
              <p:spPr>
                <a:xfrm>
                  <a:off x="1167076" y="2548401"/>
                  <a:ext cx="1566465" cy="2588981"/>
                </a:xfrm>
                <a:custGeom>
                  <a:avLst/>
                  <a:gdLst>
                    <a:gd name="connsiteX0" fmla="*/ 1611762 w 1611761"/>
                    <a:gd name="connsiteY0" fmla="*/ 1725020 h 2331870"/>
                    <a:gd name="connsiteX1" fmla="*/ 1589579 w 1611761"/>
                    <a:gd name="connsiteY1" fmla="*/ 2331871 h 2331870"/>
                    <a:gd name="connsiteX2" fmla="*/ 1891 w 1611761"/>
                    <a:gd name="connsiteY2" fmla="*/ 606851 h 2331870"/>
                    <a:gd name="connsiteX3" fmla="*/ 24074 w 1611761"/>
                    <a:gd name="connsiteY3" fmla="*/ 0 h 2331870"/>
                    <a:gd name="connsiteX4" fmla="*/ 1611762 w 1611761"/>
                    <a:gd name="connsiteY4" fmla="*/ 1725020 h 2331870"/>
                    <a:gd name="csX0" fmla="*/ 1566390 w 1590540"/>
                    <a:gd name="csY0" fmla="*/ 1626713 h 2331871"/>
                    <a:gd name="csX1" fmla="*/ 1589579 w 1590540"/>
                    <a:gd name="csY1" fmla="*/ 2331871 h 2331871"/>
                    <a:gd name="csX2" fmla="*/ 1891 w 1590540"/>
                    <a:gd name="csY2" fmla="*/ 606851 h 2331871"/>
                    <a:gd name="csX3" fmla="*/ 24074 w 1590540"/>
                    <a:gd name="csY3" fmla="*/ 0 h 2331871"/>
                    <a:gd name="csX4" fmla="*/ 1566390 w 1590540"/>
                    <a:gd name="csY4" fmla="*/ 1626713 h 2331871"/>
                    <a:gd name="csX0" fmla="*/ 1566390 w 1590539"/>
                    <a:gd name="csY0" fmla="*/ 1626713 h 2331871"/>
                    <a:gd name="csX1" fmla="*/ 1589579 w 1590539"/>
                    <a:gd name="csY1" fmla="*/ 2331871 h 2331871"/>
                    <a:gd name="csX2" fmla="*/ 1891 w 1590539"/>
                    <a:gd name="csY2" fmla="*/ 606851 h 2331871"/>
                    <a:gd name="csX3" fmla="*/ 24074 w 1590539"/>
                    <a:gd name="csY3" fmla="*/ 0 h 2331871"/>
                    <a:gd name="csX4" fmla="*/ 1566390 w 1590539"/>
                    <a:gd name="csY4" fmla="*/ 1626713 h 2331871"/>
                    <a:gd name="csX0" fmla="*/ 1566390 w 1590539"/>
                    <a:gd name="csY0" fmla="*/ 1626713 h 2331871"/>
                    <a:gd name="csX1" fmla="*/ 1589579 w 1590539"/>
                    <a:gd name="csY1" fmla="*/ 2331871 h 2331871"/>
                    <a:gd name="csX2" fmla="*/ 1891 w 1590539"/>
                    <a:gd name="csY2" fmla="*/ 606851 h 2331871"/>
                    <a:gd name="csX3" fmla="*/ 24074 w 1590539"/>
                    <a:gd name="csY3" fmla="*/ 0 h 2331871"/>
                    <a:gd name="csX4" fmla="*/ 1566390 w 1590539"/>
                    <a:gd name="csY4" fmla="*/ 1626713 h 2331871"/>
                    <a:gd name="csX0" fmla="*/ 1564499 w 1588648"/>
                    <a:gd name="csY0" fmla="*/ 1626713 h 2331871"/>
                    <a:gd name="csX1" fmla="*/ 1587688 w 1588648"/>
                    <a:gd name="csY1" fmla="*/ 2331871 h 2331871"/>
                    <a:gd name="csX2" fmla="*/ 0 w 1588648"/>
                    <a:gd name="csY2" fmla="*/ 606851 h 2331871"/>
                    <a:gd name="csX3" fmla="*/ 22183 w 1588648"/>
                    <a:gd name="csY3" fmla="*/ 0 h 2331871"/>
                    <a:gd name="csX4" fmla="*/ 1564499 w 1588648"/>
                    <a:gd name="csY4" fmla="*/ 1626713 h 2331871"/>
                    <a:gd name="csX0" fmla="*/ 1564499 w 1588648"/>
                    <a:gd name="csY0" fmla="*/ 1626713 h 2331871"/>
                    <a:gd name="csX1" fmla="*/ 1587688 w 1588648"/>
                    <a:gd name="csY1" fmla="*/ 2331871 h 2331871"/>
                    <a:gd name="csX2" fmla="*/ 0 w 1588648"/>
                    <a:gd name="csY2" fmla="*/ 606851 h 2331871"/>
                    <a:gd name="csX3" fmla="*/ 22183 w 1588648"/>
                    <a:gd name="csY3" fmla="*/ 0 h 2331871"/>
                    <a:gd name="csX4" fmla="*/ 1564499 w 1588648"/>
                    <a:gd name="csY4" fmla="*/ 1626713 h 2331871"/>
                    <a:gd name="csX0" fmla="*/ 1564499 w 1588648"/>
                    <a:gd name="csY0" fmla="*/ 1626713 h 2331871"/>
                    <a:gd name="csX1" fmla="*/ 1587688 w 1588648"/>
                    <a:gd name="csY1" fmla="*/ 2331871 h 2331871"/>
                    <a:gd name="csX2" fmla="*/ 0 w 1588648"/>
                    <a:gd name="csY2" fmla="*/ 606851 h 2331871"/>
                    <a:gd name="csX3" fmla="*/ 22183 w 1588648"/>
                    <a:gd name="csY3" fmla="*/ 0 h 2331871"/>
                    <a:gd name="csX4" fmla="*/ 1564499 w 1588648"/>
                    <a:gd name="csY4" fmla="*/ 1626713 h 2331871"/>
                    <a:gd name="csX0" fmla="*/ 1564499 w 1588648"/>
                    <a:gd name="csY0" fmla="*/ 1626713 h 2331871"/>
                    <a:gd name="csX1" fmla="*/ 1587688 w 1588648"/>
                    <a:gd name="csY1" fmla="*/ 2331871 h 2331871"/>
                    <a:gd name="csX2" fmla="*/ 0 w 1588648"/>
                    <a:gd name="csY2" fmla="*/ 606851 h 2331871"/>
                    <a:gd name="csX3" fmla="*/ 22183 w 1588648"/>
                    <a:gd name="csY3" fmla="*/ 0 h 2331871"/>
                    <a:gd name="csX4" fmla="*/ 1564499 w 1588648"/>
                    <a:gd name="csY4" fmla="*/ 1626713 h 2331871"/>
                    <a:gd name="csX0" fmla="*/ 1542316 w 1566465"/>
                    <a:gd name="csY0" fmla="*/ 1626713 h 2331871"/>
                    <a:gd name="csX1" fmla="*/ 1565505 w 1566465"/>
                    <a:gd name="csY1" fmla="*/ 2331871 h 2331871"/>
                    <a:gd name="csX2" fmla="*/ 503 w 1566465"/>
                    <a:gd name="csY2" fmla="*/ 621976 h 2331871"/>
                    <a:gd name="csX3" fmla="*/ 0 w 1566465"/>
                    <a:gd name="csY3" fmla="*/ 0 h 2331871"/>
                    <a:gd name="csX4" fmla="*/ 1542316 w 1566465"/>
                    <a:gd name="csY4" fmla="*/ 1626713 h 2331871"/>
                    <a:gd name="csX0" fmla="*/ 1542316 w 1566465"/>
                    <a:gd name="csY0" fmla="*/ 1626713 h 2331871"/>
                    <a:gd name="csX1" fmla="*/ 1565505 w 1566465"/>
                    <a:gd name="csY1" fmla="*/ 2331871 h 2331871"/>
                    <a:gd name="csX2" fmla="*/ 503 w 1566465"/>
                    <a:gd name="csY2" fmla="*/ 621976 h 2331871"/>
                    <a:gd name="csX3" fmla="*/ 0 w 1566465"/>
                    <a:gd name="csY3" fmla="*/ 0 h 2331871"/>
                    <a:gd name="csX4" fmla="*/ 1542316 w 1566465"/>
                    <a:gd name="csY4" fmla="*/ 1626713 h 2331871"/>
                    <a:gd name="csX0" fmla="*/ 1542316 w 1566465"/>
                    <a:gd name="csY0" fmla="*/ 1883824 h 2588982"/>
                    <a:gd name="csX1" fmla="*/ 1565505 w 1566465"/>
                    <a:gd name="csY1" fmla="*/ 2588982 h 2588982"/>
                    <a:gd name="csX2" fmla="*/ 503 w 1566465"/>
                    <a:gd name="csY2" fmla="*/ 879087 h 2588982"/>
                    <a:gd name="csX3" fmla="*/ 0 w 1566465"/>
                    <a:gd name="csY3" fmla="*/ 0 h 2588982"/>
                    <a:gd name="csX4" fmla="*/ 1542316 w 1566465"/>
                    <a:gd name="csY4" fmla="*/ 1883824 h 2588982"/>
                    <a:gd name="csX0" fmla="*/ 1542316 w 1566465"/>
                    <a:gd name="csY0" fmla="*/ 1883824 h 2588982"/>
                    <a:gd name="csX1" fmla="*/ 1565505 w 1566465"/>
                    <a:gd name="csY1" fmla="*/ 2588982 h 2588982"/>
                    <a:gd name="csX2" fmla="*/ 503 w 1566465"/>
                    <a:gd name="csY2" fmla="*/ 879087 h 2588982"/>
                    <a:gd name="csX3" fmla="*/ 0 w 1566465"/>
                    <a:gd name="csY3" fmla="*/ 0 h 2588982"/>
                    <a:gd name="csX4" fmla="*/ 1542316 w 1566465"/>
                    <a:gd name="csY4" fmla="*/ 1883824 h 2588982"/>
                    <a:gd name="csX0" fmla="*/ 1542316 w 1566465"/>
                    <a:gd name="csY0" fmla="*/ 1883824 h 2588982"/>
                    <a:gd name="csX1" fmla="*/ 1565505 w 1566465"/>
                    <a:gd name="csY1" fmla="*/ 2588982 h 2588982"/>
                    <a:gd name="csX2" fmla="*/ 503 w 1566465"/>
                    <a:gd name="csY2" fmla="*/ 879087 h 2588982"/>
                    <a:gd name="csX3" fmla="*/ 0 w 1566465"/>
                    <a:gd name="csY3" fmla="*/ 0 h 2588982"/>
                    <a:gd name="csX4" fmla="*/ 1542316 w 1566465"/>
                    <a:gd name="csY4" fmla="*/ 1883824 h 2588982"/>
                    <a:gd name="csX0" fmla="*/ 1542316 w 1566465"/>
                    <a:gd name="csY0" fmla="*/ 1883824 h 2588982"/>
                    <a:gd name="csX1" fmla="*/ 1565505 w 1566465"/>
                    <a:gd name="csY1" fmla="*/ 2588982 h 2588982"/>
                    <a:gd name="csX2" fmla="*/ 503 w 1566465"/>
                    <a:gd name="csY2" fmla="*/ 879087 h 2588982"/>
                    <a:gd name="csX3" fmla="*/ 0 w 1566465"/>
                    <a:gd name="csY3" fmla="*/ 0 h 2588982"/>
                    <a:gd name="csX4" fmla="*/ 1542316 w 1566465"/>
                    <a:gd name="csY4" fmla="*/ 1883824 h 2588982"/>
                    <a:gd name="csX0" fmla="*/ 1542316 w 1566465"/>
                    <a:gd name="csY0" fmla="*/ 1883824 h 2588982"/>
                    <a:gd name="csX1" fmla="*/ 1565505 w 1566465"/>
                    <a:gd name="csY1" fmla="*/ 2588982 h 2588982"/>
                    <a:gd name="csX2" fmla="*/ 503 w 1566465"/>
                    <a:gd name="csY2" fmla="*/ 879087 h 2588982"/>
                    <a:gd name="csX3" fmla="*/ 0 w 1566465"/>
                    <a:gd name="csY3" fmla="*/ 0 h 2588982"/>
                    <a:gd name="csX4" fmla="*/ 1542316 w 1566465"/>
                    <a:gd name="csY4" fmla="*/ 1883824 h 2588982"/>
                    <a:gd name="csX0" fmla="*/ 1542316 w 1566465"/>
                    <a:gd name="csY0" fmla="*/ 1877494 h 2588982"/>
                    <a:gd name="csX1" fmla="*/ 1565505 w 1566465"/>
                    <a:gd name="csY1" fmla="*/ 2588982 h 2588982"/>
                    <a:gd name="csX2" fmla="*/ 503 w 1566465"/>
                    <a:gd name="csY2" fmla="*/ 879087 h 2588982"/>
                    <a:gd name="csX3" fmla="*/ 0 w 1566465"/>
                    <a:gd name="csY3" fmla="*/ 0 h 2588982"/>
                    <a:gd name="csX4" fmla="*/ 1542316 w 1566465"/>
                    <a:gd name="csY4" fmla="*/ 1877494 h 258898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1566465" h="2588982">
                      <a:moveTo>
                        <a:pt x="1542316" y="1877494"/>
                      </a:moveTo>
                      <a:cubicBezTo>
                        <a:pt x="1534922" y="2079778"/>
                        <a:pt x="1572899" y="2386698"/>
                        <a:pt x="1565505" y="2588982"/>
                      </a:cubicBezTo>
                      <a:cubicBezTo>
                        <a:pt x="559141" y="2306179"/>
                        <a:pt x="-17610" y="1501662"/>
                        <a:pt x="503" y="879087"/>
                      </a:cubicBezTo>
                      <a:cubicBezTo>
                        <a:pt x="335" y="671762"/>
                        <a:pt x="168" y="207325"/>
                        <a:pt x="0" y="0"/>
                      </a:cubicBezTo>
                      <a:cubicBezTo>
                        <a:pt x="24687" y="973421"/>
                        <a:pt x="556879" y="1469476"/>
                        <a:pt x="1542316" y="1877494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2">
                        <a:lumMod val="90000"/>
                      </a:schemeClr>
                    </a:gs>
                    <a:gs pos="100000">
                      <a:schemeClr val="accent2">
                        <a:lumMod val="90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 w="9525" cap="flat">
                  <a:noFill/>
                  <a:prstDash val="solid"/>
                  <a:miter/>
                </a:ln>
                <a:effectLst>
                  <a:outerShdw blurRad="571500" dist="381000" dir="5400000" sx="85000" sy="85000" algn="t" rotWithShape="0">
                    <a:schemeClr val="accent2">
                      <a:alpha val="30000"/>
                    </a:schemeClr>
                  </a:outerShdw>
                </a:effectLst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: Shape 16">
                  <a:extLst>
                    <a:ext uri="{FF2B5EF4-FFF2-40B4-BE49-F238E27FC236}">
                      <a16:creationId xmlns:a16="http://schemas.microsoft.com/office/drawing/2014/main" id="{4D161873-5D11-31FE-88E6-DC60306A1F70}"/>
                    </a:ext>
                  </a:extLst>
                </p:cNvPr>
                <p:cNvSpPr/>
                <p:nvPr/>
              </p:nvSpPr>
              <p:spPr>
                <a:xfrm>
                  <a:off x="2674333" y="3383827"/>
                  <a:ext cx="531225" cy="1760312"/>
                </a:xfrm>
                <a:custGeom>
                  <a:avLst/>
                  <a:gdLst>
                    <a:gd name="connsiteX0" fmla="*/ 472862 w 472861"/>
                    <a:gd name="connsiteY0" fmla="*/ 0 h 1476438"/>
                    <a:gd name="connsiteX1" fmla="*/ 450679 w 472861"/>
                    <a:gd name="connsiteY1" fmla="*/ 606851 h 1476438"/>
                    <a:gd name="connsiteX2" fmla="*/ 0 w 472861"/>
                    <a:gd name="connsiteY2" fmla="*/ 1476439 h 1476438"/>
                    <a:gd name="connsiteX3" fmla="*/ 22071 w 472861"/>
                    <a:gd name="connsiteY3" fmla="*/ 869588 h 1476438"/>
                    <a:gd name="csX0" fmla="*/ 472862 w 472862"/>
                    <a:gd name="csY0" fmla="*/ 0 h 1476439"/>
                    <a:gd name="csX1" fmla="*/ 450679 w 472862"/>
                    <a:gd name="csY1" fmla="*/ 606851 h 1476439"/>
                    <a:gd name="csX2" fmla="*/ 69606 w 472862"/>
                    <a:gd name="csY2" fmla="*/ 1358250 h 1476439"/>
                    <a:gd name="csX3" fmla="*/ 0 w 472862"/>
                    <a:gd name="csY3" fmla="*/ 1476439 h 1476439"/>
                    <a:gd name="csX4" fmla="*/ 22071 w 472862"/>
                    <a:gd name="csY4" fmla="*/ 869588 h 1476439"/>
                    <a:gd name="csX5" fmla="*/ 472862 w 472862"/>
                    <a:gd name="csY5" fmla="*/ 0 h 1476439"/>
                    <a:gd name="csX0" fmla="*/ 472862 w 472862"/>
                    <a:gd name="csY0" fmla="*/ 0 h 1476439"/>
                    <a:gd name="csX1" fmla="*/ 450679 w 472862"/>
                    <a:gd name="csY1" fmla="*/ 606851 h 1476439"/>
                    <a:gd name="csX2" fmla="*/ 75211 w 472862"/>
                    <a:gd name="csY2" fmla="*/ 1470191 h 1476439"/>
                    <a:gd name="csX3" fmla="*/ 0 w 472862"/>
                    <a:gd name="csY3" fmla="*/ 1476439 h 1476439"/>
                    <a:gd name="csX4" fmla="*/ 22071 w 472862"/>
                    <a:gd name="csY4" fmla="*/ 869588 h 1476439"/>
                    <a:gd name="csX5" fmla="*/ 472862 w 472862"/>
                    <a:gd name="csY5" fmla="*/ 0 h 1476439"/>
                    <a:gd name="csX0" fmla="*/ 470351 w 470351"/>
                    <a:gd name="csY0" fmla="*/ 0 h 1470191"/>
                    <a:gd name="csX1" fmla="*/ 448168 w 470351"/>
                    <a:gd name="csY1" fmla="*/ 606851 h 1470191"/>
                    <a:gd name="csX2" fmla="*/ 72700 w 470351"/>
                    <a:gd name="csY2" fmla="*/ 1470191 h 1470191"/>
                    <a:gd name="csX3" fmla="*/ 0 w 470351"/>
                    <a:gd name="csY3" fmla="*/ 1462113 h 1470191"/>
                    <a:gd name="csX4" fmla="*/ 19560 w 470351"/>
                    <a:gd name="csY4" fmla="*/ 869588 h 1470191"/>
                    <a:gd name="csX5" fmla="*/ 470351 w 470351"/>
                    <a:gd name="csY5" fmla="*/ 0 h 1470191"/>
                    <a:gd name="csX0" fmla="*/ 470351 w 470351"/>
                    <a:gd name="csY0" fmla="*/ 0 h 1482129"/>
                    <a:gd name="csX1" fmla="*/ 448168 w 470351"/>
                    <a:gd name="csY1" fmla="*/ 606851 h 1482129"/>
                    <a:gd name="csX2" fmla="*/ 85254 w 470351"/>
                    <a:gd name="csY2" fmla="*/ 1482129 h 1482129"/>
                    <a:gd name="csX3" fmla="*/ 0 w 470351"/>
                    <a:gd name="csY3" fmla="*/ 1462113 h 1482129"/>
                    <a:gd name="csX4" fmla="*/ 19560 w 470351"/>
                    <a:gd name="csY4" fmla="*/ 869588 h 1482129"/>
                    <a:gd name="csX5" fmla="*/ 470351 w 470351"/>
                    <a:gd name="csY5" fmla="*/ 0 h 148212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470351" h="1482129">
                      <a:moveTo>
                        <a:pt x="470351" y="0"/>
                      </a:moveTo>
                      <a:lnTo>
                        <a:pt x="448168" y="606851"/>
                      </a:lnTo>
                      <a:lnTo>
                        <a:pt x="85254" y="1482129"/>
                      </a:lnTo>
                      <a:lnTo>
                        <a:pt x="0" y="1462113"/>
                      </a:lnTo>
                      <a:lnTo>
                        <a:pt x="19560" y="869588"/>
                      </a:lnTo>
                      <a:lnTo>
                        <a:pt x="47035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15000">
                      <a:schemeClr val="accent2">
                        <a:lumMod val="80000"/>
                      </a:schemeClr>
                    </a:gs>
                    <a:gs pos="75000">
                      <a:schemeClr val="accent2">
                        <a:lumMod val="80000"/>
                      </a:scheme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 w="9525" cap="flat">
                  <a:noFill/>
                  <a:prstDash val="solid"/>
                  <a:miter/>
                </a:ln>
                <a:effectLst>
                  <a:outerShdw blurRad="571500" dist="381000" dir="5400000" sx="85000" sy="85000" algn="t" rotWithShape="0">
                    <a:schemeClr val="accent2">
                      <a:alpha val="30000"/>
                    </a:schemeClr>
                  </a:outerShdw>
                </a:effectLst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34" name="Freeform: Shape 20">
                <a:extLst>
                  <a:ext uri="{FF2B5EF4-FFF2-40B4-BE49-F238E27FC236}">
                    <a16:creationId xmlns:a16="http://schemas.microsoft.com/office/drawing/2014/main" id="{2EC0259A-5EF8-F0D1-94EF-F092B38CBA43}"/>
                  </a:ext>
                </a:extLst>
              </p:cNvPr>
              <p:cNvSpPr/>
              <p:nvPr/>
            </p:nvSpPr>
            <p:spPr>
              <a:xfrm>
                <a:off x="6868319" y="3565964"/>
                <a:ext cx="166001" cy="542063"/>
              </a:xfrm>
              <a:custGeom>
                <a:avLst/>
                <a:gdLst>
                  <a:gd name="connsiteX0" fmla="*/ 197304 w 197687"/>
                  <a:gd name="connsiteY0" fmla="*/ 472193 h 645531"/>
                  <a:gd name="connsiteX1" fmla="*/ 190950 w 197687"/>
                  <a:gd name="connsiteY1" fmla="*/ 645531 h 645531"/>
                  <a:gd name="connsiteX2" fmla="*/ 148814 w 197687"/>
                  <a:gd name="connsiteY2" fmla="*/ 405756 h 645531"/>
                  <a:gd name="connsiteX3" fmla="*/ 0 w 197687"/>
                  <a:gd name="connsiteY3" fmla="*/ 173338 h 645531"/>
                  <a:gd name="connsiteX4" fmla="*/ 6354 w 197687"/>
                  <a:gd name="connsiteY4" fmla="*/ 0 h 645531"/>
                  <a:gd name="connsiteX5" fmla="*/ 155168 w 197687"/>
                  <a:gd name="connsiteY5" fmla="*/ 232418 h 645531"/>
                  <a:gd name="connsiteX6" fmla="*/ 197304 w 197687"/>
                  <a:gd name="connsiteY6" fmla="*/ 472193 h 645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7687" h="645531">
                    <a:moveTo>
                      <a:pt x="197304" y="472193"/>
                    </a:moveTo>
                    <a:cubicBezTo>
                      <a:pt x="195186" y="530047"/>
                      <a:pt x="193068" y="587789"/>
                      <a:pt x="190950" y="645531"/>
                    </a:cubicBezTo>
                    <a:cubicBezTo>
                      <a:pt x="193849" y="566832"/>
                      <a:pt x="180361" y="486127"/>
                      <a:pt x="148814" y="405756"/>
                    </a:cubicBezTo>
                    <a:cubicBezTo>
                      <a:pt x="115596" y="321149"/>
                      <a:pt x="64653" y="243119"/>
                      <a:pt x="0" y="173338"/>
                    </a:cubicBezTo>
                    <a:lnTo>
                      <a:pt x="6354" y="0"/>
                    </a:lnTo>
                    <a:cubicBezTo>
                      <a:pt x="71007" y="69781"/>
                      <a:pt x="121950" y="147811"/>
                      <a:pt x="155168" y="232418"/>
                    </a:cubicBezTo>
                    <a:cubicBezTo>
                      <a:pt x="186715" y="312789"/>
                      <a:pt x="200203" y="393383"/>
                      <a:pt x="197304" y="472193"/>
                    </a:cubicBezTo>
                    <a:close/>
                  </a:path>
                </a:pathLst>
              </a:custGeom>
              <a:gradFill flip="none" rotWithShape="1">
                <a:gsLst>
                  <a:gs pos="15000">
                    <a:schemeClr val="accent2">
                      <a:lumMod val="80000"/>
                    </a:schemeClr>
                  </a:gs>
                  <a:gs pos="75000">
                    <a:schemeClr val="accent2">
                      <a:lumMod val="80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9525" cap="flat">
                <a:noFill/>
                <a:prstDash val="solid"/>
                <a:miter/>
              </a:ln>
              <a:effectLst>
                <a:outerShdw blurRad="571500" dist="381000" dir="5400000" sx="85000" sy="85000" algn="t" rotWithShape="0">
                  <a:schemeClr val="accent2">
                    <a:alpha val="30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21">
                <a:extLst>
                  <a:ext uri="{FF2B5EF4-FFF2-40B4-BE49-F238E27FC236}">
                    <a16:creationId xmlns:a16="http://schemas.microsoft.com/office/drawing/2014/main" id="{81E35571-14F4-97EA-D4AA-F763F54EBA4C}"/>
                  </a:ext>
                </a:extLst>
              </p:cNvPr>
              <p:cNvSpPr/>
              <p:nvPr/>
            </p:nvSpPr>
            <p:spPr>
              <a:xfrm>
                <a:off x="6829567" y="4354954"/>
                <a:ext cx="867431" cy="646338"/>
              </a:xfrm>
              <a:custGeom>
                <a:avLst/>
                <a:gdLst>
                  <a:gd name="connsiteX0" fmla="*/ 1033006 w 1033005"/>
                  <a:gd name="connsiteY0" fmla="*/ 596372 h 769710"/>
                  <a:gd name="connsiteX1" fmla="*/ 1026652 w 1033005"/>
                  <a:gd name="connsiteY1" fmla="*/ 769710 h 769710"/>
                  <a:gd name="connsiteX2" fmla="*/ 0 w 1033005"/>
                  <a:gd name="connsiteY2" fmla="*/ 173338 h 769710"/>
                  <a:gd name="connsiteX3" fmla="*/ 6242 w 1033005"/>
                  <a:gd name="connsiteY3" fmla="*/ 0 h 769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33005" h="769710">
                    <a:moveTo>
                      <a:pt x="1033006" y="596372"/>
                    </a:moveTo>
                    <a:lnTo>
                      <a:pt x="1026652" y="769710"/>
                    </a:lnTo>
                    <a:lnTo>
                      <a:pt x="0" y="173338"/>
                    </a:lnTo>
                    <a:lnTo>
                      <a:pt x="6242" y="0"/>
                    </a:lnTo>
                    <a:close/>
                  </a:path>
                </a:pathLst>
              </a:custGeom>
              <a:solidFill>
                <a:srgbClr val="77909E"/>
              </a:solidFill>
              <a:ln w="111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22">
                <a:extLst>
                  <a:ext uri="{FF2B5EF4-FFF2-40B4-BE49-F238E27FC236}">
                    <a16:creationId xmlns:a16="http://schemas.microsoft.com/office/drawing/2014/main" id="{98BD345A-D618-ACE9-2AFD-0EF876DE3E1A}"/>
                  </a:ext>
                </a:extLst>
              </p:cNvPr>
              <p:cNvSpPr/>
              <p:nvPr/>
            </p:nvSpPr>
            <p:spPr>
              <a:xfrm>
                <a:off x="7691569" y="4000569"/>
                <a:ext cx="448458" cy="1000724"/>
              </a:xfrm>
              <a:custGeom>
                <a:avLst/>
                <a:gdLst>
                  <a:gd name="connsiteX0" fmla="*/ 534060 w 534059"/>
                  <a:gd name="connsiteY0" fmla="*/ 0 h 1191741"/>
                  <a:gd name="connsiteX1" fmla="*/ 527706 w 534059"/>
                  <a:gd name="connsiteY1" fmla="*/ 173450 h 1191741"/>
                  <a:gd name="connsiteX2" fmla="*/ 0 w 534059"/>
                  <a:gd name="connsiteY2" fmla="*/ 1191741 h 1191741"/>
                  <a:gd name="connsiteX3" fmla="*/ 6354 w 534059"/>
                  <a:gd name="connsiteY3" fmla="*/ 1018403 h 1191741"/>
                  <a:gd name="connsiteX4" fmla="*/ 534060 w 534059"/>
                  <a:gd name="connsiteY4" fmla="*/ 0 h 11917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4059" h="1191741">
                    <a:moveTo>
                      <a:pt x="534060" y="0"/>
                    </a:moveTo>
                    <a:cubicBezTo>
                      <a:pt x="531942" y="57854"/>
                      <a:pt x="529824" y="115596"/>
                      <a:pt x="527706" y="173450"/>
                    </a:cubicBezTo>
                    <a:cubicBezTo>
                      <a:pt x="514552" y="535174"/>
                      <a:pt x="337759" y="890434"/>
                      <a:pt x="0" y="1191741"/>
                    </a:cubicBezTo>
                    <a:lnTo>
                      <a:pt x="6354" y="1018403"/>
                    </a:lnTo>
                    <a:cubicBezTo>
                      <a:pt x="344112" y="716984"/>
                      <a:pt x="520906" y="361725"/>
                      <a:pt x="534060" y="0"/>
                    </a:cubicBezTo>
                    <a:close/>
                  </a:path>
                </a:pathLst>
              </a:custGeom>
              <a:gradFill flip="none" rotWithShape="1">
                <a:gsLst>
                  <a:gs pos="15000">
                    <a:schemeClr val="accent2">
                      <a:lumMod val="90000"/>
                    </a:schemeClr>
                  </a:gs>
                  <a:gs pos="75000">
                    <a:schemeClr val="accent2">
                      <a:lumMod val="9000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9525" cap="flat">
                <a:noFill/>
                <a:prstDash val="solid"/>
                <a:miter/>
              </a:ln>
              <a:effectLst>
                <a:outerShdw blurRad="571500" dist="381000" dir="5400000" sx="85000" sy="85000" algn="t" rotWithShape="0">
                  <a:schemeClr val="accent2">
                    <a:alpha val="30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23">
                <a:extLst>
                  <a:ext uri="{FF2B5EF4-FFF2-40B4-BE49-F238E27FC236}">
                    <a16:creationId xmlns:a16="http://schemas.microsoft.com/office/drawing/2014/main" id="{55F9AF32-F9C6-8DB2-FCD2-61DEE863F982}"/>
                  </a:ext>
                </a:extLst>
              </p:cNvPr>
              <p:cNvSpPr/>
              <p:nvPr/>
            </p:nvSpPr>
            <p:spPr>
              <a:xfrm>
                <a:off x="6834809" y="3143621"/>
                <a:ext cx="1305891" cy="1712116"/>
              </a:xfrm>
              <a:custGeom>
                <a:avLst/>
                <a:gdLst>
                  <a:gd name="connsiteX0" fmla="*/ 1135448 w 1555159"/>
                  <a:gd name="connsiteY0" fmla="*/ 0 h 2038923"/>
                  <a:gd name="connsiteX1" fmla="*/ 1026652 w 1555159"/>
                  <a:gd name="connsiteY1" fmla="*/ 2038924 h 2038923"/>
                  <a:gd name="connsiteX2" fmla="*/ 0 w 1555159"/>
                  <a:gd name="connsiteY2" fmla="*/ 1442552 h 2038923"/>
                  <a:gd name="connsiteX3" fmla="*/ 194963 w 1555159"/>
                  <a:gd name="connsiteY3" fmla="*/ 735377 h 2038923"/>
                  <a:gd name="connsiteX4" fmla="*/ 46149 w 1555159"/>
                  <a:gd name="connsiteY4" fmla="*/ 502959 h 2038923"/>
                  <a:gd name="connsiteX5" fmla="*/ 1135448 w 1555159"/>
                  <a:gd name="connsiteY5" fmla="*/ 0 h 2038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555159" h="2038923">
                    <a:moveTo>
                      <a:pt x="1135448" y="0"/>
                    </a:moveTo>
                    <a:cubicBezTo>
                      <a:pt x="1732266" y="648318"/>
                      <a:pt x="1689572" y="1447345"/>
                      <a:pt x="1026652" y="2038924"/>
                    </a:cubicBezTo>
                    <a:lnTo>
                      <a:pt x="0" y="1442552"/>
                    </a:lnTo>
                    <a:cubicBezTo>
                      <a:pt x="211907" y="1252159"/>
                      <a:pt x="295957" y="992319"/>
                      <a:pt x="194963" y="735377"/>
                    </a:cubicBezTo>
                    <a:cubicBezTo>
                      <a:pt x="161745" y="650770"/>
                      <a:pt x="110803" y="572740"/>
                      <a:pt x="46149" y="502959"/>
                    </a:cubicBezTo>
                    <a:lnTo>
                      <a:pt x="1135448" y="0"/>
                    </a:lnTo>
                    <a:close/>
                  </a:path>
                </a:pathLst>
              </a:custGeom>
              <a:gradFill flip="none" rotWithShape="1">
                <a:gsLst>
                  <a:gs pos="15000">
                    <a:schemeClr val="accent2">
                      <a:lumMod val="60000"/>
                      <a:lumOff val="40000"/>
                    </a:schemeClr>
                  </a:gs>
                  <a:gs pos="75000">
                    <a:schemeClr val="accent2"/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flat">
                <a:noFill/>
                <a:prstDash val="solid"/>
                <a:miter/>
              </a:ln>
              <a:effectLst>
                <a:outerShdw blurRad="571500" dist="381000" dir="5400000" sx="85000" sy="85000" algn="t" rotWithShape="0">
                  <a:schemeClr val="accent1">
                    <a:alpha val="30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8" name="Freeform: Shape 25">
                <a:extLst>
                  <a:ext uri="{FF2B5EF4-FFF2-40B4-BE49-F238E27FC236}">
                    <a16:creationId xmlns:a16="http://schemas.microsoft.com/office/drawing/2014/main" id="{616DFA9D-78E4-0104-DD74-05A5D03ECCBC}"/>
                  </a:ext>
                </a:extLst>
              </p:cNvPr>
              <p:cNvSpPr/>
              <p:nvPr/>
            </p:nvSpPr>
            <p:spPr>
              <a:xfrm>
                <a:off x="5386657" y="4676243"/>
                <a:ext cx="2349432" cy="857124"/>
              </a:xfrm>
              <a:custGeom>
                <a:avLst/>
                <a:gdLst>
                  <a:gd name="connsiteX0" fmla="*/ 2757803 w 2757802"/>
                  <a:gd name="connsiteY0" fmla="*/ 0 h 981275"/>
                  <a:gd name="connsiteX1" fmla="*/ 2745095 w 2757802"/>
                  <a:gd name="connsiteY1" fmla="*/ 346787 h 981275"/>
                  <a:gd name="connsiteX2" fmla="*/ 1501409 w 2757802"/>
                  <a:gd name="connsiteY2" fmla="*/ 928446 h 981275"/>
                  <a:gd name="connsiteX3" fmla="*/ 0 w 2757802"/>
                  <a:gd name="connsiteY3" fmla="*/ 854428 h 981275"/>
                  <a:gd name="connsiteX4" fmla="*/ 12596 w 2757802"/>
                  <a:gd name="connsiteY4" fmla="*/ 507641 h 981275"/>
                  <a:gd name="connsiteX5" fmla="*/ 1514005 w 2757802"/>
                  <a:gd name="connsiteY5" fmla="*/ 581658 h 981275"/>
                  <a:gd name="connsiteX6" fmla="*/ 2757803 w 2757802"/>
                  <a:gd name="connsiteY6" fmla="*/ 0 h 981275"/>
                  <a:gd name="csX0" fmla="*/ 2797887 w 2797887"/>
                  <a:gd name="csY0" fmla="*/ 0 h 1001316"/>
                  <a:gd name="csX1" fmla="*/ 2745095 w 2797887"/>
                  <a:gd name="csY1" fmla="*/ 366828 h 1001316"/>
                  <a:gd name="csX2" fmla="*/ 1501409 w 2797887"/>
                  <a:gd name="csY2" fmla="*/ 948487 h 1001316"/>
                  <a:gd name="csX3" fmla="*/ 0 w 2797887"/>
                  <a:gd name="csY3" fmla="*/ 874469 h 1001316"/>
                  <a:gd name="csX4" fmla="*/ 12596 w 2797887"/>
                  <a:gd name="csY4" fmla="*/ 527682 h 1001316"/>
                  <a:gd name="csX5" fmla="*/ 1514005 w 2797887"/>
                  <a:gd name="csY5" fmla="*/ 601699 h 1001316"/>
                  <a:gd name="csX6" fmla="*/ 2797887 w 2797887"/>
                  <a:gd name="csY6" fmla="*/ 0 h 1001316"/>
                  <a:gd name="csX0" fmla="*/ 2797887 w 2799692"/>
                  <a:gd name="csY0" fmla="*/ 0 h 1002135"/>
                  <a:gd name="csX1" fmla="*/ 2798540 w 2799692"/>
                  <a:gd name="csY1" fmla="*/ 333425 h 1002135"/>
                  <a:gd name="csX2" fmla="*/ 1501409 w 2799692"/>
                  <a:gd name="csY2" fmla="*/ 948487 h 1002135"/>
                  <a:gd name="csX3" fmla="*/ 0 w 2799692"/>
                  <a:gd name="csY3" fmla="*/ 874469 h 1002135"/>
                  <a:gd name="csX4" fmla="*/ 12596 w 2799692"/>
                  <a:gd name="csY4" fmla="*/ 527682 h 1002135"/>
                  <a:gd name="csX5" fmla="*/ 1514005 w 2799692"/>
                  <a:gd name="csY5" fmla="*/ 601699 h 1002135"/>
                  <a:gd name="csX6" fmla="*/ 2797887 w 2799692"/>
                  <a:gd name="csY6" fmla="*/ 0 h 1002135"/>
                  <a:gd name="csX0" fmla="*/ 2784526 w 2799074"/>
                  <a:gd name="csY0" fmla="*/ 0 h 1022177"/>
                  <a:gd name="csX1" fmla="*/ 2798540 w 2799074"/>
                  <a:gd name="csY1" fmla="*/ 353467 h 1022177"/>
                  <a:gd name="csX2" fmla="*/ 1501409 w 2799074"/>
                  <a:gd name="csY2" fmla="*/ 968529 h 1022177"/>
                  <a:gd name="csX3" fmla="*/ 0 w 2799074"/>
                  <a:gd name="csY3" fmla="*/ 894511 h 1022177"/>
                  <a:gd name="csX4" fmla="*/ 12596 w 2799074"/>
                  <a:gd name="csY4" fmla="*/ 547724 h 1022177"/>
                  <a:gd name="csX5" fmla="*/ 1514005 w 2799074"/>
                  <a:gd name="csY5" fmla="*/ 621741 h 1022177"/>
                  <a:gd name="csX6" fmla="*/ 2784526 w 2799074"/>
                  <a:gd name="csY6" fmla="*/ 0 h 1022177"/>
                  <a:gd name="csX0" fmla="*/ 2784526 w 2792588"/>
                  <a:gd name="csY0" fmla="*/ 0 h 1020729"/>
                  <a:gd name="csX1" fmla="*/ 2791860 w 2792588"/>
                  <a:gd name="csY1" fmla="*/ 373508 h 1020729"/>
                  <a:gd name="csX2" fmla="*/ 1501409 w 2792588"/>
                  <a:gd name="csY2" fmla="*/ 968529 h 1020729"/>
                  <a:gd name="csX3" fmla="*/ 0 w 2792588"/>
                  <a:gd name="csY3" fmla="*/ 894511 h 1020729"/>
                  <a:gd name="csX4" fmla="*/ 12596 w 2792588"/>
                  <a:gd name="csY4" fmla="*/ 547724 h 1020729"/>
                  <a:gd name="csX5" fmla="*/ 1514005 w 2792588"/>
                  <a:gd name="csY5" fmla="*/ 621741 h 1020729"/>
                  <a:gd name="csX6" fmla="*/ 2784526 w 2792588"/>
                  <a:gd name="csY6" fmla="*/ 0 h 1020729"/>
                  <a:gd name="csX0" fmla="*/ 2791207 w 2793012"/>
                  <a:gd name="csY0" fmla="*/ 0 h 907159"/>
                  <a:gd name="csX1" fmla="*/ 2791860 w 2793012"/>
                  <a:gd name="csY1" fmla="*/ 259938 h 907159"/>
                  <a:gd name="csX2" fmla="*/ 1501409 w 2793012"/>
                  <a:gd name="csY2" fmla="*/ 854959 h 907159"/>
                  <a:gd name="csX3" fmla="*/ 0 w 2793012"/>
                  <a:gd name="csY3" fmla="*/ 780941 h 907159"/>
                  <a:gd name="csX4" fmla="*/ 12596 w 2793012"/>
                  <a:gd name="csY4" fmla="*/ 434154 h 907159"/>
                  <a:gd name="csX5" fmla="*/ 1514005 w 2793012"/>
                  <a:gd name="csY5" fmla="*/ 508171 h 907159"/>
                  <a:gd name="csX6" fmla="*/ 2791207 w 2793012"/>
                  <a:gd name="csY6" fmla="*/ 0 h 907159"/>
                  <a:gd name="csX0" fmla="*/ 2784527 w 2792588"/>
                  <a:gd name="csY0" fmla="*/ 0 h 1014049"/>
                  <a:gd name="csX1" fmla="*/ 2791860 w 2792588"/>
                  <a:gd name="csY1" fmla="*/ 366828 h 1014049"/>
                  <a:gd name="csX2" fmla="*/ 1501409 w 2792588"/>
                  <a:gd name="csY2" fmla="*/ 961849 h 1014049"/>
                  <a:gd name="csX3" fmla="*/ 0 w 2792588"/>
                  <a:gd name="csY3" fmla="*/ 887831 h 1014049"/>
                  <a:gd name="csX4" fmla="*/ 12596 w 2792588"/>
                  <a:gd name="csY4" fmla="*/ 541044 h 1014049"/>
                  <a:gd name="csX5" fmla="*/ 1514005 w 2792588"/>
                  <a:gd name="csY5" fmla="*/ 615061 h 1014049"/>
                  <a:gd name="csX6" fmla="*/ 2784527 w 2792588"/>
                  <a:gd name="csY6" fmla="*/ 0 h 1014049"/>
                  <a:gd name="csX0" fmla="*/ 2797889 w 2797889"/>
                  <a:gd name="csY0" fmla="*/ 0 h 1020730"/>
                  <a:gd name="csX1" fmla="*/ 2791860 w 2797889"/>
                  <a:gd name="csY1" fmla="*/ 373509 h 1020730"/>
                  <a:gd name="csX2" fmla="*/ 1501409 w 2797889"/>
                  <a:gd name="csY2" fmla="*/ 968530 h 1020730"/>
                  <a:gd name="csX3" fmla="*/ 0 w 2797889"/>
                  <a:gd name="csY3" fmla="*/ 894512 h 1020730"/>
                  <a:gd name="csX4" fmla="*/ 12596 w 2797889"/>
                  <a:gd name="csY4" fmla="*/ 547725 h 1020730"/>
                  <a:gd name="csX5" fmla="*/ 1514005 w 2797889"/>
                  <a:gd name="csY5" fmla="*/ 621742 h 1020730"/>
                  <a:gd name="csX6" fmla="*/ 2797889 w 2797889"/>
                  <a:gd name="csY6" fmla="*/ 0 h 10207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797889" h="1020730">
                    <a:moveTo>
                      <a:pt x="2797889" y="0"/>
                    </a:moveTo>
                    <a:cubicBezTo>
                      <a:pt x="2793653" y="115596"/>
                      <a:pt x="2796096" y="257913"/>
                      <a:pt x="2791860" y="373509"/>
                    </a:cubicBezTo>
                    <a:cubicBezTo>
                      <a:pt x="2460456" y="669243"/>
                      <a:pt x="1966719" y="881696"/>
                      <a:pt x="1501409" y="968530"/>
                    </a:cubicBezTo>
                    <a:cubicBezTo>
                      <a:pt x="1036099" y="1055364"/>
                      <a:pt x="503293" y="1035970"/>
                      <a:pt x="0" y="894512"/>
                    </a:cubicBezTo>
                    <a:lnTo>
                      <a:pt x="12596" y="547725"/>
                    </a:lnTo>
                    <a:cubicBezTo>
                      <a:pt x="515890" y="689071"/>
                      <a:pt x="1036350" y="710027"/>
                      <a:pt x="1514005" y="621742"/>
                    </a:cubicBezTo>
                    <a:cubicBezTo>
                      <a:pt x="1991771" y="533457"/>
                      <a:pt x="2466484" y="295734"/>
                      <a:pt x="2797889" y="0"/>
                    </a:cubicBezTo>
                    <a:close/>
                  </a:path>
                </a:pathLst>
              </a:custGeom>
              <a:gradFill flip="none" rotWithShape="1">
                <a:gsLst>
                  <a:gs pos="15000">
                    <a:schemeClr val="accent3">
                      <a:lumMod val="70000"/>
                      <a:lumOff val="30000"/>
                    </a:schemeClr>
                  </a:gs>
                  <a:gs pos="75000">
                    <a:schemeClr val="accent3">
                      <a:lumMod val="9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flat">
                <a:noFill/>
                <a:prstDash val="solid"/>
                <a:miter/>
              </a:ln>
              <a:effectLst>
                <a:outerShdw blurRad="571500" dist="381000" dir="5400000" sx="85000" sy="85000" algn="t" rotWithShape="0">
                  <a:schemeClr val="accent3">
                    <a:alpha val="30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26">
                <a:extLst>
                  <a:ext uri="{FF2B5EF4-FFF2-40B4-BE49-F238E27FC236}">
                    <a16:creationId xmlns:a16="http://schemas.microsoft.com/office/drawing/2014/main" id="{65885C9A-8286-4FA2-4B59-D9D82934C075}"/>
                  </a:ext>
                </a:extLst>
              </p:cNvPr>
              <p:cNvSpPr/>
              <p:nvPr/>
            </p:nvSpPr>
            <p:spPr>
              <a:xfrm>
                <a:off x="5397328" y="4186680"/>
                <a:ext cx="2338759" cy="1056699"/>
              </a:xfrm>
              <a:custGeom>
                <a:avLst/>
                <a:gdLst>
                  <a:gd name="connsiteX0" fmla="*/ 1718443 w 2745095"/>
                  <a:gd name="connsiteY0" fmla="*/ 0 h 1230859"/>
                  <a:gd name="connsiteX1" fmla="*/ 2745095 w 2745095"/>
                  <a:gd name="connsiteY1" fmla="*/ 596372 h 1230859"/>
                  <a:gd name="connsiteX2" fmla="*/ 1501408 w 2745095"/>
                  <a:gd name="connsiteY2" fmla="*/ 1178030 h 1230859"/>
                  <a:gd name="connsiteX3" fmla="*/ 0 w 2745095"/>
                  <a:gd name="connsiteY3" fmla="*/ 1104013 h 1230859"/>
                  <a:gd name="connsiteX4" fmla="*/ 450790 w 2745095"/>
                  <a:gd name="connsiteY4" fmla="*/ 234424 h 1230859"/>
                  <a:gd name="connsiteX5" fmla="*/ 1143139 w 2745095"/>
                  <a:gd name="connsiteY5" fmla="*/ 266305 h 1230859"/>
                  <a:gd name="connsiteX6" fmla="*/ 1718443 w 2745095"/>
                  <a:gd name="connsiteY6" fmla="*/ 0 h 1230859"/>
                  <a:gd name="csX0" fmla="*/ 1751846 w 2745095"/>
                  <a:gd name="csY0" fmla="*/ 0 h 1257582"/>
                  <a:gd name="csX1" fmla="*/ 2745095 w 2745095"/>
                  <a:gd name="csY1" fmla="*/ 623094 h 1257582"/>
                  <a:gd name="csX2" fmla="*/ 1501408 w 2745095"/>
                  <a:gd name="csY2" fmla="*/ 1204752 h 1257582"/>
                  <a:gd name="csX3" fmla="*/ 0 w 2745095"/>
                  <a:gd name="csY3" fmla="*/ 1130735 h 1257582"/>
                  <a:gd name="csX4" fmla="*/ 450790 w 2745095"/>
                  <a:gd name="csY4" fmla="*/ 261146 h 1257582"/>
                  <a:gd name="csX5" fmla="*/ 1143139 w 2745095"/>
                  <a:gd name="csY5" fmla="*/ 293027 h 1257582"/>
                  <a:gd name="csX6" fmla="*/ 1751846 w 2745095"/>
                  <a:gd name="csY6" fmla="*/ 0 h 1257582"/>
                  <a:gd name="csX0" fmla="*/ 1751846 w 2785179"/>
                  <a:gd name="csY0" fmla="*/ 0 h 1258400"/>
                  <a:gd name="csX1" fmla="*/ 2785179 w 2785179"/>
                  <a:gd name="csY1" fmla="*/ 589691 h 1258400"/>
                  <a:gd name="csX2" fmla="*/ 1501408 w 2785179"/>
                  <a:gd name="csY2" fmla="*/ 1204752 h 1258400"/>
                  <a:gd name="csX3" fmla="*/ 0 w 2785179"/>
                  <a:gd name="csY3" fmla="*/ 1130735 h 1258400"/>
                  <a:gd name="csX4" fmla="*/ 450790 w 2785179"/>
                  <a:gd name="csY4" fmla="*/ 261146 h 1258400"/>
                  <a:gd name="csX5" fmla="*/ 1143139 w 2785179"/>
                  <a:gd name="csY5" fmla="*/ 293027 h 1258400"/>
                  <a:gd name="csX6" fmla="*/ 1751846 w 2785179"/>
                  <a:gd name="csY6" fmla="*/ 0 h 1258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785179" h="1258400">
                    <a:moveTo>
                      <a:pt x="1751846" y="0"/>
                    </a:moveTo>
                    <a:cubicBezTo>
                      <a:pt x="2094063" y="198791"/>
                      <a:pt x="2442962" y="390900"/>
                      <a:pt x="2785179" y="589691"/>
                    </a:cubicBezTo>
                    <a:cubicBezTo>
                      <a:pt x="2453775" y="885425"/>
                      <a:pt x="1965604" y="1114578"/>
                      <a:pt x="1501408" y="1204752"/>
                    </a:cubicBezTo>
                    <a:cubicBezTo>
                      <a:pt x="1037212" y="1294926"/>
                      <a:pt x="503293" y="1272192"/>
                      <a:pt x="0" y="1130735"/>
                    </a:cubicBezTo>
                    <a:lnTo>
                      <a:pt x="450790" y="261146"/>
                    </a:lnTo>
                    <a:cubicBezTo>
                      <a:pt x="665261" y="322010"/>
                      <a:pt x="906151" y="336836"/>
                      <a:pt x="1143139" y="293027"/>
                    </a:cubicBezTo>
                    <a:cubicBezTo>
                      <a:pt x="1380239" y="249219"/>
                      <a:pt x="1610947" y="126632"/>
                      <a:pt x="1751846" y="0"/>
                    </a:cubicBezTo>
                    <a:close/>
                  </a:path>
                </a:pathLst>
              </a:custGeom>
              <a:gradFill flip="none" rotWithShape="1">
                <a:gsLst>
                  <a:gs pos="15000">
                    <a:schemeClr val="accent3">
                      <a:lumMod val="60000"/>
                      <a:lumOff val="40000"/>
                    </a:schemeClr>
                  </a:gs>
                  <a:gs pos="75000">
                    <a:schemeClr val="accent3"/>
                  </a:gs>
                </a:gsLst>
                <a:path path="circle">
                  <a:fillToRect l="100000" t="100000"/>
                </a:path>
                <a:tileRect r="-100000" b="-100000"/>
              </a:gradFill>
              <a:ln w="9525" cap="flat">
                <a:noFill/>
                <a:prstDash val="solid"/>
                <a:miter/>
              </a:ln>
              <a:effectLst>
                <a:outerShdw blurRad="571500" dist="381000" dir="5400000" sx="85000" sy="85000" algn="t" rotWithShape="0">
                  <a:schemeClr val="accent3">
                    <a:alpha val="30000"/>
                  </a:schemeClr>
                </a:out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5" name="TextBox 75">
              <a:extLst>
                <a:ext uri="{FF2B5EF4-FFF2-40B4-BE49-F238E27FC236}">
                  <a16:creationId xmlns:a16="http://schemas.microsoft.com/office/drawing/2014/main" id="{4777B424-89B1-DAC6-2F9B-36793EE7FFF4}"/>
                </a:ext>
              </a:extLst>
            </p:cNvPr>
            <p:cNvSpPr txBox="1"/>
            <p:nvPr/>
          </p:nvSpPr>
          <p:spPr>
            <a:xfrm>
              <a:off x="3981374" y="3525530"/>
              <a:ext cx="1322784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spc="-50" dirty="0">
                  <a:ln w="6350">
                    <a:solidFill>
                      <a:schemeClr val="accent1"/>
                    </a:solidFill>
                  </a:ln>
                  <a:solidFill>
                    <a:schemeClr val="bg1"/>
                  </a:solidFill>
                  <a:effectLst>
                    <a:outerShdw blurRad="60007" dir="2000400" sy="-30000" kx="-800400" algn="bl" rotWithShape="0">
                      <a:prstClr val="black">
                        <a:alpha val="8000"/>
                      </a:prstClr>
                    </a:outerShdw>
                  </a:effectLst>
                  <a:latin typeface="+mj-lt"/>
                </a:rPr>
                <a:t>35%</a:t>
              </a:r>
            </a:p>
          </p:txBody>
        </p:sp>
        <p:sp>
          <p:nvSpPr>
            <p:cNvPr id="66" name="TextBox 75">
              <a:extLst>
                <a:ext uri="{FF2B5EF4-FFF2-40B4-BE49-F238E27FC236}">
                  <a16:creationId xmlns:a16="http://schemas.microsoft.com/office/drawing/2014/main" id="{6FF5E368-07EF-F920-C988-D4CBCBAC0B4B}"/>
                </a:ext>
              </a:extLst>
            </p:cNvPr>
            <p:cNvSpPr txBox="1"/>
            <p:nvPr/>
          </p:nvSpPr>
          <p:spPr>
            <a:xfrm>
              <a:off x="5973734" y="2922783"/>
              <a:ext cx="1322784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b="1" spc="-50" dirty="0">
                  <a:ln w="6350">
                    <a:solidFill>
                      <a:schemeClr val="accent1"/>
                    </a:solidFill>
                  </a:ln>
                  <a:solidFill>
                    <a:schemeClr val="bg1"/>
                  </a:solidFill>
                  <a:effectLst>
                    <a:outerShdw blurRad="60007" dir="2000400" sy="-30000" kx="-800400" algn="bl" rotWithShape="0">
                      <a:prstClr val="black">
                        <a:alpha val="8000"/>
                      </a:prstClr>
                    </a:outerShdw>
                  </a:effectLst>
                  <a:latin typeface="+mj-lt"/>
                </a:rPr>
                <a:t>26.9</a:t>
              </a:r>
              <a:r>
                <a:rPr lang="en-US" sz="2400" b="1" spc="-50" dirty="0">
                  <a:ln w="6350">
                    <a:solidFill>
                      <a:schemeClr val="accent1"/>
                    </a:solidFill>
                  </a:ln>
                  <a:solidFill>
                    <a:schemeClr val="bg1"/>
                  </a:solidFill>
                  <a:effectLst>
                    <a:outerShdw blurRad="60007" dir="2000400" sy="-30000" kx="-800400" algn="bl" rotWithShape="0">
                      <a:prstClr val="black">
                        <a:alpha val="8000"/>
                      </a:prstClr>
                    </a:outerShdw>
                  </a:effectLst>
                  <a:latin typeface="+mj-lt"/>
                </a:rPr>
                <a:t>%</a:t>
              </a:r>
            </a:p>
          </p:txBody>
        </p:sp>
        <p:sp>
          <p:nvSpPr>
            <p:cNvPr id="67" name="TextBox 75">
              <a:extLst>
                <a:ext uri="{FF2B5EF4-FFF2-40B4-BE49-F238E27FC236}">
                  <a16:creationId xmlns:a16="http://schemas.microsoft.com/office/drawing/2014/main" id="{882181AF-F0FD-6774-5B1A-27F872C7C6E3}"/>
                </a:ext>
              </a:extLst>
            </p:cNvPr>
            <p:cNvSpPr txBox="1"/>
            <p:nvPr/>
          </p:nvSpPr>
          <p:spPr>
            <a:xfrm>
              <a:off x="5829760" y="4967978"/>
              <a:ext cx="1322784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b="1" spc="-50" dirty="0">
                  <a:ln w="6350">
                    <a:solidFill>
                      <a:schemeClr val="tx2"/>
                    </a:solidFill>
                  </a:ln>
                  <a:solidFill>
                    <a:schemeClr val="bg1"/>
                  </a:solidFill>
                  <a:effectLst>
                    <a:outerShdw blurRad="60007" dir="2000400" sy="-30000" kx="-800400" algn="bl" rotWithShape="0">
                      <a:prstClr val="black">
                        <a:alpha val="8000"/>
                      </a:prstClr>
                    </a:outerShdw>
                  </a:effectLst>
                  <a:latin typeface="+mj-lt"/>
                </a:rPr>
                <a:t>21.9</a:t>
              </a:r>
              <a:r>
                <a:rPr lang="en-US" sz="2400" b="1" spc="-50" dirty="0">
                  <a:ln w="6350">
                    <a:solidFill>
                      <a:schemeClr val="tx2"/>
                    </a:solidFill>
                  </a:ln>
                  <a:solidFill>
                    <a:schemeClr val="bg1"/>
                  </a:solidFill>
                  <a:effectLst>
                    <a:outerShdw blurRad="60007" dir="2000400" sy="-30000" kx="-800400" algn="bl" rotWithShape="0">
                      <a:prstClr val="black">
                        <a:alpha val="8000"/>
                      </a:prstClr>
                    </a:outerShdw>
                  </a:effectLst>
                  <a:latin typeface="+mj-lt"/>
                </a:rPr>
                <a:t>%</a:t>
              </a:r>
            </a:p>
          </p:txBody>
        </p:sp>
        <p:sp>
          <p:nvSpPr>
            <p:cNvPr id="68" name="TextBox 75">
              <a:extLst>
                <a:ext uri="{FF2B5EF4-FFF2-40B4-BE49-F238E27FC236}">
                  <a16:creationId xmlns:a16="http://schemas.microsoft.com/office/drawing/2014/main" id="{0507EFD8-9E84-EF2E-7097-E4705144DB79}"/>
                </a:ext>
              </a:extLst>
            </p:cNvPr>
            <p:cNvSpPr txBox="1"/>
            <p:nvPr/>
          </p:nvSpPr>
          <p:spPr>
            <a:xfrm>
              <a:off x="6912664" y="4127221"/>
              <a:ext cx="1322784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2400" b="1" spc="-50" dirty="0">
                  <a:ln w="6350">
                    <a:solidFill>
                      <a:schemeClr val="accent1"/>
                    </a:solidFill>
                  </a:ln>
                  <a:solidFill>
                    <a:schemeClr val="bg1"/>
                  </a:solidFill>
                  <a:effectLst>
                    <a:outerShdw blurRad="60007" dir="2000400" sy="-30000" kx="-800400" algn="bl" rotWithShape="0">
                      <a:prstClr val="black">
                        <a:alpha val="8000"/>
                      </a:prstClr>
                    </a:outerShdw>
                  </a:effectLst>
                  <a:latin typeface="+mj-lt"/>
                </a:rPr>
                <a:t>16.2</a:t>
              </a:r>
              <a:r>
                <a:rPr lang="en-US" sz="2400" b="1" spc="-50" dirty="0">
                  <a:ln w="6350">
                    <a:solidFill>
                      <a:schemeClr val="accent1"/>
                    </a:solidFill>
                  </a:ln>
                  <a:solidFill>
                    <a:schemeClr val="bg1"/>
                  </a:solidFill>
                  <a:effectLst>
                    <a:outerShdw blurRad="60007" dir="2000400" sy="-30000" kx="-800400" algn="bl" rotWithShape="0">
                      <a:prstClr val="black">
                        <a:alpha val="8000"/>
                      </a:prstClr>
                    </a:outerShdw>
                  </a:effectLst>
                  <a:latin typeface="+mj-lt"/>
                </a:rPr>
                <a:t>%</a:t>
              </a:r>
            </a:p>
          </p:txBody>
        </p:sp>
      </p:grpSp>
      <p:grpSp>
        <p:nvGrpSpPr>
          <p:cNvPr id="69" name="Group 52">
            <a:extLst>
              <a:ext uri="{FF2B5EF4-FFF2-40B4-BE49-F238E27FC236}">
                <a16:creationId xmlns:a16="http://schemas.microsoft.com/office/drawing/2014/main" id="{7B0A871A-D7C7-B3B1-B9B6-2CEBD262CB1E}"/>
              </a:ext>
            </a:extLst>
          </p:cNvPr>
          <p:cNvGrpSpPr/>
          <p:nvPr/>
        </p:nvGrpSpPr>
        <p:grpSpPr>
          <a:xfrm>
            <a:off x="7005212" y="2350717"/>
            <a:ext cx="806670" cy="275514"/>
            <a:chOff x="5212074" y="2149193"/>
            <a:chExt cx="481242" cy="226171"/>
          </a:xfrm>
        </p:grpSpPr>
        <p:cxnSp>
          <p:nvCxnSpPr>
            <p:cNvPr id="70" name="Straight Arrow Connector 53">
              <a:extLst>
                <a:ext uri="{FF2B5EF4-FFF2-40B4-BE49-F238E27FC236}">
                  <a16:creationId xmlns:a16="http://schemas.microsoft.com/office/drawing/2014/main" id="{628EB1CF-187C-6718-D27C-AC82C769A5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12700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54">
              <a:extLst>
                <a:ext uri="{FF2B5EF4-FFF2-40B4-BE49-F238E27FC236}">
                  <a16:creationId xmlns:a16="http://schemas.microsoft.com/office/drawing/2014/main" id="{BA9894E6-A595-1D98-D4F3-3C10F82ED5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255070" cy="0"/>
            </a:xfrm>
            <a:prstGeom prst="straightConnector1">
              <a:avLst/>
            </a:prstGeom>
            <a:ln w="12700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TextBox 8">
            <a:extLst>
              <a:ext uri="{FF2B5EF4-FFF2-40B4-BE49-F238E27FC236}">
                <a16:creationId xmlns:a16="http://schemas.microsoft.com/office/drawing/2014/main" id="{C5BDE2EC-7B71-CE88-E946-8E85CC69D992}"/>
              </a:ext>
            </a:extLst>
          </p:cNvPr>
          <p:cNvSpPr txBox="1"/>
          <p:nvPr/>
        </p:nvSpPr>
        <p:spPr>
          <a:xfrm>
            <a:off x="899943" y="3295876"/>
            <a:ext cx="2196139" cy="636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TW" altLang="en-US" spc="50" dirty="0">
                <a:solidFill>
                  <a:schemeClr val="tx2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  <a:cs typeface="Noto Sans T Chinese"/>
                <a:sym typeface="Noto Sans T Chinese"/>
              </a:rPr>
              <a:t>家裡空間不足，</a:t>
            </a:r>
            <a:endParaRPr lang="en-US" altLang="zh-TW" spc="50" dirty="0">
              <a:solidFill>
                <a:schemeClr val="tx2"/>
              </a:solidFill>
              <a:latin typeface="Noto Sans TC Medium" panose="020B0200000000000000" pitchFamily="34" charset="-120"/>
              <a:ea typeface="Noto Sans TC Medium" panose="020B0200000000000000" pitchFamily="34" charset="-120"/>
              <a:cs typeface="Noto Sans T Chinese"/>
              <a:sym typeface="Noto Sans T Chinese"/>
            </a:endParaRP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TW" altLang="en-US" spc="50" dirty="0">
                <a:solidFill>
                  <a:schemeClr val="tx2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  <a:cs typeface="Noto Sans T Chinese"/>
                <a:sym typeface="Noto Sans T Chinese"/>
              </a:rPr>
              <a:t>想清空但懶得處理</a:t>
            </a:r>
            <a:endParaRPr lang="en-US" spc="50" dirty="0">
              <a:solidFill>
                <a:schemeClr val="tx2"/>
              </a:solidFill>
              <a:latin typeface="Noto Sans TC Medium" panose="020B0200000000000000" pitchFamily="34" charset="-120"/>
              <a:ea typeface="Noto Sans TC Medium" panose="020B0200000000000000" pitchFamily="34" charset="-120"/>
              <a:cs typeface="Noto Sans T Chinese"/>
              <a:sym typeface="Noto Sans T Chinese"/>
            </a:endParaRPr>
          </a:p>
        </p:txBody>
      </p:sp>
      <p:sp>
        <p:nvSpPr>
          <p:cNvPr id="73" name="TextBox 8">
            <a:extLst>
              <a:ext uri="{FF2B5EF4-FFF2-40B4-BE49-F238E27FC236}">
                <a16:creationId xmlns:a16="http://schemas.microsoft.com/office/drawing/2014/main" id="{45E34A51-5D7C-E17E-CCFB-3F29427A3FAB}"/>
              </a:ext>
            </a:extLst>
          </p:cNvPr>
          <p:cNvSpPr txBox="1"/>
          <p:nvPr/>
        </p:nvSpPr>
        <p:spPr>
          <a:xfrm>
            <a:off x="8037870" y="2212217"/>
            <a:ext cx="3635477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zh-TW" altLang="en-US" spc="50" dirty="0">
                <a:solidFill>
                  <a:schemeClr val="tx2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  <a:cs typeface="Noto Sans T Chinese"/>
                <a:sym typeface="Noto Sans T Chinese"/>
              </a:rPr>
              <a:t>寄送流程繁瑣（需包裝、去超商）</a:t>
            </a:r>
            <a:endParaRPr lang="en-US" spc="50" dirty="0">
              <a:solidFill>
                <a:schemeClr val="tx2"/>
              </a:solidFill>
              <a:latin typeface="Noto Sans TC Medium" panose="020B0200000000000000" pitchFamily="34" charset="-120"/>
              <a:ea typeface="Noto Sans TC Medium" panose="020B0200000000000000" pitchFamily="34" charset="-120"/>
              <a:cs typeface="Noto Sans T Chinese"/>
              <a:sym typeface="Noto Sans T Chinese"/>
            </a:endParaRPr>
          </a:p>
        </p:txBody>
      </p:sp>
      <p:sp>
        <p:nvSpPr>
          <p:cNvPr id="74" name="TextBox 8">
            <a:extLst>
              <a:ext uri="{FF2B5EF4-FFF2-40B4-BE49-F238E27FC236}">
                <a16:creationId xmlns:a16="http://schemas.microsoft.com/office/drawing/2014/main" id="{15ABB079-91D7-32AC-69AB-6D1852BDD227}"/>
              </a:ext>
            </a:extLst>
          </p:cNvPr>
          <p:cNvSpPr txBox="1"/>
          <p:nvPr/>
        </p:nvSpPr>
        <p:spPr>
          <a:xfrm>
            <a:off x="8309112" y="5814859"/>
            <a:ext cx="4077477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zh-TW" altLang="en-US" spc="50" dirty="0">
                <a:solidFill>
                  <a:schemeClr val="tx2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  <a:cs typeface="Noto Sans T Chinese"/>
                <a:sym typeface="Noto Sans T Chinese"/>
              </a:rPr>
              <a:t>實體二手店收購價太低</a:t>
            </a:r>
            <a:endParaRPr lang="en-US" spc="50" dirty="0">
              <a:solidFill>
                <a:schemeClr val="tx2"/>
              </a:solidFill>
              <a:latin typeface="Noto Sans TC Medium" panose="020B0200000000000000" pitchFamily="34" charset="-120"/>
              <a:ea typeface="Noto Sans TC Medium" panose="020B0200000000000000" pitchFamily="34" charset="-120"/>
              <a:cs typeface="Noto Sans T Chinese"/>
              <a:sym typeface="Noto Sans T Chinese"/>
            </a:endParaRPr>
          </a:p>
        </p:txBody>
      </p:sp>
      <p:sp>
        <p:nvSpPr>
          <p:cNvPr id="75" name="TextBox 8">
            <a:extLst>
              <a:ext uri="{FF2B5EF4-FFF2-40B4-BE49-F238E27FC236}">
                <a16:creationId xmlns:a16="http://schemas.microsoft.com/office/drawing/2014/main" id="{0291CFF2-B834-285C-AEFB-DE0E07818F2C}"/>
              </a:ext>
            </a:extLst>
          </p:cNvPr>
          <p:cNvSpPr txBox="1"/>
          <p:nvPr/>
        </p:nvSpPr>
        <p:spPr>
          <a:xfrm>
            <a:off x="9040586" y="3561920"/>
            <a:ext cx="2392525" cy="636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TW" altLang="en-US" spc="50" dirty="0">
                <a:solidFill>
                  <a:schemeClr val="tx2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  <a:cs typeface="Noto Sans T Chinese"/>
                <a:sym typeface="Noto Sans T Chinese"/>
              </a:rPr>
              <a:t>在電商平台與買家溝通太耗時</a:t>
            </a:r>
            <a:endParaRPr lang="en-US" spc="50" dirty="0">
              <a:solidFill>
                <a:schemeClr val="tx2"/>
              </a:solidFill>
              <a:latin typeface="Noto Sans TC Medium" panose="020B0200000000000000" pitchFamily="34" charset="-120"/>
              <a:ea typeface="Noto Sans TC Medium" panose="020B0200000000000000" pitchFamily="34" charset="-120"/>
              <a:cs typeface="Noto Sans T Chinese"/>
              <a:sym typeface="Noto Sans T Chinese"/>
            </a:endParaRPr>
          </a:p>
        </p:txBody>
      </p:sp>
      <p:grpSp>
        <p:nvGrpSpPr>
          <p:cNvPr id="77" name="Group 27">
            <a:extLst>
              <a:ext uri="{FF2B5EF4-FFF2-40B4-BE49-F238E27FC236}">
                <a16:creationId xmlns:a16="http://schemas.microsoft.com/office/drawing/2014/main" id="{E352F79E-3B58-15FF-F44D-E394F45520E2}"/>
              </a:ext>
            </a:extLst>
          </p:cNvPr>
          <p:cNvGrpSpPr/>
          <p:nvPr/>
        </p:nvGrpSpPr>
        <p:grpSpPr>
          <a:xfrm flipV="1">
            <a:off x="7562850" y="5807803"/>
            <a:ext cx="520274" cy="146040"/>
            <a:chOff x="5212074" y="2149193"/>
            <a:chExt cx="593495" cy="226171"/>
          </a:xfrm>
        </p:grpSpPr>
        <p:cxnSp>
          <p:nvCxnSpPr>
            <p:cNvPr id="78" name="Straight Arrow Connector 28">
              <a:extLst>
                <a:ext uri="{FF2B5EF4-FFF2-40B4-BE49-F238E27FC236}">
                  <a16:creationId xmlns:a16="http://schemas.microsoft.com/office/drawing/2014/main" id="{611F763F-AE70-15FF-31AB-15235D15EF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12700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29">
              <a:extLst>
                <a:ext uri="{FF2B5EF4-FFF2-40B4-BE49-F238E27FC236}">
                  <a16:creationId xmlns:a16="http://schemas.microsoft.com/office/drawing/2014/main" id="{09741DC8-FD20-54B7-0E62-456C64F50C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367323" cy="0"/>
            </a:xfrm>
            <a:prstGeom prst="straightConnector1">
              <a:avLst/>
            </a:prstGeom>
            <a:ln w="12700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52">
            <a:extLst>
              <a:ext uri="{FF2B5EF4-FFF2-40B4-BE49-F238E27FC236}">
                <a16:creationId xmlns:a16="http://schemas.microsoft.com/office/drawing/2014/main" id="{70382234-AC7C-BD92-1340-6447CF49E7F1}"/>
              </a:ext>
            </a:extLst>
          </p:cNvPr>
          <p:cNvGrpSpPr/>
          <p:nvPr/>
        </p:nvGrpSpPr>
        <p:grpSpPr>
          <a:xfrm>
            <a:off x="8309112" y="3879969"/>
            <a:ext cx="473153" cy="165495"/>
            <a:chOff x="5212074" y="2149193"/>
            <a:chExt cx="481242" cy="226171"/>
          </a:xfrm>
        </p:grpSpPr>
        <p:cxnSp>
          <p:nvCxnSpPr>
            <p:cNvPr id="82" name="Straight Arrow Connector 53">
              <a:extLst>
                <a:ext uri="{FF2B5EF4-FFF2-40B4-BE49-F238E27FC236}">
                  <a16:creationId xmlns:a16="http://schemas.microsoft.com/office/drawing/2014/main" id="{269792DC-F929-9984-9F78-DCA28E2BBF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12700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54">
              <a:extLst>
                <a:ext uri="{FF2B5EF4-FFF2-40B4-BE49-F238E27FC236}">
                  <a16:creationId xmlns:a16="http://schemas.microsoft.com/office/drawing/2014/main" id="{D07FCE95-CC19-9252-ED98-A76D7F1794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255070" cy="0"/>
            </a:xfrm>
            <a:prstGeom prst="straightConnector1">
              <a:avLst/>
            </a:prstGeom>
            <a:ln w="12700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52">
            <a:extLst>
              <a:ext uri="{FF2B5EF4-FFF2-40B4-BE49-F238E27FC236}">
                <a16:creationId xmlns:a16="http://schemas.microsoft.com/office/drawing/2014/main" id="{502CA093-BD83-65B6-9709-A89E46A39069}"/>
              </a:ext>
            </a:extLst>
          </p:cNvPr>
          <p:cNvGrpSpPr/>
          <p:nvPr/>
        </p:nvGrpSpPr>
        <p:grpSpPr>
          <a:xfrm flipH="1">
            <a:off x="3092968" y="3606314"/>
            <a:ext cx="690221" cy="275514"/>
            <a:chOff x="5212074" y="2149193"/>
            <a:chExt cx="481242" cy="226171"/>
          </a:xfrm>
        </p:grpSpPr>
        <p:cxnSp>
          <p:nvCxnSpPr>
            <p:cNvPr id="86" name="Straight Arrow Connector 53">
              <a:extLst>
                <a:ext uri="{FF2B5EF4-FFF2-40B4-BE49-F238E27FC236}">
                  <a16:creationId xmlns:a16="http://schemas.microsoft.com/office/drawing/2014/main" id="{44E50A01-01D3-66A7-6AB9-7080C4A2DE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12700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54">
              <a:extLst>
                <a:ext uri="{FF2B5EF4-FFF2-40B4-BE49-F238E27FC236}">
                  <a16:creationId xmlns:a16="http://schemas.microsoft.com/office/drawing/2014/main" id="{2154434A-BBB9-AB2B-2AC7-154EC1312E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255070" cy="0"/>
            </a:xfrm>
            <a:prstGeom prst="straightConnector1">
              <a:avLst/>
            </a:prstGeom>
            <a:ln w="12700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3613070D-E835-45F5-6505-EF4D78E462DE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6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768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13177 0.25325 L -1.66667E-6 -4.44444E-6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89" y="-12662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37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37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37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37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2" grpId="0"/>
      <p:bldP spid="73" grpId="0"/>
      <p:bldP spid="74" grpId="0"/>
      <p:bldP spid="7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3AFB1A-83A9-1FEF-A7C5-A4689E850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DED53669-C3CD-E31A-107C-7DFDD44E5E52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3A50D893-FE5F-69CF-BAC8-5B0D6C71E2C6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問卷結果分析</a:t>
            </a:r>
            <a:r>
              <a:rPr lang="zh-TW" altLang="en-US" spc="150" dirty="0">
                <a:latin typeface="+mn-ea"/>
              </a:rPr>
              <a:t>／</a:t>
            </a:r>
            <a:r>
              <a:rPr lang="zh-TW" altLang="en-US" sz="2000" spc="150" dirty="0">
                <a:latin typeface="+mn-ea"/>
              </a:rPr>
              <a:t>核心問題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35BD857-FBF3-8AB0-9C86-60118C5AE4FB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CORE ISSUES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9403423-A44D-6964-CF0F-D04A1017E3DB}"/>
              </a:ext>
            </a:extLst>
          </p:cNvPr>
          <p:cNvSpPr txBox="1"/>
          <p:nvPr/>
        </p:nvSpPr>
        <p:spPr>
          <a:xfrm>
            <a:off x="681135" y="1685554"/>
            <a:ext cx="11187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hangingPunct="0"/>
            <a:r>
              <a:rPr lang="en-US" altLang="zh-TW" sz="2000" spc="100" dirty="0"/>
              <a:t>Q10.</a:t>
            </a:r>
            <a:r>
              <a:rPr lang="zh-TW" altLang="en-US" sz="2000" spc="100" dirty="0"/>
              <a:t> 若能改良寄送不便之處，您更傾向哪個方案</a:t>
            </a:r>
            <a:r>
              <a:rPr lang="en-US" altLang="zh-TW" sz="2000" spc="100" dirty="0"/>
              <a:t>?</a:t>
            </a:r>
            <a:endParaRPr lang="zh-TW" altLang="en-US" sz="2000" spc="100" dirty="0"/>
          </a:p>
        </p:txBody>
      </p:sp>
      <p:grpSp>
        <p:nvGrpSpPr>
          <p:cNvPr id="3" name="Group 80">
            <a:extLst>
              <a:ext uri="{FF2B5EF4-FFF2-40B4-BE49-F238E27FC236}">
                <a16:creationId xmlns:a16="http://schemas.microsoft.com/office/drawing/2014/main" id="{348AB912-C3CA-7435-D6EE-0B9D380941B2}"/>
              </a:ext>
            </a:extLst>
          </p:cNvPr>
          <p:cNvGrpSpPr/>
          <p:nvPr/>
        </p:nvGrpSpPr>
        <p:grpSpPr>
          <a:xfrm>
            <a:off x="3683745" y="2509800"/>
            <a:ext cx="4792761" cy="3279120"/>
            <a:chOff x="2795648" y="1605561"/>
            <a:chExt cx="5320793" cy="3640391"/>
          </a:xfrm>
        </p:grpSpPr>
        <p:sp>
          <p:nvSpPr>
            <p:cNvPr id="8" name="Freeform: Shape 10">
              <a:extLst>
                <a:ext uri="{FF2B5EF4-FFF2-40B4-BE49-F238E27FC236}">
                  <a16:creationId xmlns:a16="http://schemas.microsoft.com/office/drawing/2014/main" id="{295520C7-2677-5889-C211-6F21544A54B3}"/>
                </a:ext>
              </a:extLst>
            </p:cNvPr>
            <p:cNvSpPr/>
            <p:nvPr/>
          </p:nvSpPr>
          <p:spPr>
            <a:xfrm>
              <a:off x="2800367" y="2807113"/>
              <a:ext cx="2720567" cy="1650006"/>
            </a:xfrm>
            <a:custGeom>
              <a:avLst/>
              <a:gdLst>
                <a:gd name="connsiteX0" fmla="*/ 0 w 2720567"/>
                <a:gd name="connsiteY0" fmla="*/ 0 h 1650006"/>
                <a:gd name="connsiteX1" fmla="*/ 175860 w 2720567"/>
                <a:gd name="connsiteY1" fmla="*/ 140607 h 1650006"/>
                <a:gd name="connsiteX2" fmla="*/ 175860 w 2720567"/>
                <a:gd name="connsiteY2" fmla="*/ 792992 h 1650006"/>
                <a:gd name="connsiteX3" fmla="*/ 2680047 w 2720567"/>
                <a:gd name="connsiteY3" fmla="*/ 10130 h 1650006"/>
                <a:gd name="connsiteX4" fmla="*/ 2720568 w 2720567"/>
                <a:gd name="connsiteY4" fmla="*/ 1014236 h 1650006"/>
                <a:gd name="connsiteX5" fmla="*/ 175860 w 2720567"/>
                <a:gd name="connsiteY5" fmla="*/ 1649602 h 1650006"/>
                <a:gd name="connsiteX6" fmla="*/ 175860 w 2720567"/>
                <a:gd name="connsiteY6" fmla="*/ 1650007 h 1650006"/>
                <a:gd name="connsiteX7" fmla="*/ 175860 w 2720567"/>
                <a:gd name="connsiteY7" fmla="*/ 1649602 h 1650006"/>
                <a:gd name="connsiteX8" fmla="*/ 173429 w 2720567"/>
                <a:gd name="connsiteY8" fmla="*/ 1650007 h 1650006"/>
                <a:gd name="connsiteX9" fmla="*/ 0 w 2720567"/>
                <a:gd name="connsiteY9" fmla="*/ 1224944 h 1650006"/>
                <a:gd name="connsiteX10" fmla="*/ 0 w 2720567"/>
                <a:gd name="connsiteY10" fmla="*/ 0 h 165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20567" h="1650006">
                  <a:moveTo>
                    <a:pt x="0" y="0"/>
                  </a:moveTo>
                  <a:lnTo>
                    <a:pt x="175860" y="140607"/>
                  </a:lnTo>
                  <a:lnTo>
                    <a:pt x="175860" y="792992"/>
                  </a:lnTo>
                  <a:cubicBezTo>
                    <a:pt x="560808" y="337538"/>
                    <a:pt x="1536144" y="13372"/>
                    <a:pt x="2680047" y="10130"/>
                  </a:cubicBezTo>
                  <a:lnTo>
                    <a:pt x="2720568" y="1014236"/>
                  </a:lnTo>
                  <a:lnTo>
                    <a:pt x="175860" y="1649602"/>
                  </a:lnTo>
                  <a:lnTo>
                    <a:pt x="175860" y="1650007"/>
                  </a:lnTo>
                  <a:lnTo>
                    <a:pt x="175860" y="1649602"/>
                  </a:lnTo>
                  <a:lnTo>
                    <a:pt x="173429" y="1650007"/>
                  </a:lnTo>
                  <a:cubicBezTo>
                    <a:pt x="63212" y="1517909"/>
                    <a:pt x="0" y="1374871"/>
                    <a:pt x="0" y="1224944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1">
                    <a:lumMod val="80000"/>
                    <a:lumOff val="20000"/>
                  </a:schemeClr>
                </a:gs>
                <a:gs pos="75000">
                  <a:schemeClr val="accent1">
                    <a:lumMod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4">
              <a:extLst>
                <a:ext uri="{FF2B5EF4-FFF2-40B4-BE49-F238E27FC236}">
                  <a16:creationId xmlns:a16="http://schemas.microsoft.com/office/drawing/2014/main" id="{FCAB0EA3-1FF2-FD13-3149-390A750F0D87}"/>
                </a:ext>
              </a:extLst>
            </p:cNvPr>
            <p:cNvSpPr/>
            <p:nvPr/>
          </p:nvSpPr>
          <p:spPr>
            <a:xfrm>
              <a:off x="2968670" y="2137346"/>
              <a:ext cx="4408636" cy="2333444"/>
            </a:xfrm>
            <a:custGeom>
              <a:avLst/>
              <a:gdLst>
                <a:gd name="connsiteX0" fmla="*/ 0 w 2547543"/>
                <a:gd name="connsiteY0" fmla="*/ 636177 h 1861120"/>
                <a:gd name="connsiteX1" fmla="*/ 2547544 w 2547543"/>
                <a:gd name="connsiteY1" fmla="*/ 0 h 1861120"/>
                <a:gd name="connsiteX2" fmla="*/ 2547544 w 2547543"/>
                <a:gd name="connsiteY2" fmla="*/ 1224944 h 1861120"/>
                <a:gd name="connsiteX3" fmla="*/ 0 w 2547543"/>
                <a:gd name="connsiteY3" fmla="*/ 1861120 h 1861120"/>
                <a:gd name="csX0" fmla="*/ 0 w 4366341"/>
                <a:gd name="csY0" fmla="*/ 1087351 h 2312294"/>
                <a:gd name="csX1" fmla="*/ 4366341 w 4366341"/>
                <a:gd name="csY1" fmla="*/ 0 h 2312294"/>
                <a:gd name="csX2" fmla="*/ 2547544 w 4366341"/>
                <a:gd name="csY2" fmla="*/ 1676118 h 2312294"/>
                <a:gd name="csX3" fmla="*/ 0 w 4366341"/>
                <a:gd name="csY3" fmla="*/ 2312294 h 2312294"/>
                <a:gd name="csX4" fmla="*/ 0 w 4366341"/>
                <a:gd name="csY4" fmla="*/ 1087351 h 2312294"/>
                <a:gd name="csX0" fmla="*/ 0 w 4366341"/>
                <a:gd name="csY0" fmla="*/ 1087351 h 2312294"/>
                <a:gd name="csX1" fmla="*/ 4366341 w 4366341"/>
                <a:gd name="csY1" fmla="*/ 0 h 2312294"/>
                <a:gd name="csX2" fmla="*/ 4352242 w 4366341"/>
                <a:gd name="csY2" fmla="*/ 724423 h 2312294"/>
                <a:gd name="csX3" fmla="*/ 0 w 4366341"/>
                <a:gd name="csY3" fmla="*/ 2312294 h 2312294"/>
                <a:gd name="csX4" fmla="*/ 0 w 4366341"/>
                <a:gd name="csY4" fmla="*/ 1087351 h 2312294"/>
                <a:gd name="csX0" fmla="*/ 0 w 4408639"/>
                <a:gd name="csY0" fmla="*/ 1087351 h 2312294"/>
                <a:gd name="csX1" fmla="*/ 4366341 w 4408639"/>
                <a:gd name="csY1" fmla="*/ 0 h 2312294"/>
                <a:gd name="csX2" fmla="*/ 4408639 w 4408639"/>
                <a:gd name="csY2" fmla="*/ 682126 h 2312294"/>
                <a:gd name="csX3" fmla="*/ 0 w 4408639"/>
                <a:gd name="csY3" fmla="*/ 2312294 h 2312294"/>
                <a:gd name="csX4" fmla="*/ 0 w 4408639"/>
                <a:gd name="csY4" fmla="*/ 1087351 h 2312294"/>
                <a:gd name="csX0" fmla="*/ 0 w 4408639"/>
                <a:gd name="csY0" fmla="*/ 1094401 h 2319344"/>
                <a:gd name="csX1" fmla="*/ 4401589 w 4408639"/>
                <a:gd name="csY1" fmla="*/ 0 h 2319344"/>
                <a:gd name="csX2" fmla="*/ 4408639 w 4408639"/>
                <a:gd name="csY2" fmla="*/ 689176 h 2319344"/>
                <a:gd name="csX3" fmla="*/ 0 w 4408639"/>
                <a:gd name="csY3" fmla="*/ 2319344 h 2319344"/>
                <a:gd name="csX4" fmla="*/ 0 w 4408639"/>
                <a:gd name="csY4" fmla="*/ 1094401 h 2319344"/>
                <a:gd name="csX0" fmla="*/ 0 w 4408639"/>
                <a:gd name="csY0" fmla="*/ 1073252 h 2319344"/>
                <a:gd name="csX1" fmla="*/ 4401589 w 4408639"/>
                <a:gd name="csY1" fmla="*/ 0 h 2319344"/>
                <a:gd name="csX2" fmla="*/ 4408639 w 4408639"/>
                <a:gd name="csY2" fmla="*/ 689176 h 2319344"/>
                <a:gd name="csX3" fmla="*/ 0 w 4408639"/>
                <a:gd name="csY3" fmla="*/ 2319344 h 2319344"/>
                <a:gd name="csX4" fmla="*/ 0 w 4408639"/>
                <a:gd name="csY4" fmla="*/ 1073252 h 2319344"/>
                <a:gd name="csX0" fmla="*/ 0 w 4408639"/>
                <a:gd name="csY0" fmla="*/ 1087351 h 2333443"/>
                <a:gd name="csX1" fmla="*/ 4401589 w 4408639"/>
                <a:gd name="csY1" fmla="*/ 0 h 2333443"/>
                <a:gd name="csX2" fmla="*/ 4408639 w 4408639"/>
                <a:gd name="csY2" fmla="*/ 703275 h 2333443"/>
                <a:gd name="csX3" fmla="*/ 0 w 4408639"/>
                <a:gd name="csY3" fmla="*/ 2333443 h 2333443"/>
                <a:gd name="csX4" fmla="*/ 0 w 4408639"/>
                <a:gd name="csY4" fmla="*/ 1087351 h 23334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408639" h="2333443">
                  <a:moveTo>
                    <a:pt x="0" y="1087351"/>
                  </a:moveTo>
                  <a:lnTo>
                    <a:pt x="4401589" y="0"/>
                  </a:lnTo>
                  <a:lnTo>
                    <a:pt x="4408639" y="703275"/>
                  </a:lnTo>
                  <a:lnTo>
                    <a:pt x="0" y="2333443"/>
                  </a:lnTo>
                  <a:lnTo>
                    <a:pt x="0" y="1087351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1">
                    <a:lumMod val="70000"/>
                    <a:lumOff val="30000"/>
                  </a:schemeClr>
                </a:gs>
                <a:gs pos="75000">
                  <a:schemeClr val="accent1">
                    <a:lumMod val="9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5">
              <a:extLst>
                <a:ext uri="{FF2B5EF4-FFF2-40B4-BE49-F238E27FC236}">
                  <a16:creationId xmlns:a16="http://schemas.microsoft.com/office/drawing/2014/main" id="{BE5B68C0-9B06-255C-19F5-7C36A5D4881C}"/>
                </a:ext>
              </a:extLst>
            </p:cNvPr>
            <p:cNvSpPr/>
            <p:nvPr/>
          </p:nvSpPr>
          <p:spPr>
            <a:xfrm>
              <a:off x="2795648" y="1605561"/>
              <a:ext cx="4581662" cy="1640282"/>
            </a:xfrm>
            <a:custGeom>
              <a:avLst/>
              <a:gdLst>
                <a:gd name="connsiteX0" fmla="*/ 2720568 w 2720567"/>
                <a:gd name="connsiteY0" fmla="*/ 1004105 h 1640281"/>
                <a:gd name="connsiteX1" fmla="*/ 2680047 w 2720567"/>
                <a:gd name="connsiteY1" fmla="*/ 0 h 1640281"/>
                <a:gd name="connsiteX2" fmla="*/ 0 w 2720567"/>
                <a:gd name="connsiteY2" fmla="*/ 1214814 h 1640281"/>
                <a:gd name="connsiteX3" fmla="*/ 173024 w 2720567"/>
                <a:gd name="connsiteY3" fmla="*/ 1640282 h 1640281"/>
                <a:gd name="connsiteX4" fmla="*/ 2720568 w 2720567"/>
                <a:gd name="connsiteY4" fmla="*/ 1004105 h 1640281"/>
                <a:gd name="csX0" fmla="*/ 4567562 w 4567562"/>
                <a:gd name="csY0" fmla="*/ 545881 h 1640282"/>
                <a:gd name="csX1" fmla="*/ 2680047 w 4567562"/>
                <a:gd name="csY1" fmla="*/ 0 h 1640282"/>
                <a:gd name="csX2" fmla="*/ 0 w 4567562"/>
                <a:gd name="csY2" fmla="*/ 1214814 h 1640282"/>
                <a:gd name="csX3" fmla="*/ 173024 w 4567562"/>
                <a:gd name="csY3" fmla="*/ 1640282 h 1640282"/>
                <a:gd name="csX4" fmla="*/ 4567562 w 4567562"/>
                <a:gd name="csY4" fmla="*/ 545881 h 1640282"/>
                <a:gd name="csX0" fmla="*/ 4567562 w 4567562"/>
                <a:gd name="csY0" fmla="*/ 545881 h 1640282"/>
                <a:gd name="csX1" fmla="*/ 2680047 w 4567562"/>
                <a:gd name="csY1" fmla="*/ 0 h 1640282"/>
                <a:gd name="csX2" fmla="*/ 0 w 4567562"/>
                <a:gd name="csY2" fmla="*/ 1214814 h 1640282"/>
                <a:gd name="csX3" fmla="*/ 173024 w 4567562"/>
                <a:gd name="csY3" fmla="*/ 1640282 h 1640282"/>
                <a:gd name="csX4" fmla="*/ 4567562 w 4567562"/>
                <a:gd name="csY4" fmla="*/ 545881 h 1640282"/>
                <a:gd name="csX0" fmla="*/ 4567562 w 4567562"/>
                <a:gd name="csY0" fmla="*/ 545881 h 1640282"/>
                <a:gd name="csX1" fmla="*/ 2680047 w 4567562"/>
                <a:gd name="csY1" fmla="*/ 0 h 1640282"/>
                <a:gd name="csX2" fmla="*/ 0 w 4567562"/>
                <a:gd name="csY2" fmla="*/ 1214814 h 1640282"/>
                <a:gd name="csX3" fmla="*/ 173024 w 4567562"/>
                <a:gd name="csY3" fmla="*/ 1640282 h 1640282"/>
                <a:gd name="csX4" fmla="*/ 4567562 w 4567562"/>
                <a:gd name="csY4" fmla="*/ 545881 h 1640282"/>
                <a:gd name="csX0" fmla="*/ 4567562 w 4567562"/>
                <a:gd name="csY0" fmla="*/ 545881 h 1640282"/>
                <a:gd name="csX1" fmla="*/ 2680047 w 4567562"/>
                <a:gd name="csY1" fmla="*/ 0 h 1640282"/>
                <a:gd name="csX2" fmla="*/ 0 w 4567562"/>
                <a:gd name="csY2" fmla="*/ 1214814 h 1640282"/>
                <a:gd name="csX3" fmla="*/ 173024 w 4567562"/>
                <a:gd name="csY3" fmla="*/ 1640282 h 1640282"/>
                <a:gd name="csX4" fmla="*/ 4567562 w 4567562"/>
                <a:gd name="csY4" fmla="*/ 545881 h 1640282"/>
                <a:gd name="csX0" fmla="*/ 4567562 w 4567562"/>
                <a:gd name="csY0" fmla="*/ 546582 h 1640983"/>
                <a:gd name="csX1" fmla="*/ 2680047 w 4567562"/>
                <a:gd name="csY1" fmla="*/ 701 h 1640983"/>
                <a:gd name="csX2" fmla="*/ 0 w 4567562"/>
                <a:gd name="csY2" fmla="*/ 1215515 h 1640983"/>
                <a:gd name="csX3" fmla="*/ 173024 w 4567562"/>
                <a:gd name="csY3" fmla="*/ 1640983 h 1640983"/>
                <a:gd name="csX4" fmla="*/ 4567562 w 4567562"/>
                <a:gd name="csY4" fmla="*/ 546582 h 1640983"/>
                <a:gd name="csX0" fmla="*/ 4581661 w 4581661"/>
                <a:gd name="csY0" fmla="*/ 532568 h 1641068"/>
                <a:gd name="csX1" fmla="*/ 2680047 w 4581661"/>
                <a:gd name="csY1" fmla="*/ 786 h 1641068"/>
                <a:gd name="csX2" fmla="*/ 0 w 4581661"/>
                <a:gd name="csY2" fmla="*/ 1215600 h 1641068"/>
                <a:gd name="csX3" fmla="*/ 173024 w 4581661"/>
                <a:gd name="csY3" fmla="*/ 1641068 h 1641068"/>
                <a:gd name="csX4" fmla="*/ 4581661 w 4581661"/>
                <a:gd name="csY4" fmla="*/ 532568 h 1641068"/>
                <a:gd name="csX0" fmla="*/ 4581661 w 4581661"/>
                <a:gd name="csY0" fmla="*/ 532450 h 1640950"/>
                <a:gd name="csX1" fmla="*/ 2680047 w 4581661"/>
                <a:gd name="csY1" fmla="*/ 668 h 1640950"/>
                <a:gd name="csX2" fmla="*/ 0 w 4581661"/>
                <a:gd name="csY2" fmla="*/ 1215482 h 1640950"/>
                <a:gd name="csX3" fmla="*/ 173024 w 4581661"/>
                <a:gd name="csY3" fmla="*/ 1640950 h 1640950"/>
                <a:gd name="csX4" fmla="*/ 4581661 w 4581661"/>
                <a:gd name="csY4" fmla="*/ 532450 h 1640950"/>
                <a:gd name="csX0" fmla="*/ 4581661 w 4581661"/>
                <a:gd name="csY0" fmla="*/ 531782 h 1640282"/>
                <a:gd name="csX1" fmla="*/ 2680047 w 4581661"/>
                <a:gd name="csY1" fmla="*/ 0 h 1640282"/>
                <a:gd name="csX2" fmla="*/ 0 w 4581661"/>
                <a:gd name="csY2" fmla="*/ 1214814 h 1640282"/>
                <a:gd name="csX3" fmla="*/ 173024 w 4581661"/>
                <a:gd name="csY3" fmla="*/ 1640282 h 1640282"/>
                <a:gd name="csX4" fmla="*/ 4581661 w 4581661"/>
                <a:gd name="csY4" fmla="*/ 531782 h 16402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581661" h="1640282">
                  <a:moveTo>
                    <a:pt x="4581661" y="531782"/>
                  </a:moveTo>
                  <a:cubicBezTo>
                    <a:pt x="3975989" y="105435"/>
                    <a:pt x="2940290" y="3370"/>
                    <a:pt x="2680047" y="0"/>
                  </a:cubicBezTo>
                  <a:cubicBezTo>
                    <a:pt x="1198606" y="4052"/>
                    <a:pt x="0" y="546220"/>
                    <a:pt x="0" y="1214814"/>
                  </a:cubicBezTo>
                  <a:cubicBezTo>
                    <a:pt x="0" y="1364741"/>
                    <a:pt x="63212" y="1507779"/>
                    <a:pt x="173024" y="1640282"/>
                  </a:cubicBezTo>
                  <a:lnTo>
                    <a:pt x="4581661" y="531782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16">
              <a:extLst>
                <a:ext uri="{FF2B5EF4-FFF2-40B4-BE49-F238E27FC236}">
                  <a16:creationId xmlns:a16="http://schemas.microsoft.com/office/drawing/2014/main" id="{00356B88-0982-0A4F-FDE6-1D2CD102B686}"/>
                </a:ext>
              </a:extLst>
            </p:cNvPr>
            <p:cNvSpPr/>
            <p:nvPr/>
          </p:nvSpPr>
          <p:spPr>
            <a:xfrm>
              <a:off x="5516214" y="3185470"/>
              <a:ext cx="2600227" cy="1917849"/>
            </a:xfrm>
            <a:custGeom>
              <a:avLst/>
              <a:gdLst>
                <a:gd name="connsiteX0" fmla="*/ 2635474 w 2635473"/>
                <a:gd name="connsiteY0" fmla="*/ 351315 h 1917849"/>
                <a:gd name="connsiteX1" fmla="*/ 2635474 w 2635473"/>
                <a:gd name="connsiteY1" fmla="*/ 853368 h 1917849"/>
                <a:gd name="connsiteX2" fmla="*/ 1239937 w 2635473"/>
                <a:gd name="connsiteY2" fmla="*/ 1917849 h 1917849"/>
                <a:gd name="connsiteX3" fmla="*/ 0 w 2635473"/>
                <a:gd name="connsiteY3" fmla="*/ 649548 h 1917849"/>
                <a:gd name="connsiteX4" fmla="*/ 1857069 w 2635473"/>
                <a:gd name="connsiteY4" fmla="*/ 0 h 1917849"/>
                <a:gd name="connsiteX5" fmla="*/ 2492841 w 2635473"/>
                <a:gd name="connsiteY5" fmla="*/ 462747 h 1917849"/>
                <a:gd name="connsiteX6" fmla="*/ 2635474 w 2635473"/>
                <a:gd name="connsiteY6" fmla="*/ 351315 h 1917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35473" h="1917849">
                  <a:moveTo>
                    <a:pt x="2635474" y="351315"/>
                  </a:moveTo>
                  <a:lnTo>
                    <a:pt x="2635474" y="853368"/>
                  </a:lnTo>
                  <a:cubicBezTo>
                    <a:pt x="2635474" y="1311658"/>
                    <a:pt x="2071829" y="1710788"/>
                    <a:pt x="1239937" y="1917849"/>
                  </a:cubicBezTo>
                  <a:lnTo>
                    <a:pt x="0" y="649548"/>
                  </a:lnTo>
                  <a:lnTo>
                    <a:pt x="1857069" y="0"/>
                  </a:lnTo>
                  <a:cubicBezTo>
                    <a:pt x="2140310" y="129261"/>
                    <a:pt x="2359932" y="286887"/>
                    <a:pt x="2492841" y="462747"/>
                  </a:cubicBezTo>
                  <a:lnTo>
                    <a:pt x="2635474" y="351315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3">
                    <a:lumMod val="80000"/>
                    <a:lumOff val="20000"/>
                  </a:schemeClr>
                </a:gs>
                <a:gs pos="75000">
                  <a:schemeClr val="accent3">
                    <a:lumMod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3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17">
              <a:extLst>
                <a:ext uri="{FF2B5EF4-FFF2-40B4-BE49-F238E27FC236}">
                  <a16:creationId xmlns:a16="http://schemas.microsoft.com/office/drawing/2014/main" id="{AB60B134-02D5-3DD4-EE01-40F0F25C4CC6}"/>
                </a:ext>
              </a:extLst>
            </p:cNvPr>
            <p:cNvSpPr/>
            <p:nvPr/>
          </p:nvSpPr>
          <p:spPr>
            <a:xfrm>
              <a:off x="5480967" y="2701423"/>
              <a:ext cx="2635474" cy="1924156"/>
            </a:xfrm>
            <a:custGeom>
              <a:avLst/>
              <a:gdLst>
                <a:gd name="connsiteX0" fmla="*/ 0 w 2635473"/>
                <a:gd name="connsiteY0" fmla="*/ 649954 h 1918254"/>
                <a:gd name="connsiteX1" fmla="*/ 1239937 w 2635473"/>
                <a:gd name="connsiteY1" fmla="*/ 1918255 h 1918254"/>
                <a:gd name="connsiteX2" fmla="*/ 2635474 w 2635473"/>
                <a:gd name="connsiteY2" fmla="*/ 853773 h 1918254"/>
                <a:gd name="connsiteX3" fmla="*/ 1857069 w 2635473"/>
                <a:gd name="connsiteY3" fmla="*/ 0 h 1918254"/>
                <a:gd name="connsiteX4" fmla="*/ 0 w 2635473"/>
                <a:gd name="connsiteY4" fmla="*/ 649954 h 1918254"/>
                <a:gd name="csX0" fmla="*/ 0 w 2684821"/>
                <a:gd name="csY0" fmla="*/ 600607 h 1918255"/>
                <a:gd name="csX1" fmla="*/ 1289284 w 2684821"/>
                <a:gd name="csY1" fmla="*/ 1918255 h 1918255"/>
                <a:gd name="csX2" fmla="*/ 2684821 w 2684821"/>
                <a:gd name="csY2" fmla="*/ 853773 h 1918255"/>
                <a:gd name="csX3" fmla="*/ 1906416 w 2684821"/>
                <a:gd name="csY3" fmla="*/ 0 h 1918255"/>
                <a:gd name="csX4" fmla="*/ 0 w 2684821"/>
                <a:gd name="csY4" fmla="*/ 600607 h 1918255"/>
                <a:gd name="csX0" fmla="*/ 0 w 2691871"/>
                <a:gd name="csY0" fmla="*/ 565359 h 1918255"/>
                <a:gd name="csX1" fmla="*/ 1296334 w 2691871"/>
                <a:gd name="csY1" fmla="*/ 1918255 h 1918255"/>
                <a:gd name="csX2" fmla="*/ 2691871 w 2691871"/>
                <a:gd name="csY2" fmla="*/ 853773 h 1918255"/>
                <a:gd name="csX3" fmla="*/ 1913466 w 2691871"/>
                <a:gd name="csY3" fmla="*/ 0 h 1918255"/>
                <a:gd name="csX4" fmla="*/ 0 w 2691871"/>
                <a:gd name="csY4" fmla="*/ 565359 h 1918255"/>
                <a:gd name="csX0" fmla="*/ 0 w 2670722"/>
                <a:gd name="csY0" fmla="*/ 565359 h 1918255"/>
                <a:gd name="csX1" fmla="*/ 1275185 w 2670722"/>
                <a:gd name="csY1" fmla="*/ 1918255 h 1918255"/>
                <a:gd name="csX2" fmla="*/ 2670722 w 2670722"/>
                <a:gd name="csY2" fmla="*/ 853773 h 1918255"/>
                <a:gd name="csX3" fmla="*/ 1892317 w 2670722"/>
                <a:gd name="csY3" fmla="*/ 0 h 1918255"/>
                <a:gd name="csX4" fmla="*/ 0 w 2670722"/>
                <a:gd name="csY4" fmla="*/ 565359 h 1918255"/>
                <a:gd name="csX0" fmla="*/ 0 w 2670722"/>
                <a:gd name="csY0" fmla="*/ 571261 h 1924157"/>
                <a:gd name="csX1" fmla="*/ 1275185 w 2670722"/>
                <a:gd name="csY1" fmla="*/ 1924157 h 1924157"/>
                <a:gd name="csX2" fmla="*/ 2670722 w 2670722"/>
                <a:gd name="csY2" fmla="*/ 859675 h 1924157"/>
                <a:gd name="csX3" fmla="*/ 1922221 w 2670722"/>
                <a:gd name="csY3" fmla="*/ 0 h 1924157"/>
                <a:gd name="csX4" fmla="*/ 0 w 2670722"/>
                <a:gd name="csY4" fmla="*/ 571261 h 1924157"/>
                <a:gd name="csX0" fmla="*/ 0 w 2670722"/>
                <a:gd name="csY0" fmla="*/ 571261 h 1924157"/>
                <a:gd name="csX1" fmla="*/ 1275185 w 2670722"/>
                <a:gd name="csY1" fmla="*/ 1924157 h 1924157"/>
                <a:gd name="csX2" fmla="*/ 2670722 w 2670722"/>
                <a:gd name="csY2" fmla="*/ 859675 h 1924157"/>
                <a:gd name="csX3" fmla="*/ 1922221 w 2670722"/>
                <a:gd name="csY3" fmla="*/ 0 h 1924157"/>
                <a:gd name="csX4" fmla="*/ 0 w 2670722"/>
                <a:gd name="csY4" fmla="*/ 571261 h 1924157"/>
                <a:gd name="csX0" fmla="*/ 0 w 2670722"/>
                <a:gd name="csY0" fmla="*/ 571261 h 1924157"/>
                <a:gd name="csX1" fmla="*/ 1275185 w 2670722"/>
                <a:gd name="csY1" fmla="*/ 1924157 h 1924157"/>
                <a:gd name="csX2" fmla="*/ 2670722 w 2670722"/>
                <a:gd name="csY2" fmla="*/ 859675 h 1924157"/>
                <a:gd name="csX3" fmla="*/ 1922221 w 2670722"/>
                <a:gd name="csY3" fmla="*/ 0 h 1924157"/>
                <a:gd name="csX4" fmla="*/ 0 w 2670722"/>
                <a:gd name="csY4" fmla="*/ 571261 h 19241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670722" h="1924157">
                  <a:moveTo>
                    <a:pt x="0" y="571261"/>
                  </a:moveTo>
                  <a:lnTo>
                    <a:pt x="1275185" y="1924157"/>
                  </a:lnTo>
                  <a:cubicBezTo>
                    <a:pt x="2106672" y="1717095"/>
                    <a:pt x="2670722" y="1318371"/>
                    <a:pt x="2670722" y="859675"/>
                  </a:cubicBezTo>
                  <a:cubicBezTo>
                    <a:pt x="2646798" y="556510"/>
                    <a:pt x="2397222" y="237330"/>
                    <a:pt x="1922221" y="0"/>
                  </a:cubicBezTo>
                  <a:lnTo>
                    <a:pt x="0" y="571261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3">
                    <a:lumMod val="60000"/>
                    <a:lumOff val="40000"/>
                  </a:schemeClr>
                </a:gs>
                <a:gs pos="75000">
                  <a:schemeClr val="accent3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3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71">
              <a:extLst>
                <a:ext uri="{FF2B5EF4-FFF2-40B4-BE49-F238E27FC236}">
                  <a16:creationId xmlns:a16="http://schemas.microsoft.com/office/drawing/2014/main" id="{6A2BEC97-F334-80C4-FE71-6EA63EA3B36E}"/>
                </a:ext>
              </a:extLst>
            </p:cNvPr>
            <p:cNvSpPr/>
            <p:nvPr/>
          </p:nvSpPr>
          <p:spPr>
            <a:xfrm>
              <a:off x="5488904" y="3283212"/>
              <a:ext cx="1267247" cy="1819701"/>
            </a:xfrm>
            <a:custGeom>
              <a:avLst/>
              <a:gdLst>
                <a:gd name="connsiteX0" fmla="*/ 0 w 1260197"/>
                <a:gd name="connsiteY0" fmla="*/ 0 h 1770353"/>
                <a:gd name="connsiteX1" fmla="*/ 20260 w 1260197"/>
                <a:gd name="connsiteY1" fmla="*/ 502053 h 1770353"/>
                <a:gd name="connsiteX2" fmla="*/ 1260197 w 1260197"/>
                <a:gd name="connsiteY2" fmla="*/ 1770354 h 1770353"/>
                <a:gd name="connsiteX3" fmla="*/ 1260197 w 1260197"/>
                <a:gd name="connsiteY3" fmla="*/ 1293424 h 1770353"/>
                <a:gd name="csX0" fmla="*/ 0 w 1260197"/>
                <a:gd name="csY0" fmla="*/ 0 h 1791503"/>
                <a:gd name="csX1" fmla="*/ 20260 w 1260197"/>
                <a:gd name="csY1" fmla="*/ 523202 h 1791503"/>
                <a:gd name="csX2" fmla="*/ 1260197 w 1260197"/>
                <a:gd name="csY2" fmla="*/ 1791503 h 1791503"/>
                <a:gd name="csX3" fmla="*/ 1260197 w 1260197"/>
                <a:gd name="csY3" fmla="*/ 1314573 h 1791503"/>
                <a:gd name="csX4" fmla="*/ 0 w 1260197"/>
                <a:gd name="csY4" fmla="*/ 0 h 1791503"/>
                <a:gd name="csX0" fmla="*/ 0 w 1267247"/>
                <a:gd name="csY0" fmla="*/ 0 h 1819701"/>
                <a:gd name="csX1" fmla="*/ 27310 w 1267247"/>
                <a:gd name="csY1" fmla="*/ 551400 h 1819701"/>
                <a:gd name="csX2" fmla="*/ 1267247 w 1267247"/>
                <a:gd name="csY2" fmla="*/ 1819701 h 1819701"/>
                <a:gd name="csX3" fmla="*/ 1267247 w 1267247"/>
                <a:gd name="csY3" fmla="*/ 1342771 h 1819701"/>
                <a:gd name="csX4" fmla="*/ 0 w 1267247"/>
                <a:gd name="csY4" fmla="*/ 0 h 18197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67247" h="1819701">
                  <a:moveTo>
                    <a:pt x="0" y="0"/>
                  </a:moveTo>
                  <a:lnTo>
                    <a:pt x="27310" y="551400"/>
                  </a:lnTo>
                  <a:lnTo>
                    <a:pt x="1267247" y="1819701"/>
                  </a:lnTo>
                  <a:lnTo>
                    <a:pt x="1267247" y="1342771"/>
                  </a:lnTo>
                  <a:cubicBezTo>
                    <a:pt x="847181" y="911630"/>
                    <a:pt x="420066" y="431141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15000">
                  <a:schemeClr val="accent3">
                    <a:lumMod val="70000"/>
                    <a:lumOff val="30000"/>
                  </a:schemeClr>
                </a:gs>
                <a:gs pos="75000">
                  <a:schemeClr val="accent3">
                    <a:lumMod val="9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3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72">
              <a:extLst>
                <a:ext uri="{FF2B5EF4-FFF2-40B4-BE49-F238E27FC236}">
                  <a16:creationId xmlns:a16="http://schemas.microsoft.com/office/drawing/2014/main" id="{CD61840A-C758-9D2F-EB2E-C70AD85EFBD4}"/>
                </a:ext>
              </a:extLst>
            </p:cNvPr>
            <p:cNvSpPr/>
            <p:nvPr/>
          </p:nvSpPr>
          <p:spPr>
            <a:xfrm>
              <a:off x="2971508" y="3834613"/>
              <a:ext cx="3785050" cy="1411339"/>
            </a:xfrm>
            <a:custGeom>
              <a:avLst/>
              <a:gdLst>
                <a:gd name="connsiteX0" fmla="*/ 3784644 w 3785049"/>
                <a:gd name="connsiteY0" fmla="*/ 1030039 h 1411339"/>
                <a:gd name="connsiteX1" fmla="*/ 3551245 w 3785049"/>
                <a:gd name="connsiteY1" fmla="*/ 1030039 h 1411339"/>
                <a:gd name="connsiteX2" fmla="*/ 2544707 w 3785049"/>
                <a:gd name="connsiteY2" fmla="*/ 0 h 1411339"/>
                <a:gd name="connsiteX3" fmla="*/ 898752 w 3785049"/>
                <a:gd name="connsiteY3" fmla="*/ 411286 h 1411339"/>
                <a:gd name="connsiteX4" fmla="*/ 0 w 3785049"/>
                <a:gd name="connsiteY4" fmla="*/ 411286 h 1411339"/>
                <a:gd name="connsiteX5" fmla="*/ 0 w 3785049"/>
                <a:gd name="connsiteY5" fmla="*/ 635771 h 1411339"/>
                <a:gd name="connsiteX6" fmla="*/ 2511886 w 3785049"/>
                <a:gd name="connsiteY6" fmla="*/ 1411339 h 1411339"/>
                <a:gd name="connsiteX7" fmla="*/ 3780187 w 3785049"/>
                <a:gd name="connsiteY7" fmla="*/ 1268301 h 1411339"/>
                <a:gd name="connsiteX8" fmla="*/ 3785050 w 3785049"/>
                <a:gd name="connsiteY8" fmla="*/ 1268301 h 1411339"/>
                <a:gd name="connsiteX9" fmla="*/ 3785050 w 3785049"/>
                <a:gd name="connsiteY9" fmla="*/ 1030039 h 1411339"/>
                <a:gd name="csX0" fmla="*/ 3777068 w 3785050"/>
                <a:gd name="csY0" fmla="*/ 999736 h 1411339"/>
                <a:gd name="csX1" fmla="*/ 3551245 w 3785050"/>
                <a:gd name="csY1" fmla="*/ 1030039 h 1411339"/>
                <a:gd name="csX2" fmla="*/ 2544707 w 3785050"/>
                <a:gd name="csY2" fmla="*/ 0 h 1411339"/>
                <a:gd name="csX3" fmla="*/ 898752 w 3785050"/>
                <a:gd name="csY3" fmla="*/ 411286 h 1411339"/>
                <a:gd name="csX4" fmla="*/ 0 w 3785050"/>
                <a:gd name="csY4" fmla="*/ 411286 h 1411339"/>
                <a:gd name="csX5" fmla="*/ 0 w 3785050"/>
                <a:gd name="csY5" fmla="*/ 635771 h 1411339"/>
                <a:gd name="csX6" fmla="*/ 2511886 w 3785050"/>
                <a:gd name="csY6" fmla="*/ 1411339 h 1411339"/>
                <a:gd name="csX7" fmla="*/ 3780187 w 3785050"/>
                <a:gd name="csY7" fmla="*/ 1268301 h 1411339"/>
                <a:gd name="csX8" fmla="*/ 3785050 w 3785050"/>
                <a:gd name="csY8" fmla="*/ 1268301 h 1411339"/>
                <a:gd name="csX9" fmla="*/ 3785050 w 3785050"/>
                <a:gd name="csY9" fmla="*/ 1030039 h 1411339"/>
                <a:gd name="csX10" fmla="*/ 3777068 w 3785050"/>
                <a:gd name="csY10" fmla="*/ 999736 h 1411339"/>
                <a:gd name="csX0" fmla="*/ 3777068 w 3785050"/>
                <a:gd name="csY0" fmla="*/ 999736 h 1411339"/>
                <a:gd name="csX1" fmla="*/ 3551245 w 3785050"/>
                <a:gd name="csY1" fmla="*/ 1030039 h 1411339"/>
                <a:gd name="csX2" fmla="*/ 2544707 w 3785050"/>
                <a:gd name="csY2" fmla="*/ 0 h 1411339"/>
                <a:gd name="csX3" fmla="*/ 898752 w 3785050"/>
                <a:gd name="csY3" fmla="*/ 411286 h 1411339"/>
                <a:gd name="csX4" fmla="*/ 0 w 3785050"/>
                <a:gd name="csY4" fmla="*/ 358256 h 1411339"/>
                <a:gd name="csX5" fmla="*/ 0 w 3785050"/>
                <a:gd name="csY5" fmla="*/ 635771 h 1411339"/>
                <a:gd name="csX6" fmla="*/ 2511886 w 3785050"/>
                <a:gd name="csY6" fmla="*/ 1411339 h 1411339"/>
                <a:gd name="csX7" fmla="*/ 3780187 w 3785050"/>
                <a:gd name="csY7" fmla="*/ 1268301 h 1411339"/>
                <a:gd name="csX8" fmla="*/ 3785050 w 3785050"/>
                <a:gd name="csY8" fmla="*/ 1268301 h 1411339"/>
                <a:gd name="csX9" fmla="*/ 3785050 w 3785050"/>
                <a:gd name="csY9" fmla="*/ 1030039 h 1411339"/>
                <a:gd name="csX10" fmla="*/ 3777068 w 3785050"/>
                <a:gd name="csY10" fmla="*/ 999736 h 14113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785050" h="1411339">
                  <a:moveTo>
                    <a:pt x="3777068" y="999736"/>
                  </a:moveTo>
                  <a:lnTo>
                    <a:pt x="3551245" y="1030039"/>
                  </a:lnTo>
                  <a:lnTo>
                    <a:pt x="2544707" y="0"/>
                  </a:lnTo>
                  <a:lnTo>
                    <a:pt x="898752" y="411286"/>
                  </a:lnTo>
                  <a:lnTo>
                    <a:pt x="0" y="358256"/>
                  </a:lnTo>
                  <a:lnTo>
                    <a:pt x="0" y="635771"/>
                  </a:lnTo>
                  <a:cubicBezTo>
                    <a:pt x="391431" y="1089199"/>
                    <a:pt x="1367173" y="1411339"/>
                    <a:pt x="2511886" y="1411339"/>
                  </a:cubicBezTo>
                  <a:cubicBezTo>
                    <a:pt x="2970581" y="1411339"/>
                    <a:pt x="3402128" y="1359473"/>
                    <a:pt x="3780187" y="1268301"/>
                  </a:cubicBezTo>
                  <a:lnTo>
                    <a:pt x="3785050" y="1268301"/>
                  </a:lnTo>
                  <a:lnTo>
                    <a:pt x="3785050" y="1030039"/>
                  </a:lnTo>
                  <a:cubicBezTo>
                    <a:pt x="3784915" y="1030039"/>
                    <a:pt x="3777203" y="999736"/>
                    <a:pt x="3777068" y="999736"/>
                  </a:cubicBezTo>
                  <a:close/>
                </a:path>
              </a:pathLst>
            </a:custGeom>
            <a:gradFill flip="none" rotWithShape="1">
              <a:gsLst>
                <a:gs pos="15000">
                  <a:schemeClr val="accent5">
                    <a:lumMod val="80000"/>
                    <a:lumOff val="20000"/>
                  </a:schemeClr>
                </a:gs>
                <a:gs pos="75000">
                  <a:schemeClr val="accent5">
                    <a:lumMod val="8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5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73">
              <a:extLst>
                <a:ext uri="{FF2B5EF4-FFF2-40B4-BE49-F238E27FC236}">
                  <a16:creationId xmlns:a16="http://schemas.microsoft.com/office/drawing/2014/main" id="{0C658B3D-F17C-51A5-2A7C-55C0C3498DC8}"/>
                </a:ext>
              </a:extLst>
            </p:cNvPr>
            <p:cNvSpPr/>
            <p:nvPr/>
          </p:nvSpPr>
          <p:spPr>
            <a:xfrm>
              <a:off x="2971507" y="3521334"/>
              <a:ext cx="3783428" cy="1459209"/>
            </a:xfrm>
            <a:custGeom>
              <a:avLst/>
              <a:gdLst>
                <a:gd name="connsiteX0" fmla="*/ 2544707 w 3783428"/>
                <a:gd name="connsiteY0" fmla="*/ 0 h 1411339"/>
                <a:gd name="connsiteX1" fmla="*/ 0 w 3783428"/>
                <a:gd name="connsiteY1" fmla="*/ 635771 h 1411339"/>
                <a:gd name="connsiteX2" fmla="*/ 2511886 w 3783428"/>
                <a:gd name="connsiteY2" fmla="*/ 1411340 h 1411339"/>
                <a:gd name="connsiteX3" fmla="*/ 3783429 w 3783428"/>
                <a:gd name="connsiteY3" fmla="*/ 1267491 h 1411339"/>
                <a:gd name="connsiteX4" fmla="*/ 2544707 w 3783428"/>
                <a:gd name="connsiteY4" fmla="*/ 0 h 1411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3428" h="1411339">
                  <a:moveTo>
                    <a:pt x="2544707" y="0"/>
                  </a:moveTo>
                  <a:lnTo>
                    <a:pt x="0" y="635771"/>
                  </a:lnTo>
                  <a:cubicBezTo>
                    <a:pt x="391026" y="1089199"/>
                    <a:pt x="1367173" y="1411340"/>
                    <a:pt x="2511886" y="1411340"/>
                  </a:cubicBezTo>
                  <a:cubicBezTo>
                    <a:pt x="2971797" y="1411340"/>
                    <a:pt x="3404559" y="1359068"/>
                    <a:pt x="3783429" y="1267491"/>
                  </a:cubicBezTo>
                  <a:lnTo>
                    <a:pt x="2544707" y="0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5">
                    <a:lumMod val="60000"/>
                    <a:lumOff val="40000"/>
                  </a:schemeClr>
                </a:gs>
                <a:gs pos="75000">
                  <a:schemeClr val="accent5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5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3" name="TextBox 75">
            <a:extLst>
              <a:ext uri="{FF2B5EF4-FFF2-40B4-BE49-F238E27FC236}">
                <a16:creationId xmlns:a16="http://schemas.microsoft.com/office/drawing/2014/main" id="{5A8C4EF9-179E-562B-33B8-4FCCF45A3153}"/>
              </a:ext>
            </a:extLst>
          </p:cNvPr>
          <p:cNvSpPr txBox="1"/>
          <p:nvPr/>
        </p:nvSpPr>
        <p:spPr>
          <a:xfrm>
            <a:off x="4575443" y="2601248"/>
            <a:ext cx="194138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  <a:scene3d>
              <a:camera prst="isometricOffAxis1Right">
                <a:rot lat="1080000" lon="20039998" rev="300000"/>
              </a:camera>
              <a:lightRig rig="threePt" dir="t"/>
            </a:scene3d>
          </a:bodyPr>
          <a:lstStyle/>
          <a:p>
            <a:pPr algn="ctr"/>
            <a:r>
              <a:rPr lang="en-US" altLang="zh-TW" sz="4000" b="1" spc="-100" dirty="0">
                <a:ln w="6350">
                  <a:solidFill>
                    <a:schemeClr val="accent1"/>
                  </a:solidFill>
                </a:ln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lt"/>
              </a:rPr>
              <a:t>51.4</a:t>
            </a:r>
            <a:r>
              <a:rPr lang="en-US" sz="4000" b="1" spc="-100" dirty="0">
                <a:ln w="6350">
                  <a:solidFill>
                    <a:schemeClr val="accent1"/>
                  </a:solidFill>
                </a:ln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lt"/>
              </a:rPr>
              <a:t>%</a:t>
            </a:r>
          </a:p>
        </p:txBody>
      </p:sp>
      <p:sp>
        <p:nvSpPr>
          <p:cNvPr id="54" name="TextBox 75">
            <a:extLst>
              <a:ext uri="{FF2B5EF4-FFF2-40B4-BE49-F238E27FC236}">
                <a16:creationId xmlns:a16="http://schemas.microsoft.com/office/drawing/2014/main" id="{EB9838C5-3292-EB2D-A5C9-B71AD8C57B5B}"/>
              </a:ext>
            </a:extLst>
          </p:cNvPr>
          <p:cNvSpPr txBox="1"/>
          <p:nvPr/>
        </p:nvSpPr>
        <p:spPr>
          <a:xfrm>
            <a:off x="4519458" y="4570923"/>
            <a:ext cx="194138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  <a:scene3d>
              <a:camera prst="isometricOffAxis1Right">
                <a:rot lat="1080000" lon="20039998" rev="300000"/>
              </a:camera>
              <a:lightRig rig="threePt" dir="t"/>
            </a:scene3d>
          </a:bodyPr>
          <a:lstStyle/>
          <a:p>
            <a:pPr algn="ctr"/>
            <a:r>
              <a:rPr lang="en-US" sz="3200" b="1" spc="-100" dirty="0">
                <a:ln w="6350">
                  <a:solidFill>
                    <a:schemeClr val="accent1"/>
                  </a:solidFill>
                </a:ln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lt"/>
              </a:rPr>
              <a:t>23.9%</a:t>
            </a:r>
          </a:p>
        </p:txBody>
      </p:sp>
      <p:sp>
        <p:nvSpPr>
          <p:cNvPr id="55" name="TextBox 75">
            <a:extLst>
              <a:ext uri="{FF2B5EF4-FFF2-40B4-BE49-F238E27FC236}">
                <a16:creationId xmlns:a16="http://schemas.microsoft.com/office/drawing/2014/main" id="{D1305601-339D-DAB8-1B44-F133996820AF}"/>
              </a:ext>
            </a:extLst>
          </p:cNvPr>
          <p:cNvSpPr txBox="1"/>
          <p:nvPr/>
        </p:nvSpPr>
        <p:spPr>
          <a:xfrm>
            <a:off x="6504951" y="3861798"/>
            <a:ext cx="194138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  <a:scene3d>
              <a:camera prst="isometricOffAxis1Right">
                <a:rot lat="1080000" lon="20039998" rev="300000"/>
              </a:camera>
              <a:lightRig rig="threePt" dir="t"/>
            </a:scene3d>
          </a:bodyPr>
          <a:lstStyle/>
          <a:p>
            <a:pPr algn="ctr"/>
            <a:r>
              <a:rPr lang="en-US" sz="3200" b="1" spc="-100" dirty="0">
                <a:ln w="6350">
                  <a:solidFill>
                    <a:schemeClr val="tx2"/>
                  </a:solidFill>
                </a:ln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+mj-lt"/>
              </a:rPr>
              <a:t>24.7%</a:t>
            </a:r>
          </a:p>
        </p:txBody>
      </p:sp>
      <p:grpSp>
        <p:nvGrpSpPr>
          <p:cNvPr id="56" name="Group 52">
            <a:extLst>
              <a:ext uri="{FF2B5EF4-FFF2-40B4-BE49-F238E27FC236}">
                <a16:creationId xmlns:a16="http://schemas.microsoft.com/office/drawing/2014/main" id="{C72CD67C-AE0C-9F91-2A98-3C4550FCA372}"/>
              </a:ext>
            </a:extLst>
          </p:cNvPr>
          <p:cNvGrpSpPr/>
          <p:nvPr/>
        </p:nvGrpSpPr>
        <p:grpSpPr>
          <a:xfrm>
            <a:off x="7523865" y="2319228"/>
            <a:ext cx="677743" cy="276999"/>
            <a:chOff x="5212074" y="2149193"/>
            <a:chExt cx="481242" cy="226171"/>
          </a:xfrm>
        </p:grpSpPr>
        <p:cxnSp>
          <p:nvCxnSpPr>
            <p:cNvPr id="57" name="Straight Arrow Connector 53">
              <a:extLst>
                <a:ext uri="{FF2B5EF4-FFF2-40B4-BE49-F238E27FC236}">
                  <a16:creationId xmlns:a16="http://schemas.microsoft.com/office/drawing/2014/main" id="{751BE7B4-D1A9-FA2F-3947-153FF97DBA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12700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4">
              <a:extLst>
                <a:ext uri="{FF2B5EF4-FFF2-40B4-BE49-F238E27FC236}">
                  <a16:creationId xmlns:a16="http://schemas.microsoft.com/office/drawing/2014/main" id="{BE5300CF-39C0-BF38-D30A-66CDC03D46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255070" cy="0"/>
            </a:xfrm>
            <a:prstGeom prst="straightConnector1">
              <a:avLst/>
            </a:prstGeom>
            <a:ln w="12700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TextBox 8">
            <a:extLst>
              <a:ext uri="{FF2B5EF4-FFF2-40B4-BE49-F238E27FC236}">
                <a16:creationId xmlns:a16="http://schemas.microsoft.com/office/drawing/2014/main" id="{3B8B7BAD-D094-AC67-3FFF-1FAE6A2DBA3C}"/>
              </a:ext>
            </a:extLst>
          </p:cNvPr>
          <p:cNvSpPr txBox="1"/>
          <p:nvPr/>
        </p:nvSpPr>
        <p:spPr>
          <a:xfrm>
            <a:off x="8457845" y="2182213"/>
            <a:ext cx="2132400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zh-TW" altLang="en-US" spc="50" dirty="0">
                <a:solidFill>
                  <a:schemeClr val="tx2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  <a:cs typeface="Noto Sans T Chinese"/>
                <a:sym typeface="Noto Sans T Chinese"/>
              </a:rPr>
              <a:t>實體儲物櫃</a:t>
            </a:r>
            <a:endParaRPr lang="en-US" spc="50" dirty="0">
              <a:solidFill>
                <a:schemeClr val="tx2"/>
              </a:solidFill>
              <a:latin typeface="Noto Sans TC Medium" panose="020B0200000000000000" pitchFamily="34" charset="-120"/>
              <a:ea typeface="Noto Sans TC Medium" panose="020B0200000000000000" pitchFamily="34" charset="-120"/>
              <a:cs typeface="Noto Sans T Chinese"/>
              <a:sym typeface="Noto Sans T Chinese"/>
            </a:endParaRPr>
          </a:p>
        </p:txBody>
      </p:sp>
      <p:grpSp>
        <p:nvGrpSpPr>
          <p:cNvPr id="60" name="Group 52">
            <a:extLst>
              <a:ext uri="{FF2B5EF4-FFF2-40B4-BE49-F238E27FC236}">
                <a16:creationId xmlns:a16="http://schemas.microsoft.com/office/drawing/2014/main" id="{42B25784-6790-1852-5DA4-69A7C87866F0}"/>
              </a:ext>
            </a:extLst>
          </p:cNvPr>
          <p:cNvGrpSpPr/>
          <p:nvPr/>
        </p:nvGrpSpPr>
        <p:grpSpPr>
          <a:xfrm>
            <a:off x="8662100" y="3721814"/>
            <a:ext cx="677743" cy="265487"/>
            <a:chOff x="5212074" y="2149193"/>
            <a:chExt cx="481242" cy="226171"/>
          </a:xfrm>
        </p:grpSpPr>
        <p:cxnSp>
          <p:nvCxnSpPr>
            <p:cNvPr id="61" name="Straight Arrow Connector 53">
              <a:extLst>
                <a:ext uri="{FF2B5EF4-FFF2-40B4-BE49-F238E27FC236}">
                  <a16:creationId xmlns:a16="http://schemas.microsoft.com/office/drawing/2014/main" id="{5342A5A7-D82A-AD54-2EE3-8043950682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12700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54">
              <a:extLst>
                <a:ext uri="{FF2B5EF4-FFF2-40B4-BE49-F238E27FC236}">
                  <a16:creationId xmlns:a16="http://schemas.microsoft.com/office/drawing/2014/main" id="{52814250-F79D-76E9-FBE5-5122F7E9B7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255070" cy="0"/>
            </a:xfrm>
            <a:prstGeom prst="straightConnector1">
              <a:avLst/>
            </a:prstGeom>
            <a:ln w="12700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TextBox 8">
            <a:extLst>
              <a:ext uri="{FF2B5EF4-FFF2-40B4-BE49-F238E27FC236}">
                <a16:creationId xmlns:a16="http://schemas.microsoft.com/office/drawing/2014/main" id="{B82BBCE0-081F-3A47-8C34-17FAFB1C117D}"/>
              </a:ext>
            </a:extLst>
          </p:cNvPr>
          <p:cNvSpPr txBox="1"/>
          <p:nvPr/>
        </p:nvSpPr>
        <p:spPr>
          <a:xfrm>
            <a:off x="9614742" y="3592110"/>
            <a:ext cx="2132400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zh-TW" altLang="en-US" spc="50" dirty="0">
                <a:solidFill>
                  <a:schemeClr val="tx2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  <a:cs typeface="Noto Sans T Chinese"/>
                <a:sym typeface="Noto Sans T Chinese"/>
              </a:rPr>
              <a:t>現狀即可</a:t>
            </a:r>
            <a:endParaRPr lang="en-US" spc="50" dirty="0">
              <a:solidFill>
                <a:schemeClr val="tx2"/>
              </a:solidFill>
              <a:latin typeface="Noto Sans TC Medium" panose="020B0200000000000000" pitchFamily="34" charset="-120"/>
              <a:ea typeface="Noto Sans TC Medium" panose="020B0200000000000000" pitchFamily="34" charset="-120"/>
              <a:cs typeface="Noto Sans T Chinese"/>
              <a:sym typeface="Noto Sans T Chinese"/>
            </a:endParaRPr>
          </a:p>
        </p:txBody>
      </p:sp>
      <p:grpSp>
        <p:nvGrpSpPr>
          <p:cNvPr id="64" name="Group 27">
            <a:extLst>
              <a:ext uri="{FF2B5EF4-FFF2-40B4-BE49-F238E27FC236}">
                <a16:creationId xmlns:a16="http://schemas.microsoft.com/office/drawing/2014/main" id="{403D518D-6EFC-E713-18D9-C872CFA5FC4C}"/>
              </a:ext>
            </a:extLst>
          </p:cNvPr>
          <p:cNvGrpSpPr/>
          <p:nvPr/>
        </p:nvGrpSpPr>
        <p:grpSpPr>
          <a:xfrm flipH="1" flipV="1">
            <a:off x="3487888" y="5659943"/>
            <a:ext cx="703416" cy="208793"/>
            <a:chOff x="5212074" y="2149193"/>
            <a:chExt cx="593495" cy="226171"/>
          </a:xfrm>
        </p:grpSpPr>
        <p:cxnSp>
          <p:nvCxnSpPr>
            <p:cNvPr id="76" name="Straight Arrow Connector 28">
              <a:extLst>
                <a:ext uri="{FF2B5EF4-FFF2-40B4-BE49-F238E27FC236}">
                  <a16:creationId xmlns:a16="http://schemas.microsoft.com/office/drawing/2014/main" id="{28673D03-1FAE-FDC2-3DB0-F573AFA453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12700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29">
              <a:extLst>
                <a:ext uri="{FF2B5EF4-FFF2-40B4-BE49-F238E27FC236}">
                  <a16:creationId xmlns:a16="http://schemas.microsoft.com/office/drawing/2014/main" id="{08C6887A-AD0F-D549-A66C-A4BE49DB1E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367323" cy="0"/>
            </a:xfrm>
            <a:prstGeom prst="straightConnector1">
              <a:avLst/>
            </a:prstGeom>
            <a:ln w="12700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Box 8">
            <a:extLst>
              <a:ext uri="{FF2B5EF4-FFF2-40B4-BE49-F238E27FC236}">
                <a16:creationId xmlns:a16="http://schemas.microsoft.com/office/drawing/2014/main" id="{CD6BA7B4-0C1D-D2EC-8033-7066188AFB5B}"/>
              </a:ext>
            </a:extLst>
          </p:cNvPr>
          <p:cNvSpPr txBox="1"/>
          <p:nvPr/>
        </p:nvSpPr>
        <p:spPr>
          <a:xfrm>
            <a:off x="1112307" y="5729746"/>
            <a:ext cx="2132400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spcBef>
                <a:spcPct val="0"/>
              </a:spcBef>
            </a:pPr>
            <a:r>
              <a:rPr lang="zh-TW" altLang="en-US" spc="50" dirty="0">
                <a:solidFill>
                  <a:schemeClr val="tx2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  <a:cs typeface="Noto Sans T Chinese"/>
                <a:sym typeface="Noto Sans T Chinese"/>
              </a:rPr>
              <a:t>到府收書</a:t>
            </a:r>
            <a:endParaRPr lang="en-US" spc="50" dirty="0">
              <a:solidFill>
                <a:schemeClr val="tx2"/>
              </a:solidFill>
              <a:latin typeface="Noto Sans TC Medium" panose="020B0200000000000000" pitchFamily="34" charset="-120"/>
              <a:ea typeface="Noto Sans TC Medium" panose="020B0200000000000000" pitchFamily="34" charset="-120"/>
              <a:cs typeface="Noto Sans T Chinese"/>
              <a:sym typeface="Noto Sans T Chinese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CBD5033-754B-3084-EB01-31D239A17277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7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056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13177 0.25324 L 0 -1.48148E-6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89" y="-12662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3671 0.0706 L -3.75E-6 -1.11111E-6 " pathEditMode="relative" rAng="0" ptsTypes="AA">
                                      <p:cBhvr>
                                        <p:cTn id="1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36" y="-3542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3671 0.0706 L -3.75E-6 -1.11111E-6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36" y="-3542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0.03671 0.0706 L -3.75E-6 -1.11111E-6 " pathEditMode="relative" rAng="0" ptsTypes="AA">
                                      <p:cBhvr>
                                        <p:cTn id="2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36" y="-3542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37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37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37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3" grpId="0"/>
      <p:bldP spid="53" grpId="1"/>
      <p:bldP spid="54" grpId="0"/>
      <p:bldP spid="54" grpId="1"/>
      <p:bldP spid="55" grpId="0"/>
      <p:bldP spid="55" grpId="1"/>
      <p:bldP spid="59" grpId="0"/>
      <p:bldP spid="63" grpId="0"/>
      <p:bldP spid="8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0735DB-36B7-D8DB-C2BB-7555E2491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55C2727D-0F9A-D5D1-7E84-CE44BD57DFC3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CDAB1FE6-AE7B-2647-4C73-ABC5DD3107C9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競品分析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922479D-42BC-3C21-E748-C5E8D3281BDA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COMPETITIVE LANDSCAPE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B59B3A64-3B31-B23B-BA1F-07D748317A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16309"/>
              </p:ext>
            </p:extLst>
          </p:nvPr>
        </p:nvGraphicFramePr>
        <p:xfrm>
          <a:off x="758890" y="1719606"/>
          <a:ext cx="10674223" cy="4254472"/>
        </p:xfrm>
        <a:graphic>
          <a:graphicData uri="http://schemas.openxmlformats.org/drawingml/2006/table">
            <a:tbl>
              <a:tblPr/>
              <a:tblGrid>
                <a:gridCol w="2058956">
                  <a:extLst>
                    <a:ext uri="{9D8B030D-6E8A-4147-A177-3AD203B41FA5}">
                      <a16:colId xmlns:a16="http://schemas.microsoft.com/office/drawing/2014/main" val="1852204583"/>
                    </a:ext>
                  </a:extLst>
                </a:gridCol>
                <a:gridCol w="2155371">
                  <a:extLst>
                    <a:ext uri="{9D8B030D-6E8A-4147-A177-3AD203B41FA5}">
                      <a16:colId xmlns:a16="http://schemas.microsoft.com/office/drawing/2014/main" val="3247148965"/>
                    </a:ext>
                  </a:extLst>
                </a:gridCol>
                <a:gridCol w="1614974">
                  <a:extLst>
                    <a:ext uri="{9D8B030D-6E8A-4147-A177-3AD203B41FA5}">
                      <a16:colId xmlns:a16="http://schemas.microsoft.com/office/drawing/2014/main" val="3208921538"/>
                    </a:ext>
                  </a:extLst>
                </a:gridCol>
                <a:gridCol w="1614974">
                  <a:extLst>
                    <a:ext uri="{9D8B030D-6E8A-4147-A177-3AD203B41FA5}">
                      <a16:colId xmlns:a16="http://schemas.microsoft.com/office/drawing/2014/main" val="1395860551"/>
                    </a:ext>
                  </a:extLst>
                </a:gridCol>
                <a:gridCol w="1614974">
                  <a:extLst>
                    <a:ext uri="{9D8B030D-6E8A-4147-A177-3AD203B41FA5}">
                      <a16:colId xmlns:a16="http://schemas.microsoft.com/office/drawing/2014/main" val="2877387546"/>
                    </a:ext>
                  </a:extLst>
                </a:gridCol>
                <a:gridCol w="1614974">
                  <a:extLst>
                    <a:ext uri="{9D8B030D-6E8A-4147-A177-3AD203B41FA5}">
                      <a16:colId xmlns:a16="http://schemas.microsoft.com/office/drawing/2014/main" val="3072558823"/>
                    </a:ext>
                  </a:extLst>
                </a:gridCol>
              </a:tblGrid>
              <a:tr h="501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600" b="0" spc="50" baseline="0" dirty="0">
                          <a:solidFill>
                            <a:schemeClr val="bg1"/>
                          </a:solidFill>
                          <a:effectLst/>
                          <a:latin typeface="Noto Sans TC Medium" panose="020B0200000000000000" pitchFamily="34" charset="-120"/>
                          <a:ea typeface="Noto Sans TC Medium" panose="020B0200000000000000" pitchFamily="34" charset="-120"/>
                        </a:rPr>
                        <a:t>功能 </a:t>
                      </a:r>
                      <a:r>
                        <a:rPr lang="en-US" altLang="zh-TW" sz="1600" b="0" spc="50" baseline="0" dirty="0">
                          <a:solidFill>
                            <a:schemeClr val="bg1"/>
                          </a:solidFill>
                          <a:effectLst/>
                          <a:latin typeface="Noto Sans TC Medium" panose="020B0200000000000000" pitchFamily="34" charset="-120"/>
                          <a:ea typeface="Noto Sans TC Medium" panose="020B0200000000000000" pitchFamily="34" charset="-120"/>
                        </a:rPr>
                        <a:t>/ </a:t>
                      </a:r>
                      <a:r>
                        <a:rPr lang="zh-TW" altLang="en-US" sz="1600" b="0" spc="50" baseline="0" dirty="0">
                          <a:solidFill>
                            <a:schemeClr val="bg1"/>
                          </a:solidFill>
                          <a:effectLst/>
                          <a:latin typeface="Noto Sans TC Medium" panose="020B0200000000000000" pitchFamily="34" charset="-120"/>
                          <a:ea typeface="Noto Sans TC Medium" panose="020B0200000000000000" pitchFamily="34" charset="-120"/>
                        </a:rPr>
                        <a:t>平台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PT" sz="1600" b="1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+mj-ea"/>
                        </a:rPr>
                        <a:t>SaveMyBook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0" spc="50" baseline="0" dirty="0">
                          <a:solidFill>
                            <a:schemeClr val="bg1"/>
                          </a:solidFill>
                          <a:effectLst/>
                          <a:latin typeface="Noto Sans TC Medium" panose="020B0200000000000000" pitchFamily="34" charset="-120"/>
                          <a:ea typeface="Noto Sans TC Medium" panose="020B0200000000000000" pitchFamily="34" charset="-120"/>
                        </a:rPr>
                        <a:t>蝦皮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0" spc="50" baseline="0" dirty="0">
                          <a:solidFill>
                            <a:schemeClr val="bg1"/>
                          </a:solidFill>
                          <a:effectLst/>
                          <a:latin typeface="Noto Sans TC Medium" panose="020B0200000000000000" pitchFamily="34" charset="-120"/>
                          <a:ea typeface="Noto Sans TC Medium" panose="020B0200000000000000" pitchFamily="34" charset="-120"/>
                        </a:rPr>
                        <a:t>旋轉拍賣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0" spc="50" baseline="0" dirty="0">
                          <a:solidFill>
                            <a:schemeClr val="bg1"/>
                          </a:solidFill>
                          <a:effectLst/>
                          <a:latin typeface="Noto Sans TC Medium" panose="020B0200000000000000" pitchFamily="34" charset="-120"/>
                          <a:ea typeface="Noto Sans TC Medium" panose="020B0200000000000000" pitchFamily="34" charset="-120"/>
                        </a:rPr>
                        <a:t>臉書社團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PT" sz="1600" b="1" spc="50" baseline="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Noto Sans TC Medium" panose="020B0200000000000000" pitchFamily="34" charset="-120"/>
                        </a:rPr>
                        <a:t>Dcard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362098"/>
                  </a:ext>
                </a:extLst>
              </a:tr>
              <a:tr h="4625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PT" sz="1400" b="0" spc="5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ISBN </a:t>
                      </a:r>
                      <a:r>
                        <a:rPr lang="zh-TW" altLang="en-US" sz="1400" b="0" spc="5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掃描上架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 dirty="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 dirty="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159597"/>
                  </a:ext>
                </a:extLst>
              </a:tr>
              <a:tr h="4625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400" b="0" spc="5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即時聊天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j-lt"/>
                          <a:ea typeface="Noto Sans TC"/>
                          <a:cs typeface="+mn-cs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j-lt"/>
                          <a:ea typeface="Noto Sans TC"/>
                          <a:cs typeface="+mn-cs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j-lt"/>
                          <a:ea typeface="Noto Sans TC"/>
                          <a:cs typeface="+mn-cs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j-lt"/>
                          <a:ea typeface="Noto Sans TC"/>
                          <a:cs typeface="+mn-cs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9718517"/>
                  </a:ext>
                </a:extLst>
              </a:tr>
              <a:tr h="4625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400" b="0" spc="5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實體智取櫃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j-lt"/>
                          <a:ea typeface="Noto Sans TC"/>
                          <a:cs typeface="+mn-cs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 dirty="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 dirty="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 dirty="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 dirty="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 dirty="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 dirty="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7094510"/>
                  </a:ext>
                </a:extLst>
              </a:tr>
              <a:tr h="4625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400" b="0" spc="5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圖書精準分類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 dirty="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 dirty="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 dirty="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 dirty="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 dirty="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 dirty="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j-lt"/>
                          <a:ea typeface="Noto Sans TC"/>
                          <a:cs typeface="+mn-cs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757362"/>
                  </a:ext>
                </a:extLst>
              </a:tr>
              <a:tr h="4625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400" b="0" spc="5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代幣化交易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 dirty="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 dirty="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 dirty="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 dirty="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 dirty="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 dirty="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3503257"/>
                  </a:ext>
                </a:extLst>
              </a:tr>
              <a:tr h="4625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400" b="0" spc="5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即時付款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j-lt"/>
                          <a:ea typeface="Noto Sans TC"/>
                          <a:cs typeface="+mn-cs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j-lt"/>
                          <a:ea typeface="Noto Sans TC"/>
                          <a:cs typeface="+mn-cs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 dirty="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 dirty="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 dirty="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 dirty="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724934"/>
                  </a:ext>
                </a:extLst>
              </a:tr>
              <a:tr h="4625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400" b="0" spc="5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會員等級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j-lt"/>
                          <a:ea typeface="Noto Sans TC"/>
                          <a:cs typeface="+mn-cs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 dirty="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 dirty="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 dirty="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 dirty="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3115"/>
                  </a:ext>
                </a:extLst>
              </a:tr>
              <a:tr h="46258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TW" altLang="en-US" sz="1400" b="0" spc="5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個人化推薦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dirty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j-lt"/>
                          <a:ea typeface="Noto Sans TC"/>
                          <a:cs typeface="+mn-cs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200">
                          <a:solidFill>
                            <a:srgbClr val="D5DEE2"/>
                          </a:solidFill>
                          <a:effectLst/>
                          <a:latin typeface="+mj-lt"/>
                        </a:rPr>
                        <a:t>—</a:t>
                      </a:r>
                      <a:endParaRPr lang="zh-TW" altLang="en-US" sz="1200">
                        <a:effectLst/>
                        <a:latin typeface="+mj-lt"/>
                      </a:endParaRP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600" b="1" kern="1200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125186" marR="125186" marT="112667" marB="11266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510326"/>
                  </a:ext>
                </a:extLst>
              </a:tr>
            </a:tbl>
          </a:graphicData>
        </a:graphic>
      </p:graphicFrame>
      <p:sp>
        <p:nvSpPr>
          <p:cNvPr id="2" name="文字方塊 1">
            <a:extLst>
              <a:ext uri="{FF2B5EF4-FFF2-40B4-BE49-F238E27FC236}">
                <a16:creationId xmlns:a16="http://schemas.microsoft.com/office/drawing/2014/main" id="{385E2DC1-C1B3-E4A3-C7CD-5FC912756C81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8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450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14000" decel="86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4.07407E-6 L 2.5E-6 0.20138 " pathEditMode="relative" rAng="0" ptsTypes="AA">
                                      <p:cBhvr>
                                        <p:cTn id="9" dur="125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0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FB2AF6-D315-6A04-E482-1924CF06D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D9B2753C-36B0-26B4-B702-C41E032E06A2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02BAAC2F-9F53-0893-92E6-0F7FDE1F1C04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系統目標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0BD91BF-1C4D-DD7A-B32F-C5E7B992D0BB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SYSTEM GOAL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990FA1EA-996C-01AF-A6D2-D8C2A33538CC}"/>
              </a:ext>
            </a:extLst>
          </p:cNvPr>
          <p:cNvSpPr txBox="1"/>
          <p:nvPr/>
        </p:nvSpPr>
        <p:spPr>
          <a:xfrm>
            <a:off x="936175" y="1685554"/>
            <a:ext cx="1530878" cy="1358849"/>
          </a:xfrm>
          <a:custGeom>
            <a:avLst/>
            <a:gdLst>
              <a:gd name="connsiteX0" fmla="*/ 147325 w 163535"/>
              <a:gd name="connsiteY0" fmla="*/ 10 h 145158"/>
              <a:gd name="connsiteX1" fmla="*/ 163535 w 163535"/>
              <a:gd name="connsiteY1" fmla="*/ 1292 h 145158"/>
              <a:gd name="connsiteX2" fmla="*/ 159601 w 163535"/>
              <a:gd name="connsiteY2" fmla="*/ 30515 h 145158"/>
              <a:gd name="connsiteX3" fmla="*/ 139089 w 163535"/>
              <a:gd name="connsiteY3" fmla="*/ 34870 h 145158"/>
              <a:gd name="connsiteX4" fmla="*/ 128833 w 163535"/>
              <a:gd name="connsiteY4" fmla="*/ 50324 h 145158"/>
              <a:gd name="connsiteX5" fmla="*/ 127568 w 163535"/>
              <a:gd name="connsiteY5" fmla="*/ 72944 h 145158"/>
              <a:gd name="connsiteX6" fmla="*/ 163535 w 163535"/>
              <a:gd name="connsiteY6" fmla="*/ 72944 h 145158"/>
              <a:gd name="connsiteX7" fmla="*/ 163535 w 163535"/>
              <a:gd name="connsiteY7" fmla="*/ 145158 h 145158"/>
              <a:gd name="connsiteX8" fmla="*/ 94131 w 163535"/>
              <a:gd name="connsiteY8" fmla="*/ 145158 h 145158"/>
              <a:gd name="connsiteX9" fmla="*/ 94131 w 163535"/>
              <a:gd name="connsiteY9" fmla="*/ 70134 h 145158"/>
              <a:gd name="connsiteX10" fmla="*/ 111552 w 163535"/>
              <a:gd name="connsiteY10" fmla="*/ 14499 h 145158"/>
              <a:gd name="connsiteX11" fmla="*/ 147325 w 163535"/>
              <a:gd name="connsiteY11" fmla="*/ 10 h 145158"/>
              <a:gd name="connsiteX12" fmla="*/ 53195 w 163535"/>
              <a:gd name="connsiteY12" fmla="*/ 10 h 145158"/>
              <a:gd name="connsiteX13" fmla="*/ 69404 w 163535"/>
              <a:gd name="connsiteY13" fmla="*/ 1292 h 145158"/>
              <a:gd name="connsiteX14" fmla="*/ 65470 w 163535"/>
              <a:gd name="connsiteY14" fmla="*/ 30515 h 145158"/>
              <a:gd name="connsiteX15" fmla="*/ 44958 w 163535"/>
              <a:gd name="connsiteY15" fmla="*/ 34870 h 145158"/>
              <a:gd name="connsiteX16" fmla="*/ 34702 w 163535"/>
              <a:gd name="connsiteY16" fmla="*/ 50324 h 145158"/>
              <a:gd name="connsiteX17" fmla="*/ 33438 w 163535"/>
              <a:gd name="connsiteY17" fmla="*/ 72944 h 145158"/>
              <a:gd name="connsiteX18" fmla="*/ 69404 w 163535"/>
              <a:gd name="connsiteY18" fmla="*/ 72944 h 145158"/>
              <a:gd name="connsiteX19" fmla="*/ 69404 w 163535"/>
              <a:gd name="connsiteY19" fmla="*/ 145158 h 145158"/>
              <a:gd name="connsiteX20" fmla="*/ 0 w 163535"/>
              <a:gd name="connsiteY20" fmla="*/ 145158 h 145158"/>
              <a:gd name="connsiteX21" fmla="*/ 0 w 163535"/>
              <a:gd name="connsiteY21" fmla="*/ 70134 h 145158"/>
              <a:gd name="connsiteX22" fmla="*/ 17421 w 163535"/>
              <a:gd name="connsiteY22" fmla="*/ 14499 h 145158"/>
              <a:gd name="connsiteX23" fmla="*/ 53195 w 163535"/>
              <a:gd name="connsiteY23" fmla="*/ 10 h 145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63535" h="145158">
                <a:moveTo>
                  <a:pt x="147325" y="10"/>
                </a:moveTo>
                <a:cubicBezTo>
                  <a:pt x="152371" y="-72"/>
                  <a:pt x="157775" y="355"/>
                  <a:pt x="163535" y="1292"/>
                </a:cubicBezTo>
                <a:lnTo>
                  <a:pt x="159601" y="30515"/>
                </a:lnTo>
                <a:cubicBezTo>
                  <a:pt x="150984" y="29766"/>
                  <a:pt x="144147" y="31217"/>
                  <a:pt x="139089" y="34870"/>
                </a:cubicBezTo>
                <a:cubicBezTo>
                  <a:pt x="134031" y="38523"/>
                  <a:pt x="130612" y="43674"/>
                  <a:pt x="128833" y="50324"/>
                </a:cubicBezTo>
                <a:cubicBezTo>
                  <a:pt x="127053" y="56974"/>
                  <a:pt x="126632" y="64514"/>
                  <a:pt x="127568" y="72944"/>
                </a:cubicBezTo>
                <a:lnTo>
                  <a:pt x="163535" y="72944"/>
                </a:lnTo>
                <a:lnTo>
                  <a:pt x="163535" y="145158"/>
                </a:lnTo>
                <a:lnTo>
                  <a:pt x="94131" y="145158"/>
                </a:lnTo>
                <a:lnTo>
                  <a:pt x="94131" y="70134"/>
                </a:lnTo>
                <a:cubicBezTo>
                  <a:pt x="94131" y="45594"/>
                  <a:pt x="99938" y="27049"/>
                  <a:pt x="111552" y="14499"/>
                </a:cubicBezTo>
                <a:cubicBezTo>
                  <a:pt x="120263" y="5085"/>
                  <a:pt x="132187" y="256"/>
                  <a:pt x="147325" y="10"/>
                </a:cubicBezTo>
                <a:close/>
                <a:moveTo>
                  <a:pt x="53195" y="10"/>
                </a:moveTo>
                <a:cubicBezTo>
                  <a:pt x="58241" y="-72"/>
                  <a:pt x="63644" y="355"/>
                  <a:pt x="69404" y="1292"/>
                </a:cubicBezTo>
                <a:lnTo>
                  <a:pt x="65470" y="30515"/>
                </a:lnTo>
                <a:cubicBezTo>
                  <a:pt x="56853" y="29766"/>
                  <a:pt x="50016" y="31217"/>
                  <a:pt x="44958" y="34870"/>
                </a:cubicBezTo>
                <a:cubicBezTo>
                  <a:pt x="39900" y="38523"/>
                  <a:pt x="36482" y="43674"/>
                  <a:pt x="34702" y="50324"/>
                </a:cubicBezTo>
                <a:cubicBezTo>
                  <a:pt x="32922" y="56974"/>
                  <a:pt x="32501" y="64514"/>
                  <a:pt x="33438" y="72944"/>
                </a:cubicBezTo>
                <a:lnTo>
                  <a:pt x="69404" y="72944"/>
                </a:lnTo>
                <a:lnTo>
                  <a:pt x="69404" y="145158"/>
                </a:lnTo>
                <a:lnTo>
                  <a:pt x="0" y="145158"/>
                </a:lnTo>
                <a:lnTo>
                  <a:pt x="0" y="70134"/>
                </a:lnTo>
                <a:cubicBezTo>
                  <a:pt x="0" y="45594"/>
                  <a:pt x="5807" y="27049"/>
                  <a:pt x="17421" y="14499"/>
                </a:cubicBezTo>
                <a:cubicBezTo>
                  <a:pt x="26132" y="5085"/>
                  <a:pt x="38056" y="256"/>
                  <a:pt x="53195" y="1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>
              <a:defRPr sz="4800" b="1">
                <a:solidFill>
                  <a:srgbClr val="111029"/>
                </a:solidFill>
                <a:latin typeface="+mj-lt"/>
              </a:defRPr>
            </a:lvl1pPr>
          </a:lstStyle>
          <a:p>
            <a:endParaRPr lang="en-US" sz="4400" dirty="0"/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F7604EE7-2C56-96FE-5B6E-D8C6D5D0CE38}"/>
              </a:ext>
            </a:extLst>
          </p:cNvPr>
          <p:cNvSpPr txBox="1"/>
          <p:nvPr/>
        </p:nvSpPr>
        <p:spPr>
          <a:xfrm>
            <a:off x="1160110" y="2271156"/>
            <a:ext cx="5557934" cy="259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800" b="1">
                <a:solidFill>
                  <a:srgbClr val="111029"/>
                </a:solidFill>
                <a:latin typeface="+mj-lt"/>
              </a:defRPr>
            </a:lvl1pPr>
          </a:lstStyle>
          <a:p>
            <a:pPr>
              <a:lnSpc>
                <a:spcPct val="130000"/>
              </a:lnSpc>
            </a:pPr>
            <a:r>
              <a:rPr lang="zh-TW" altLang="en-US" sz="3200" spc="150" dirty="0">
                <a:solidFill>
                  <a:schemeClr val="tx2"/>
                </a:solidFill>
              </a:rPr>
              <a:t>打造</a:t>
            </a:r>
            <a:r>
              <a:rPr lang="en-US" altLang="zh-TW" sz="3200" spc="150" dirty="0">
                <a:solidFill>
                  <a:schemeClr val="accent6"/>
                </a:solidFill>
              </a:rPr>
              <a:t> </a:t>
            </a:r>
          </a:p>
          <a:p>
            <a:pPr>
              <a:lnSpc>
                <a:spcPct val="130000"/>
              </a:lnSpc>
            </a:pPr>
            <a:r>
              <a:rPr lang="en-US" altLang="zh-TW" sz="3200" spc="100" dirty="0">
                <a:solidFill>
                  <a:schemeClr val="accent1"/>
                </a:solidFill>
              </a:rPr>
              <a:t>App </a:t>
            </a:r>
            <a:r>
              <a:rPr lang="zh-TW" altLang="en-US" sz="3200" spc="100" dirty="0">
                <a:solidFill>
                  <a:schemeClr val="accent1"/>
                </a:solidFill>
              </a:rPr>
              <a:t>媒合 </a:t>
            </a:r>
            <a:r>
              <a:rPr lang="en-US" altLang="zh-TW" sz="3200" spc="100" dirty="0">
                <a:solidFill>
                  <a:schemeClr val="accent1"/>
                </a:solidFill>
              </a:rPr>
              <a:t>× IoT </a:t>
            </a:r>
            <a:r>
              <a:rPr lang="zh-TW" altLang="en-US" sz="3200" spc="100" dirty="0">
                <a:solidFill>
                  <a:schemeClr val="accent1"/>
                </a:solidFill>
              </a:rPr>
              <a:t>實體櫃</a:t>
            </a:r>
          </a:p>
          <a:p>
            <a:pPr>
              <a:lnSpc>
                <a:spcPct val="130000"/>
              </a:lnSpc>
            </a:pPr>
            <a:r>
              <a:rPr lang="zh-TW" altLang="en-US" sz="3200" spc="150" dirty="0">
                <a:solidFill>
                  <a:schemeClr val="tx2"/>
                </a:solidFill>
              </a:rPr>
              <a:t>的二手書交易</a:t>
            </a:r>
            <a:endParaRPr lang="en-US" altLang="zh-TW" sz="3200" spc="150" dirty="0">
              <a:solidFill>
                <a:schemeClr val="tx2"/>
              </a:solidFill>
            </a:endParaRPr>
          </a:p>
          <a:p>
            <a:pPr>
              <a:lnSpc>
                <a:spcPct val="130000"/>
              </a:lnSpc>
            </a:pPr>
            <a:r>
              <a:rPr lang="zh-TW" altLang="en-US" sz="3200" spc="150" dirty="0">
                <a:solidFill>
                  <a:schemeClr val="tx2"/>
                </a:solidFill>
              </a:rPr>
              <a:t>閉環系統</a:t>
            </a:r>
            <a:endParaRPr lang="en-US" sz="3200" spc="150" dirty="0">
              <a:solidFill>
                <a:schemeClr val="tx2"/>
              </a:solidFill>
            </a:endParaRPr>
          </a:p>
        </p:txBody>
      </p:sp>
      <p:grpSp>
        <p:nvGrpSpPr>
          <p:cNvPr id="12" name="Group 5">
            <a:extLst>
              <a:ext uri="{FF2B5EF4-FFF2-40B4-BE49-F238E27FC236}">
                <a16:creationId xmlns:a16="http://schemas.microsoft.com/office/drawing/2014/main" id="{D42A37E7-DEB6-2FF6-C6F6-0D2E23A3CB1C}"/>
              </a:ext>
            </a:extLst>
          </p:cNvPr>
          <p:cNvGrpSpPr/>
          <p:nvPr/>
        </p:nvGrpSpPr>
        <p:grpSpPr>
          <a:xfrm>
            <a:off x="7210738" y="1685554"/>
            <a:ext cx="2734406" cy="3070118"/>
            <a:chOff x="6742458" y="843950"/>
            <a:chExt cx="3221459" cy="3616970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7FCA8C8-D99F-6DF7-10C8-4716EC3D80A7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6544703" y="1041705"/>
              <a:ext cx="3616970" cy="3221459"/>
            </a:xfrm>
            <a:custGeom>
              <a:avLst/>
              <a:gdLst>
                <a:gd name="T0" fmla="*/ 1831 w 6183"/>
                <a:gd name="T1" fmla="*/ 0 h 5508"/>
                <a:gd name="T2" fmla="*/ 4351 w 6183"/>
                <a:gd name="T3" fmla="*/ 0 h 5508"/>
                <a:gd name="T4" fmla="*/ 4426 w 6183"/>
                <a:gd name="T5" fmla="*/ 4 h 5508"/>
                <a:gd name="T6" fmla="*/ 4500 w 6183"/>
                <a:gd name="T7" fmla="*/ 19 h 5508"/>
                <a:gd name="T8" fmla="*/ 4571 w 6183"/>
                <a:gd name="T9" fmla="*/ 43 h 5508"/>
                <a:gd name="T10" fmla="*/ 4636 w 6183"/>
                <a:gd name="T11" fmla="*/ 75 h 5508"/>
                <a:gd name="T12" fmla="*/ 4698 w 6183"/>
                <a:gd name="T13" fmla="*/ 116 h 5508"/>
                <a:gd name="T14" fmla="*/ 4755 w 6183"/>
                <a:gd name="T15" fmla="*/ 165 h 5508"/>
                <a:gd name="T16" fmla="*/ 4803 w 6183"/>
                <a:gd name="T17" fmla="*/ 222 h 5508"/>
                <a:gd name="T18" fmla="*/ 4847 w 6183"/>
                <a:gd name="T19" fmla="*/ 285 h 5508"/>
                <a:gd name="T20" fmla="*/ 6106 w 6183"/>
                <a:gd name="T21" fmla="*/ 2468 h 5508"/>
                <a:gd name="T22" fmla="*/ 6139 w 6183"/>
                <a:gd name="T23" fmla="*/ 2535 h 5508"/>
                <a:gd name="T24" fmla="*/ 6164 w 6183"/>
                <a:gd name="T25" fmla="*/ 2607 h 5508"/>
                <a:gd name="T26" fmla="*/ 6177 w 6183"/>
                <a:gd name="T27" fmla="*/ 2680 h 5508"/>
                <a:gd name="T28" fmla="*/ 6183 w 6183"/>
                <a:gd name="T29" fmla="*/ 2753 h 5508"/>
                <a:gd name="T30" fmla="*/ 6177 w 6183"/>
                <a:gd name="T31" fmla="*/ 2826 h 5508"/>
                <a:gd name="T32" fmla="*/ 6164 w 6183"/>
                <a:gd name="T33" fmla="*/ 2899 h 5508"/>
                <a:gd name="T34" fmla="*/ 6139 w 6183"/>
                <a:gd name="T35" fmla="*/ 2971 h 5508"/>
                <a:gd name="T36" fmla="*/ 6106 w 6183"/>
                <a:gd name="T37" fmla="*/ 3038 h 5508"/>
                <a:gd name="T38" fmla="*/ 4847 w 6183"/>
                <a:gd name="T39" fmla="*/ 5223 h 5508"/>
                <a:gd name="T40" fmla="*/ 4803 w 6183"/>
                <a:gd name="T41" fmla="*/ 5285 h 5508"/>
                <a:gd name="T42" fmla="*/ 4755 w 6183"/>
                <a:gd name="T43" fmla="*/ 5341 h 5508"/>
                <a:gd name="T44" fmla="*/ 4698 w 6183"/>
                <a:gd name="T45" fmla="*/ 5390 h 5508"/>
                <a:gd name="T46" fmla="*/ 4636 w 6183"/>
                <a:gd name="T47" fmla="*/ 5431 h 5508"/>
                <a:gd name="T48" fmla="*/ 4571 w 6183"/>
                <a:gd name="T49" fmla="*/ 5463 h 5508"/>
                <a:gd name="T50" fmla="*/ 4500 w 6183"/>
                <a:gd name="T51" fmla="*/ 5487 h 5508"/>
                <a:gd name="T52" fmla="*/ 4426 w 6183"/>
                <a:gd name="T53" fmla="*/ 5502 h 5508"/>
                <a:gd name="T54" fmla="*/ 4351 w 6183"/>
                <a:gd name="T55" fmla="*/ 5508 h 5508"/>
                <a:gd name="T56" fmla="*/ 1831 w 6183"/>
                <a:gd name="T57" fmla="*/ 5508 h 5508"/>
                <a:gd name="T58" fmla="*/ 1756 w 6183"/>
                <a:gd name="T59" fmla="*/ 5502 h 5508"/>
                <a:gd name="T60" fmla="*/ 1681 w 6183"/>
                <a:gd name="T61" fmla="*/ 5487 h 5508"/>
                <a:gd name="T62" fmla="*/ 1612 w 6183"/>
                <a:gd name="T63" fmla="*/ 5463 h 5508"/>
                <a:gd name="T64" fmla="*/ 1546 w 6183"/>
                <a:gd name="T65" fmla="*/ 5431 h 5508"/>
                <a:gd name="T66" fmla="*/ 1484 w 6183"/>
                <a:gd name="T67" fmla="*/ 5390 h 5508"/>
                <a:gd name="T68" fmla="*/ 1428 w 6183"/>
                <a:gd name="T69" fmla="*/ 5341 h 5508"/>
                <a:gd name="T70" fmla="*/ 1379 w 6183"/>
                <a:gd name="T71" fmla="*/ 5285 h 5508"/>
                <a:gd name="T72" fmla="*/ 1336 w 6183"/>
                <a:gd name="T73" fmla="*/ 5223 h 5508"/>
                <a:gd name="T74" fmla="*/ 77 w 6183"/>
                <a:gd name="T75" fmla="*/ 3038 h 5508"/>
                <a:gd name="T76" fmla="*/ 43 w 6183"/>
                <a:gd name="T77" fmla="*/ 2971 h 5508"/>
                <a:gd name="T78" fmla="*/ 19 w 6183"/>
                <a:gd name="T79" fmla="*/ 2899 h 5508"/>
                <a:gd name="T80" fmla="*/ 6 w 6183"/>
                <a:gd name="T81" fmla="*/ 2826 h 5508"/>
                <a:gd name="T82" fmla="*/ 0 w 6183"/>
                <a:gd name="T83" fmla="*/ 2753 h 5508"/>
                <a:gd name="T84" fmla="*/ 0 w 6183"/>
                <a:gd name="T85" fmla="*/ 2753 h 5508"/>
                <a:gd name="T86" fmla="*/ 6 w 6183"/>
                <a:gd name="T87" fmla="*/ 2680 h 5508"/>
                <a:gd name="T88" fmla="*/ 19 w 6183"/>
                <a:gd name="T89" fmla="*/ 2607 h 5508"/>
                <a:gd name="T90" fmla="*/ 43 w 6183"/>
                <a:gd name="T91" fmla="*/ 2535 h 5508"/>
                <a:gd name="T92" fmla="*/ 77 w 6183"/>
                <a:gd name="T93" fmla="*/ 2468 h 5508"/>
                <a:gd name="T94" fmla="*/ 1336 w 6183"/>
                <a:gd name="T95" fmla="*/ 285 h 5508"/>
                <a:gd name="T96" fmla="*/ 1379 w 6183"/>
                <a:gd name="T97" fmla="*/ 222 h 5508"/>
                <a:gd name="T98" fmla="*/ 1428 w 6183"/>
                <a:gd name="T99" fmla="*/ 165 h 5508"/>
                <a:gd name="T100" fmla="*/ 1484 w 6183"/>
                <a:gd name="T101" fmla="*/ 116 h 5508"/>
                <a:gd name="T102" fmla="*/ 1546 w 6183"/>
                <a:gd name="T103" fmla="*/ 75 h 5508"/>
                <a:gd name="T104" fmla="*/ 1612 w 6183"/>
                <a:gd name="T105" fmla="*/ 43 h 5508"/>
                <a:gd name="T106" fmla="*/ 1681 w 6183"/>
                <a:gd name="T107" fmla="*/ 19 h 5508"/>
                <a:gd name="T108" fmla="*/ 1756 w 6183"/>
                <a:gd name="T109" fmla="*/ 4 h 5508"/>
                <a:gd name="T110" fmla="*/ 1831 w 6183"/>
                <a:gd name="T111" fmla="*/ 0 h 5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183" h="5508">
                  <a:moveTo>
                    <a:pt x="1831" y="0"/>
                  </a:moveTo>
                  <a:lnTo>
                    <a:pt x="4351" y="0"/>
                  </a:lnTo>
                  <a:lnTo>
                    <a:pt x="4426" y="4"/>
                  </a:lnTo>
                  <a:lnTo>
                    <a:pt x="4500" y="19"/>
                  </a:lnTo>
                  <a:lnTo>
                    <a:pt x="4571" y="43"/>
                  </a:lnTo>
                  <a:lnTo>
                    <a:pt x="4636" y="75"/>
                  </a:lnTo>
                  <a:lnTo>
                    <a:pt x="4698" y="116"/>
                  </a:lnTo>
                  <a:lnTo>
                    <a:pt x="4755" y="165"/>
                  </a:lnTo>
                  <a:lnTo>
                    <a:pt x="4803" y="222"/>
                  </a:lnTo>
                  <a:lnTo>
                    <a:pt x="4847" y="285"/>
                  </a:lnTo>
                  <a:lnTo>
                    <a:pt x="6106" y="2468"/>
                  </a:lnTo>
                  <a:lnTo>
                    <a:pt x="6139" y="2535"/>
                  </a:lnTo>
                  <a:lnTo>
                    <a:pt x="6164" y="2607"/>
                  </a:lnTo>
                  <a:lnTo>
                    <a:pt x="6177" y="2680"/>
                  </a:lnTo>
                  <a:lnTo>
                    <a:pt x="6183" y="2753"/>
                  </a:lnTo>
                  <a:lnTo>
                    <a:pt x="6177" y="2826"/>
                  </a:lnTo>
                  <a:lnTo>
                    <a:pt x="6164" y="2899"/>
                  </a:lnTo>
                  <a:lnTo>
                    <a:pt x="6139" y="2971"/>
                  </a:lnTo>
                  <a:lnTo>
                    <a:pt x="6106" y="3038"/>
                  </a:lnTo>
                  <a:lnTo>
                    <a:pt x="4847" y="5223"/>
                  </a:lnTo>
                  <a:lnTo>
                    <a:pt x="4803" y="5285"/>
                  </a:lnTo>
                  <a:lnTo>
                    <a:pt x="4755" y="5341"/>
                  </a:lnTo>
                  <a:lnTo>
                    <a:pt x="4698" y="5390"/>
                  </a:lnTo>
                  <a:lnTo>
                    <a:pt x="4636" y="5431"/>
                  </a:lnTo>
                  <a:lnTo>
                    <a:pt x="4571" y="5463"/>
                  </a:lnTo>
                  <a:lnTo>
                    <a:pt x="4500" y="5487"/>
                  </a:lnTo>
                  <a:lnTo>
                    <a:pt x="4426" y="5502"/>
                  </a:lnTo>
                  <a:lnTo>
                    <a:pt x="4351" y="5508"/>
                  </a:lnTo>
                  <a:lnTo>
                    <a:pt x="1831" y="5508"/>
                  </a:lnTo>
                  <a:lnTo>
                    <a:pt x="1756" y="5502"/>
                  </a:lnTo>
                  <a:lnTo>
                    <a:pt x="1681" y="5487"/>
                  </a:lnTo>
                  <a:lnTo>
                    <a:pt x="1612" y="5463"/>
                  </a:lnTo>
                  <a:lnTo>
                    <a:pt x="1546" y="5431"/>
                  </a:lnTo>
                  <a:lnTo>
                    <a:pt x="1484" y="5390"/>
                  </a:lnTo>
                  <a:lnTo>
                    <a:pt x="1428" y="5341"/>
                  </a:lnTo>
                  <a:lnTo>
                    <a:pt x="1379" y="5285"/>
                  </a:lnTo>
                  <a:lnTo>
                    <a:pt x="1336" y="5223"/>
                  </a:lnTo>
                  <a:lnTo>
                    <a:pt x="77" y="3038"/>
                  </a:lnTo>
                  <a:lnTo>
                    <a:pt x="43" y="2971"/>
                  </a:lnTo>
                  <a:lnTo>
                    <a:pt x="19" y="2899"/>
                  </a:lnTo>
                  <a:lnTo>
                    <a:pt x="6" y="2826"/>
                  </a:lnTo>
                  <a:lnTo>
                    <a:pt x="0" y="2753"/>
                  </a:lnTo>
                  <a:lnTo>
                    <a:pt x="0" y="2753"/>
                  </a:lnTo>
                  <a:lnTo>
                    <a:pt x="6" y="2680"/>
                  </a:lnTo>
                  <a:lnTo>
                    <a:pt x="19" y="2607"/>
                  </a:lnTo>
                  <a:lnTo>
                    <a:pt x="43" y="2535"/>
                  </a:lnTo>
                  <a:lnTo>
                    <a:pt x="77" y="2468"/>
                  </a:lnTo>
                  <a:lnTo>
                    <a:pt x="1336" y="285"/>
                  </a:lnTo>
                  <a:lnTo>
                    <a:pt x="1379" y="222"/>
                  </a:lnTo>
                  <a:lnTo>
                    <a:pt x="1428" y="165"/>
                  </a:lnTo>
                  <a:lnTo>
                    <a:pt x="1484" y="116"/>
                  </a:lnTo>
                  <a:lnTo>
                    <a:pt x="1546" y="75"/>
                  </a:lnTo>
                  <a:lnTo>
                    <a:pt x="1612" y="43"/>
                  </a:lnTo>
                  <a:lnTo>
                    <a:pt x="1681" y="19"/>
                  </a:lnTo>
                  <a:lnTo>
                    <a:pt x="1756" y="4"/>
                  </a:lnTo>
                  <a:lnTo>
                    <a:pt x="1831" y="0"/>
                  </a:lnTo>
                  <a:close/>
                </a:path>
              </a:pathLst>
            </a:custGeom>
            <a:solidFill>
              <a:schemeClr val="accent2">
                <a:alpha val="60000"/>
              </a:schemeClr>
            </a:solidFill>
            <a:ln>
              <a:noFill/>
            </a:ln>
            <a:effectLst>
              <a:outerShdw blurRad="381000" dist="444500" dir="8100000" sx="90000" sy="9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SV" dirty="0"/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55D4DD5D-F06C-938D-3F59-670E285408F5}"/>
                </a:ext>
              </a:extLst>
            </p:cNvPr>
            <p:cNvSpPr/>
            <p:nvPr/>
          </p:nvSpPr>
          <p:spPr>
            <a:xfrm>
              <a:off x="7180649" y="1622481"/>
              <a:ext cx="2345084" cy="5072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TW" altLang="en-US" sz="2000" b="1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+mn-ea"/>
                  <a:cs typeface="Arial" panose="020B0604020202020204" pitchFamily="34" charset="0"/>
                </a:rPr>
                <a:t>非同步交易</a:t>
              </a:r>
              <a:endParaRPr lang="en-US" sz="2000" b="1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15" name="Group 7">
            <a:extLst>
              <a:ext uri="{FF2B5EF4-FFF2-40B4-BE49-F238E27FC236}">
                <a16:creationId xmlns:a16="http://schemas.microsoft.com/office/drawing/2014/main" id="{79CF39AA-8222-D38C-5EC1-B6EDF4BE6A9D}"/>
              </a:ext>
            </a:extLst>
          </p:cNvPr>
          <p:cNvGrpSpPr/>
          <p:nvPr/>
        </p:nvGrpSpPr>
        <p:grpSpPr>
          <a:xfrm>
            <a:off x="6443525" y="3003867"/>
            <a:ext cx="2734406" cy="3070118"/>
            <a:chOff x="5838589" y="2397082"/>
            <a:chExt cx="3221459" cy="3616970"/>
          </a:xfrm>
        </p:grpSpPr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59089997-8B75-7647-D51A-71F523D9F6AE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640834" y="2594837"/>
              <a:ext cx="3616970" cy="3221459"/>
            </a:xfrm>
            <a:custGeom>
              <a:avLst/>
              <a:gdLst>
                <a:gd name="T0" fmla="*/ 1831 w 6183"/>
                <a:gd name="T1" fmla="*/ 0 h 5508"/>
                <a:gd name="T2" fmla="*/ 4351 w 6183"/>
                <a:gd name="T3" fmla="*/ 0 h 5508"/>
                <a:gd name="T4" fmla="*/ 4426 w 6183"/>
                <a:gd name="T5" fmla="*/ 4 h 5508"/>
                <a:gd name="T6" fmla="*/ 4500 w 6183"/>
                <a:gd name="T7" fmla="*/ 19 h 5508"/>
                <a:gd name="T8" fmla="*/ 4571 w 6183"/>
                <a:gd name="T9" fmla="*/ 43 h 5508"/>
                <a:gd name="T10" fmla="*/ 4636 w 6183"/>
                <a:gd name="T11" fmla="*/ 75 h 5508"/>
                <a:gd name="T12" fmla="*/ 4698 w 6183"/>
                <a:gd name="T13" fmla="*/ 116 h 5508"/>
                <a:gd name="T14" fmla="*/ 4755 w 6183"/>
                <a:gd name="T15" fmla="*/ 165 h 5508"/>
                <a:gd name="T16" fmla="*/ 4803 w 6183"/>
                <a:gd name="T17" fmla="*/ 222 h 5508"/>
                <a:gd name="T18" fmla="*/ 4847 w 6183"/>
                <a:gd name="T19" fmla="*/ 285 h 5508"/>
                <a:gd name="T20" fmla="*/ 6106 w 6183"/>
                <a:gd name="T21" fmla="*/ 2468 h 5508"/>
                <a:gd name="T22" fmla="*/ 6139 w 6183"/>
                <a:gd name="T23" fmla="*/ 2535 h 5508"/>
                <a:gd name="T24" fmla="*/ 6164 w 6183"/>
                <a:gd name="T25" fmla="*/ 2607 h 5508"/>
                <a:gd name="T26" fmla="*/ 6177 w 6183"/>
                <a:gd name="T27" fmla="*/ 2680 h 5508"/>
                <a:gd name="T28" fmla="*/ 6183 w 6183"/>
                <a:gd name="T29" fmla="*/ 2753 h 5508"/>
                <a:gd name="T30" fmla="*/ 6177 w 6183"/>
                <a:gd name="T31" fmla="*/ 2826 h 5508"/>
                <a:gd name="T32" fmla="*/ 6164 w 6183"/>
                <a:gd name="T33" fmla="*/ 2899 h 5508"/>
                <a:gd name="T34" fmla="*/ 6139 w 6183"/>
                <a:gd name="T35" fmla="*/ 2971 h 5508"/>
                <a:gd name="T36" fmla="*/ 6106 w 6183"/>
                <a:gd name="T37" fmla="*/ 3038 h 5508"/>
                <a:gd name="T38" fmla="*/ 4847 w 6183"/>
                <a:gd name="T39" fmla="*/ 5223 h 5508"/>
                <a:gd name="T40" fmla="*/ 4803 w 6183"/>
                <a:gd name="T41" fmla="*/ 5285 h 5508"/>
                <a:gd name="T42" fmla="*/ 4755 w 6183"/>
                <a:gd name="T43" fmla="*/ 5341 h 5508"/>
                <a:gd name="T44" fmla="*/ 4698 w 6183"/>
                <a:gd name="T45" fmla="*/ 5390 h 5508"/>
                <a:gd name="T46" fmla="*/ 4636 w 6183"/>
                <a:gd name="T47" fmla="*/ 5431 h 5508"/>
                <a:gd name="T48" fmla="*/ 4571 w 6183"/>
                <a:gd name="T49" fmla="*/ 5463 h 5508"/>
                <a:gd name="T50" fmla="*/ 4500 w 6183"/>
                <a:gd name="T51" fmla="*/ 5487 h 5508"/>
                <a:gd name="T52" fmla="*/ 4426 w 6183"/>
                <a:gd name="T53" fmla="*/ 5502 h 5508"/>
                <a:gd name="T54" fmla="*/ 4351 w 6183"/>
                <a:gd name="T55" fmla="*/ 5508 h 5508"/>
                <a:gd name="T56" fmla="*/ 1831 w 6183"/>
                <a:gd name="T57" fmla="*/ 5508 h 5508"/>
                <a:gd name="T58" fmla="*/ 1756 w 6183"/>
                <a:gd name="T59" fmla="*/ 5502 h 5508"/>
                <a:gd name="T60" fmla="*/ 1681 w 6183"/>
                <a:gd name="T61" fmla="*/ 5487 h 5508"/>
                <a:gd name="T62" fmla="*/ 1612 w 6183"/>
                <a:gd name="T63" fmla="*/ 5463 h 5508"/>
                <a:gd name="T64" fmla="*/ 1546 w 6183"/>
                <a:gd name="T65" fmla="*/ 5431 h 5508"/>
                <a:gd name="T66" fmla="*/ 1484 w 6183"/>
                <a:gd name="T67" fmla="*/ 5390 h 5508"/>
                <a:gd name="T68" fmla="*/ 1428 w 6183"/>
                <a:gd name="T69" fmla="*/ 5341 h 5508"/>
                <a:gd name="T70" fmla="*/ 1379 w 6183"/>
                <a:gd name="T71" fmla="*/ 5285 h 5508"/>
                <a:gd name="T72" fmla="*/ 1336 w 6183"/>
                <a:gd name="T73" fmla="*/ 5223 h 5508"/>
                <a:gd name="T74" fmla="*/ 77 w 6183"/>
                <a:gd name="T75" fmla="*/ 3038 h 5508"/>
                <a:gd name="T76" fmla="*/ 43 w 6183"/>
                <a:gd name="T77" fmla="*/ 2971 h 5508"/>
                <a:gd name="T78" fmla="*/ 19 w 6183"/>
                <a:gd name="T79" fmla="*/ 2899 h 5508"/>
                <a:gd name="T80" fmla="*/ 6 w 6183"/>
                <a:gd name="T81" fmla="*/ 2826 h 5508"/>
                <a:gd name="T82" fmla="*/ 0 w 6183"/>
                <a:gd name="T83" fmla="*/ 2753 h 5508"/>
                <a:gd name="T84" fmla="*/ 0 w 6183"/>
                <a:gd name="T85" fmla="*/ 2753 h 5508"/>
                <a:gd name="T86" fmla="*/ 6 w 6183"/>
                <a:gd name="T87" fmla="*/ 2680 h 5508"/>
                <a:gd name="T88" fmla="*/ 19 w 6183"/>
                <a:gd name="T89" fmla="*/ 2607 h 5508"/>
                <a:gd name="T90" fmla="*/ 43 w 6183"/>
                <a:gd name="T91" fmla="*/ 2535 h 5508"/>
                <a:gd name="T92" fmla="*/ 77 w 6183"/>
                <a:gd name="T93" fmla="*/ 2468 h 5508"/>
                <a:gd name="T94" fmla="*/ 1336 w 6183"/>
                <a:gd name="T95" fmla="*/ 285 h 5508"/>
                <a:gd name="T96" fmla="*/ 1379 w 6183"/>
                <a:gd name="T97" fmla="*/ 222 h 5508"/>
                <a:gd name="T98" fmla="*/ 1428 w 6183"/>
                <a:gd name="T99" fmla="*/ 165 h 5508"/>
                <a:gd name="T100" fmla="*/ 1484 w 6183"/>
                <a:gd name="T101" fmla="*/ 116 h 5508"/>
                <a:gd name="T102" fmla="*/ 1546 w 6183"/>
                <a:gd name="T103" fmla="*/ 75 h 5508"/>
                <a:gd name="T104" fmla="*/ 1612 w 6183"/>
                <a:gd name="T105" fmla="*/ 43 h 5508"/>
                <a:gd name="T106" fmla="*/ 1681 w 6183"/>
                <a:gd name="T107" fmla="*/ 19 h 5508"/>
                <a:gd name="T108" fmla="*/ 1756 w 6183"/>
                <a:gd name="T109" fmla="*/ 4 h 5508"/>
                <a:gd name="T110" fmla="*/ 1831 w 6183"/>
                <a:gd name="T111" fmla="*/ 0 h 5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183" h="5508">
                  <a:moveTo>
                    <a:pt x="1831" y="0"/>
                  </a:moveTo>
                  <a:lnTo>
                    <a:pt x="4351" y="0"/>
                  </a:lnTo>
                  <a:lnTo>
                    <a:pt x="4426" y="4"/>
                  </a:lnTo>
                  <a:lnTo>
                    <a:pt x="4500" y="19"/>
                  </a:lnTo>
                  <a:lnTo>
                    <a:pt x="4571" y="43"/>
                  </a:lnTo>
                  <a:lnTo>
                    <a:pt x="4636" y="75"/>
                  </a:lnTo>
                  <a:lnTo>
                    <a:pt x="4698" y="116"/>
                  </a:lnTo>
                  <a:lnTo>
                    <a:pt x="4755" y="165"/>
                  </a:lnTo>
                  <a:lnTo>
                    <a:pt x="4803" y="222"/>
                  </a:lnTo>
                  <a:lnTo>
                    <a:pt x="4847" y="285"/>
                  </a:lnTo>
                  <a:lnTo>
                    <a:pt x="6106" y="2468"/>
                  </a:lnTo>
                  <a:lnTo>
                    <a:pt x="6139" y="2535"/>
                  </a:lnTo>
                  <a:lnTo>
                    <a:pt x="6164" y="2607"/>
                  </a:lnTo>
                  <a:lnTo>
                    <a:pt x="6177" y="2680"/>
                  </a:lnTo>
                  <a:lnTo>
                    <a:pt x="6183" y="2753"/>
                  </a:lnTo>
                  <a:lnTo>
                    <a:pt x="6177" y="2826"/>
                  </a:lnTo>
                  <a:lnTo>
                    <a:pt x="6164" y="2899"/>
                  </a:lnTo>
                  <a:lnTo>
                    <a:pt x="6139" y="2971"/>
                  </a:lnTo>
                  <a:lnTo>
                    <a:pt x="6106" y="3038"/>
                  </a:lnTo>
                  <a:lnTo>
                    <a:pt x="4847" y="5223"/>
                  </a:lnTo>
                  <a:lnTo>
                    <a:pt x="4803" y="5285"/>
                  </a:lnTo>
                  <a:lnTo>
                    <a:pt x="4755" y="5341"/>
                  </a:lnTo>
                  <a:lnTo>
                    <a:pt x="4698" y="5390"/>
                  </a:lnTo>
                  <a:lnTo>
                    <a:pt x="4636" y="5431"/>
                  </a:lnTo>
                  <a:lnTo>
                    <a:pt x="4571" y="5463"/>
                  </a:lnTo>
                  <a:lnTo>
                    <a:pt x="4500" y="5487"/>
                  </a:lnTo>
                  <a:lnTo>
                    <a:pt x="4426" y="5502"/>
                  </a:lnTo>
                  <a:lnTo>
                    <a:pt x="4351" y="5508"/>
                  </a:lnTo>
                  <a:lnTo>
                    <a:pt x="1831" y="5508"/>
                  </a:lnTo>
                  <a:lnTo>
                    <a:pt x="1756" y="5502"/>
                  </a:lnTo>
                  <a:lnTo>
                    <a:pt x="1681" y="5487"/>
                  </a:lnTo>
                  <a:lnTo>
                    <a:pt x="1612" y="5463"/>
                  </a:lnTo>
                  <a:lnTo>
                    <a:pt x="1546" y="5431"/>
                  </a:lnTo>
                  <a:lnTo>
                    <a:pt x="1484" y="5390"/>
                  </a:lnTo>
                  <a:lnTo>
                    <a:pt x="1428" y="5341"/>
                  </a:lnTo>
                  <a:lnTo>
                    <a:pt x="1379" y="5285"/>
                  </a:lnTo>
                  <a:lnTo>
                    <a:pt x="1336" y="5223"/>
                  </a:lnTo>
                  <a:lnTo>
                    <a:pt x="77" y="3038"/>
                  </a:lnTo>
                  <a:lnTo>
                    <a:pt x="43" y="2971"/>
                  </a:lnTo>
                  <a:lnTo>
                    <a:pt x="19" y="2899"/>
                  </a:lnTo>
                  <a:lnTo>
                    <a:pt x="6" y="2826"/>
                  </a:lnTo>
                  <a:lnTo>
                    <a:pt x="0" y="2753"/>
                  </a:lnTo>
                  <a:lnTo>
                    <a:pt x="0" y="2753"/>
                  </a:lnTo>
                  <a:lnTo>
                    <a:pt x="6" y="2680"/>
                  </a:lnTo>
                  <a:lnTo>
                    <a:pt x="19" y="2607"/>
                  </a:lnTo>
                  <a:lnTo>
                    <a:pt x="43" y="2535"/>
                  </a:lnTo>
                  <a:lnTo>
                    <a:pt x="77" y="2468"/>
                  </a:lnTo>
                  <a:lnTo>
                    <a:pt x="1336" y="285"/>
                  </a:lnTo>
                  <a:lnTo>
                    <a:pt x="1379" y="222"/>
                  </a:lnTo>
                  <a:lnTo>
                    <a:pt x="1428" y="165"/>
                  </a:lnTo>
                  <a:lnTo>
                    <a:pt x="1484" y="116"/>
                  </a:lnTo>
                  <a:lnTo>
                    <a:pt x="1546" y="75"/>
                  </a:lnTo>
                  <a:lnTo>
                    <a:pt x="1612" y="43"/>
                  </a:lnTo>
                  <a:lnTo>
                    <a:pt x="1681" y="19"/>
                  </a:lnTo>
                  <a:lnTo>
                    <a:pt x="1756" y="4"/>
                  </a:lnTo>
                  <a:lnTo>
                    <a:pt x="1831" y="0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>
              <a:noFill/>
            </a:ln>
            <a:effectLst>
              <a:outerShdw blurRad="381000" dist="444500" dir="8100000" sx="90000" sy="9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SV" dirty="0"/>
            </a:p>
          </p:txBody>
        </p:sp>
        <p:sp>
          <p:nvSpPr>
            <p:cNvPr id="17" name="Rectangle 13">
              <a:extLst>
                <a:ext uri="{FF2B5EF4-FFF2-40B4-BE49-F238E27FC236}">
                  <a16:creationId xmlns:a16="http://schemas.microsoft.com/office/drawing/2014/main" id="{DCB04540-DC41-9208-07A3-8B91FA1FC0E9}"/>
                </a:ext>
              </a:extLst>
            </p:cNvPr>
            <p:cNvSpPr/>
            <p:nvPr/>
          </p:nvSpPr>
          <p:spPr>
            <a:xfrm>
              <a:off x="5842805" y="4150597"/>
              <a:ext cx="1799310" cy="10256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TW" altLang="en-US" sz="2200" b="1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+mn-ea"/>
                  <a:cs typeface="Arial" panose="020B0604020202020204" pitchFamily="34" charset="0"/>
                </a:rPr>
                <a:t>流程</a:t>
              </a:r>
              <a:endParaRPr lang="en-US" altLang="zh-TW" sz="2200" b="1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Arial" panose="020B0604020202020204" pitchFamily="34" charset="0"/>
              </a:endParaRPr>
            </a:p>
            <a:p>
              <a:pPr algn="ctr">
                <a:lnSpc>
                  <a:spcPct val="120000"/>
                </a:lnSpc>
              </a:pPr>
              <a:r>
                <a:rPr lang="zh-TW" altLang="en-US" sz="2200" b="1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+mn-ea"/>
                  <a:cs typeface="Arial" panose="020B0604020202020204" pitchFamily="34" charset="0"/>
                </a:rPr>
                <a:t>自動化</a:t>
              </a:r>
              <a:endParaRPr lang="en-US" sz="2200" b="1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18" name="Group 6">
            <a:extLst>
              <a:ext uri="{FF2B5EF4-FFF2-40B4-BE49-F238E27FC236}">
                <a16:creationId xmlns:a16="http://schemas.microsoft.com/office/drawing/2014/main" id="{7A4AC151-A590-7BE5-B68F-86DFD7469FC7}"/>
              </a:ext>
            </a:extLst>
          </p:cNvPr>
          <p:cNvGrpSpPr/>
          <p:nvPr/>
        </p:nvGrpSpPr>
        <p:grpSpPr>
          <a:xfrm>
            <a:off x="7977952" y="3003866"/>
            <a:ext cx="2734406" cy="3070118"/>
            <a:chOff x="7646329" y="2397081"/>
            <a:chExt cx="3221459" cy="3616970"/>
          </a:xfrm>
        </p:grpSpPr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35883853-7DCC-CC7E-FAF8-01E0EE9C23CE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7448574" y="2594836"/>
              <a:ext cx="3616970" cy="3221459"/>
            </a:xfrm>
            <a:custGeom>
              <a:avLst/>
              <a:gdLst>
                <a:gd name="T0" fmla="*/ 1831 w 6183"/>
                <a:gd name="T1" fmla="*/ 0 h 5508"/>
                <a:gd name="T2" fmla="*/ 4351 w 6183"/>
                <a:gd name="T3" fmla="*/ 0 h 5508"/>
                <a:gd name="T4" fmla="*/ 4426 w 6183"/>
                <a:gd name="T5" fmla="*/ 4 h 5508"/>
                <a:gd name="T6" fmla="*/ 4500 w 6183"/>
                <a:gd name="T7" fmla="*/ 19 h 5508"/>
                <a:gd name="T8" fmla="*/ 4571 w 6183"/>
                <a:gd name="T9" fmla="*/ 43 h 5508"/>
                <a:gd name="T10" fmla="*/ 4636 w 6183"/>
                <a:gd name="T11" fmla="*/ 75 h 5508"/>
                <a:gd name="T12" fmla="*/ 4698 w 6183"/>
                <a:gd name="T13" fmla="*/ 116 h 5508"/>
                <a:gd name="T14" fmla="*/ 4755 w 6183"/>
                <a:gd name="T15" fmla="*/ 165 h 5508"/>
                <a:gd name="T16" fmla="*/ 4803 w 6183"/>
                <a:gd name="T17" fmla="*/ 222 h 5508"/>
                <a:gd name="T18" fmla="*/ 4847 w 6183"/>
                <a:gd name="T19" fmla="*/ 285 h 5508"/>
                <a:gd name="T20" fmla="*/ 6106 w 6183"/>
                <a:gd name="T21" fmla="*/ 2468 h 5508"/>
                <a:gd name="T22" fmla="*/ 6139 w 6183"/>
                <a:gd name="T23" fmla="*/ 2535 h 5508"/>
                <a:gd name="T24" fmla="*/ 6164 w 6183"/>
                <a:gd name="T25" fmla="*/ 2607 h 5508"/>
                <a:gd name="T26" fmla="*/ 6177 w 6183"/>
                <a:gd name="T27" fmla="*/ 2680 h 5508"/>
                <a:gd name="T28" fmla="*/ 6183 w 6183"/>
                <a:gd name="T29" fmla="*/ 2753 h 5508"/>
                <a:gd name="T30" fmla="*/ 6177 w 6183"/>
                <a:gd name="T31" fmla="*/ 2826 h 5508"/>
                <a:gd name="T32" fmla="*/ 6164 w 6183"/>
                <a:gd name="T33" fmla="*/ 2899 h 5508"/>
                <a:gd name="T34" fmla="*/ 6139 w 6183"/>
                <a:gd name="T35" fmla="*/ 2971 h 5508"/>
                <a:gd name="T36" fmla="*/ 6106 w 6183"/>
                <a:gd name="T37" fmla="*/ 3038 h 5508"/>
                <a:gd name="T38" fmla="*/ 4847 w 6183"/>
                <a:gd name="T39" fmla="*/ 5223 h 5508"/>
                <a:gd name="T40" fmla="*/ 4803 w 6183"/>
                <a:gd name="T41" fmla="*/ 5285 h 5508"/>
                <a:gd name="T42" fmla="*/ 4755 w 6183"/>
                <a:gd name="T43" fmla="*/ 5341 h 5508"/>
                <a:gd name="T44" fmla="*/ 4698 w 6183"/>
                <a:gd name="T45" fmla="*/ 5390 h 5508"/>
                <a:gd name="T46" fmla="*/ 4636 w 6183"/>
                <a:gd name="T47" fmla="*/ 5431 h 5508"/>
                <a:gd name="T48" fmla="*/ 4571 w 6183"/>
                <a:gd name="T49" fmla="*/ 5463 h 5508"/>
                <a:gd name="T50" fmla="*/ 4500 w 6183"/>
                <a:gd name="T51" fmla="*/ 5487 h 5508"/>
                <a:gd name="T52" fmla="*/ 4426 w 6183"/>
                <a:gd name="T53" fmla="*/ 5502 h 5508"/>
                <a:gd name="T54" fmla="*/ 4351 w 6183"/>
                <a:gd name="T55" fmla="*/ 5508 h 5508"/>
                <a:gd name="T56" fmla="*/ 1831 w 6183"/>
                <a:gd name="T57" fmla="*/ 5508 h 5508"/>
                <a:gd name="T58" fmla="*/ 1756 w 6183"/>
                <a:gd name="T59" fmla="*/ 5502 h 5508"/>
                <a:gd name="T60" fmla="*/ 1681 w 6183"/>
                <a:gd name="T61" fmla="*/ 5487 h 5508"/>
                <a:gd name="T62" fmla="*/ 1612 w 6183"/>
                <a:gd name="T63" fmla="*/ 5463 h 5508"/>
                <a:gd name="T64" fmla="*/ 1546 w 6183"/>
                <a:gd name="T65" fmla="*/ 5431 h 5508"/>
                <a:gd name="T66" fmla="*/ 1484 w 6183"/>
                <a:gd name="T67" fmla="*/ 5390 h 5508"/>
                <a:gd name="T68" fmla="*/ 1428 w 6183"/>
                <a:gd name="T69" fmla="*/ 5341 h 5508"/>
                <a:gd name="T70" fmla="*/ 1379 w 6183"/>
                <a:gd name="T71" fmla="*/ 5285 h 5508"/>
                <a:gd name="T72" fmla="*/ 1336 w 6183"/>
                <a:gd name="T73" fmla="*/ 5223 h 5508"/>
                <a:gd name="T74" fmla="*/ 77 w 6183"/>
                <a:gd name="T75" fmla="*/ 3038 h 5508"/>
                <a:gd name="T76" fmla="*/ 43 w 6183"/>
                <a:gd name="T77" fmla="*/ 2971 h 5508"/>
                <a:gd name="T78" fmla="*/ 19 w 6183"/>
                <a:gd name="T79" fmla="*/ 2899 h 5508"/>
                <a:gd name="T80" fmla="*/ 6 w 6183"/>
                <a:gd name="T81" fmla="*/ 2826 h 5508"/>
                <a:gd name="T82" fmla="*/ 0 w 6183"/>
                <a:gd name="T83" fmla="*/ 2753 h 5508"/>
                <a:gd name="T84" fmla="*/ 0 w 6183"/>
                <a:gd name="T85" fmla="*/ 2753 h 5508"/>
                <a:gd name="T86" fmla="*/ 6 w 6183"/>
                <a:gd name="T87" fmla="*/ 2680 h 5508"/>
                <a:gd name="T88" fmla="*/ 19 w 6183"/>
                <a:gd name="T89" fmla="*/ 2607 h 5508"/>
                <a:gd name="T90" fmla="*/ 43 w 6183"/>
                <a:gd name="T91" fmla="*/ 2535 h 5508"/>
                <a:gd name="T92" fmla="*/ 77 w 6183"/>
                <a:gd name="T93" fmla="*/ 2468 h 5508"/>
                <a:gd name="T94" fmla="*/ 1336 w 6183"/>
                <a:gd name="T95" fmla="*/ 285 h 5508"/>
                <a:gd name="T96" fmla="*/ 1379 w 6183"/>
                <a:gd name="T97" fmla="*/ 222 h 5508"/>
                <a:gd name="T98" fmla="*/ 1428 w 6183"/>
                <a:gd name="T99" fmla="*/ 165 h 5508"/>
                <a:gd name="T100" fmla="*/ 1484 w 6183"/>
                <a:gd name="T101" fmla="*/ 116 h 5508"/>
                <a:gd name="T102" fmla="*/ 1546 w 6183"/>
                <a:gd name="T103" fmla="*/ 75 h 5508"/>
                <a:gd name="T104" fmla="*/ 1612 w 6183"/>
                <a:gd name="T105" fmla="*/ 43 h 5508"/>
                <a:gd name="T106" fmla="*/ 1681 w 6183"/>
                <a:gd name="T107" fmla="*/ 19 h 5508"/>
                <a:gd name="T108" fmla="*/ 1756 w 6183"/>
                <a:gd name="T109" fmla="*/ 4 h 5508"/>
                <a:gd name="T110" fmla="*/ 1831 w 6183"/>
                <a:gd name="T111" fmla="*/ 0 h 5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183" h="5508">
                  <a:moveTo>
                    <a:pt x="1831" y="0"/>
                  </a:moveTo>
                  <a:lnTo>
                    <a:pt x="4351" y="0"/>
                  </a:lnTo>
                  <a:lnTo>
                    <a:pt x="4426" y="4"/>
                  </a:lnTo>
                  <a:lnTo>
                    <a:pt x="4500" y="19"/>
                  </a:lnTo>
                  <a:lnTo>
                    <a:pt x="4571" y="43"/>
                  </a:lnTo>
                  <a:lnTo>
                    <a:pt x="4636" y="75"/>
                  </a:lnTo>
                  <a:lnTo>
                    <a:pt x="4698" y="116"/>
                  </a:lnTo>
                  <a:lnTo>
                    <a:pt x="4755" y="165"/>
                  </a:lnTo>
                  <a:lnTo>
                    <a:pt x="4803" y="222"/>
                  </a:lnTo>
                  <a:lnTo>
                    <a:pt x="4847" y="285"/>
                  </a:lnTo>
                  <a:lnTo>
                    <a:pt x="6106" y="2468"/>
                  </a:lnTo>
                  <a:lnTo>
                    <a:pt x="6139" y="2535"/>
                  </a:lnTo>
                  <a:lnTo>
                    <a:pt x="6164" y="2607"/>
                  </a:lnTo>
                  <a:lnTo>
                    <a:pt x="6177" y="2680"/>
                  </a:lnTo>
                  <a:lnTo>
                    <a:pt x="6183" y="2753"/>
                  </a:lnTo>
                  <a:lnTo>
                    <a:pt x="6177" y="2826"/>
                  </a:lnTo>
                  <a:lnTo>
                    <a:pt x="6164" y="2899"/>
                  </a:lnTo>
                  <a:lnTo>
                    <a:pt x="6139" y="2971"/>
                  </a:lnTo>
                  <a:lnTo>
                    <a:pt x="6106" y="3038"/>
                  </a:lnTo>
                  <a:lnTo>
                    <a:pt x="4847" y="5223"/>
                  </a:lnTo>
                  <a:lnTo>
                    <a:pt x="4803" y="5285"/>
                  </a:lnTo>
                  <a:lnTo>
                    <a:pt x="4755" y="5341"/>
                  </a:lnTo>
                  <a:lnTo>
                    <a:pt x="4698" y="5390"/>
                  </a:lnTo>
                  <a:lnTo>
                    <a:pt x="4636" y="5431"/>
                  </a:lnTo>
                  <a:lnTo>
                    <a:pt x="4571" y="5463"/>
                  </a:lnTo>
                  <a:lnTo>
                    <a:pt x="4500" y="5487"/>
                  </a:lnTo>
                  <a:lnTo>
                    <a:pt x="4426" y="5502"/>
                  </a:lnTo>
                  <a:lnTo>
                    <a:pt x="4351" y="5508"/>
                  </a:lnTo>
                  <a:lnTo>
                    <a:pt x="1831" y="5508"/>
                  </a:lnTo>
                  <a:lnTo>
                    <a:pt x="1756" y="5502"/>
                  </a:lnTo>
                  <a:lnTo>
                    <a:pt x="1681" y="5487"/>
                  </a:lnTo>
                  <a:lnTo>
                    <a:pt x="1612" y="5463"/>
                  </a:lnTo>
                  <a:lnTo>
                    <a:pt x="1546" y="5431"/>
                  </a:lnTo>
                  <a:lnTo>
                    <a:pt x="1484" y="5390"/>
                  </a:lnTo>
                  <a:lnTo>
                    <a:pt x="1428" y="5341"/>
                  </a:lnTo>
                  <a:lnTo>
                    <a:pt x="1379" y="5285"/>
                  </a:lnTo>
                  <a:lnTo>
                    <a:pt x="1336" y="5223"/>
                  </a:lnTo>
                  <a:lnTo>
                    <a:pt x="77" y="3038"/>
                  </a:lnTo>
                  <a:lnTo>
                    <a:pt x="43" y="2971"/>
                  </a:lnTo>
                  <a:lnTo>
                    <a:pt x="19" y="2899"/>
                  </a:lnTo>
                  <a:lnTo>
                    <a:pt x="6" y="2826"/>
                  </a:lnTo>
                  <a:lnTo>
                    <a:pt x="0" y="2753"/>
                  </a:lnTo>
                  <a:lnTo>
                    <a:pt x="0" y="2753"/>
                  </a:lnTo>
                  <a:lnTo>
                    <a:pt x="6" y="2680"/>
                  </a:lnTo>
                  <a:lnTo>
                    <a:pt x="19" y="2607"/>
                  </a:lnTo>
                  <a:lnTo>
                    <a:pt x="43" y="2535"/>
                  </a:lnTo>
                  <a:lnTo>
                    <a:pt x="77" y="2468"/>
                  </a:lnTo>
                  <a:lnTo>
                    <a:pt x="1336" y="285"/>
                  </a:lnTo>
                  <a:lnTo>
                    <a:pt x="1379" y="222"/>
                  </a:lnTo>
                  <a:lnTo>
                    <a:pt x="1428" y="165"/>
                  </a:lnTo>
                  <a:lnTo>
                    <a:pt x="1484" y="116"/>
                  </a:lnTo>
                  <a:lnTo>
                    <a:pt x="1546" y="75"/>
                  </a:lnTo>
                  <a:lnTo>
                    <a:pt x="1612" y="43"/>
                  </a:lnTo>
                  <a:lnTo>
                    <a:pt x="1681" y="19"/>
                  </a:lnTo>
                  <a:lnTo>
                    <a:pt x="1756" y="4"/>
                  </a:lnTo>
                  <a:lnTo>
                    <a:pt x="1831" y="0"/>
                  </a:lnTo>
                  <a:close/>
                </a:path>
              </a:pathLst>
            </a:custGeom>
            <a:solidFill>
              <a:schemeClr val="accent5">
                <a:alpha val="60000"/>
              </a:schemeClr>
            </a:solidFill>
            <a:ln>
              <a:noFill/>
            </a:ln>
            <a:effectLst>
              <a:outerShdw blurRad="381000" dist="444500" dir="8100000" sx="90000" sy="9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SV" dirty="0"/>
            </a:p>
          </p:txBody>
        </p:sp>
        <p:sp>
          <p:nvSpPr>
            <p:cNvPr id="27" name="Rectangle 14">
              <a:extLst>
                <a:ext uri="{FF2B5EF4-FFF2-40B4-BE49-F238E27FC236}">
                  <a16:creationId xmlns:a16="http://schemas.microsoft.com/office/drawing/2014/main" id="{F051DEEB-C322-39E6-0940-03AAA903F3C9}"/>
                </a:ext>
              </a:extLst>
            </p:cNvPr>
            <p:cNvSpPr/>
            <p:nvPr/>
          </p:nvSpPr>
          <p:spPr>
            <a:xfrm>
              <a:off x="9104022" y="4128612"/>
              <a:ext cx="1692724" cy="10256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TW" altLang="en-US" sz="2200" b="1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+mn-ea"/>
                  <a:cs typeface="Arial" panose="020B0604020202020204" pitchFamily="34" charset="0"/>
                </a:rPr>
                <a:t>金流與</a:t>
              </a:r>
              <a:endParaRPr lang="en-US" altLang="zh-TW" sz="2200" b="1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Arial" panose="020B0604020202020204" pitchFamily="34" charset="0"/>
              </a:endParaRPr>
            </a:p>
            <a:p>
              <a:pPr algn="ctr">
                <a:lnSpc>
                  <a:spcPct val="120000"/>
                </a:lnSpc>
              </a:pPr>
              <a:r>
                <a:rPr lang="zh-TW" altLang="en-US" sz="2200" b="1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+mn-ea"/>
                  <a:cs typeface="Arial" panose="020B0604020202020204" pitchFamily="34" charset="0"/>
                </a:rPr>
                <a:t>書況託管</a:t>
              </a:r>
              <a:endParaRPr lang="en-US" sz="2200" b="1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28" name="TextBox 9">
            <a:extLst>
              <a:ext uri="{FF2B5EF4-FFF2-40B4-BE49-F238E27FC236}">
                <a16:creationId xmlns:a16="http://schemas.microsoft.com/office/drawing/2014/main" id="{A2F8A207-F12F-C5EF-571B-EF439BF04721}"/>
              </a:ext>
            </a:extLst>
          </p:cNvPr>
          <p:cNvSpPr txBox="1"/>
          <p:nvPr/>
        </p:nvSpPr>
        <p:spPr>
          <a:xfrm>
            <a:off x="7210739" y="3402882"/>
            <a:ext cx="917684" cy="496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+mj-lt"/>
                <a:cs typeface="Poppins" panose="00000500000000000000" pitchFamily="2" charset="0"/>
              </a:rPr>
              <a:t>01</a:t>
            </a: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7BF9B1F9-8E03-0AA1-36D0-B281CB3C99CA}"/>
              </a:ext>
            </a:extLst>
          </p:cNvPr>
          <p:cNvSpPr txBox="1"/>
          <p:nvPr/>
        </p:nvSpPr>
        <p:spPr>
          <a:xfrm>
            <a:off x="9027462" y="3402882"/>
            <a:ext cx="917684" cy="496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+mj-lt"/>
                <a:cs typeface="Poppins" panose="00000500000000000000" pitchFamily="2" charset="0"/>
              </a:rPr>
              <a:t>02</a:t>
            </a:r>
          </a:p>
        </p:txBody>
      </p:sp>
      <p:sp>
        <p:nvSpPr>
          <p:cNvPr id="30" name="TextBox 11">
            <a:extLst>
              <a:ext uri="{FF2B5EF4-FFF2-40B4-BE49-F238E27FC236}">
                <a16:creationId xmlns:a16="http://schemas.microsoft.com/office/drawing/2014/main" id="{026AF33F-533A-009A-856C-EA98B8DF7E4D}"/>
              </a:ext>
            </a:extLst>
          </p:cNvPr>
          <p:cNvSpPr txBox="1"/>
          <p:nvPr/>
        </p:nvSpPr>
        <p:spPr>
          <a:xfrm>
            <a:off x="8136595" y="4845230"/>
            <a:ext cx="917684" cy="496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+mj-lt"/>
                <a:cs typeface="Poppins" panose="00000500000000000000" pitchFamily="2" charset="0"/>
              </a:rPr>
              <a:t>03</a:t>
            </a: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5F8AAA39-F28E-4EEE-6341-59519B1C3CF1}"/>
              </a:ext>
            </a:extLst>
          </p:cNvPr>
          <p:cNvGrpSpPr/>
          <p:nvPr/>
        </p:nvGrpSpPr>
        <p:grpSpPr>
          <a:xfrm>
            <a:off x="7976165" y="3402882"/>
            <a:ext cx="1199978" cy="1352791"/>
            <a:chOff x="7976165" y="3402882"/>
            <a:chExt cx="1199978" cy="1352791"/>
          </a:xfrm>
        </p:grpSpPr>
        <p:sp>
          <p:nvSpPr>
            <p:cNvPr id="32" name="Freeform: Shape 19">
              <a:extLst>
                <a:ext uri="{FF2B5EF4-FFF2-40B4-BE49-F238E27FC236}">
                  <a16:creationId xmlns:a16="http://schemas.microsoft.com/office/drawing/2014/main" id="{49B9680D-E69C-CEA6-552E-34DA375EAA7C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7899758" y="3479289"/>
              <a:ext cx="1352791" cy="1199978"/>
            </a:xfrm>
            <a:custGeom>
              <a:avLst/>
              <a:gdLst>
                <a:gd name="connsiteX0" fmla="*/ 0 w 1168107"/>
                <a:gd name="connsiteY0" fmla="*/ 517897 h 1036156"/>
                <a:gd name="connsiteX1" fmla="*/ 228273 w 1168107"/>
                <a:gd name="connsiteY1" fmla="*/ 122171 h 1036156"/>
                <a:gd name="connsiteX2" fmla="*/ 246709 w 1168107"/>
                <a:gd name="connsiteY2" fmla="*/ 95164 h 1036156"/>
                <a:gd name="connsiteX3" fmla="*/ 267718 w 1168107"/>
                <a:gd name="connsiteY3" fmla="*/ 70730 h 1036156"/>
                <a:gd name="connsiteX4" fmla="*/ 291729 w 1168107"/>
                <a:gd name="connsiteY4" fmla="*/ 49726 h 1036156"/>
                <a:gd name="connsiteX5" fmla="*/ 318311 w 1168107"/>
                <a:gd name="connsiteY5" fmla="*/ 32150 h 1036156"/>
                <a:gd name="connsiteX6" fmla="*/ 346609 w 1168107"/>
                <a:gd name="connsiteY6" fmla="*/ 18433 h 1036156"/>
                <a:gd name="connsiteX7" fmla="*/ 376193 w 1168107"/>
                <a:gd name="connsiteY7" fmla="*/ 8145 h 1036156"/>
                <a:gd name="connsiteX8" fmla="*/ 408350 w 1168107"/>
                <a:gd name="connsiteY8" fmla="*/ 1715 h 1036156"/>
                <a:gd name="connsiteX9" fmla="*/ 440506 w 1168107"/>
                <a:gd name="connsiteY9" fmla="*/ 0 h 1036156"/>
                <a:gd name="connsiteX10" fmla="*/ 906963 w 1168107"/>
                <a:gd name="connsiteY10" fmla="*/ 0 h 1036156"/>
                <a:gd name="connsiteX11" fmla="*/ 1135093 w 1168107"/>
                <a:gd name="connsiteY11" fmla="*/ 395479 h 1036156"/>
                <a:gd name="connsiteX12" fmla="*/ 1149242 w 1168107"/>
                <a:gd name="connsiteY12" fmla="*/ 424200 h 1036156"/>
                <a:gd name="connsiteX13" fmla="*/ 1159961 w 1168107"/>
                <a:gd name="connsiteY13" fmla="*/ 455064 h 1036156"/>
                <a:gd name="connsiteX14" fmla="*/ 1165534 w 1168107"/>
                <a:gd name="connsiteY14" fmla="*/ 486357 h 1036156"/>
                <a:gd name="connsiteX15" fmla="*/ 1168107 w 1168107"/>
                <a:gd name="connsiteY15" fmla="*/ 517650 h 1036156"/>
                <a:gd name="connsiteX16" fmla="*/ 1165534 w 1168107"/>
                <a:gd name="connsiteY16" fmla="*/ 548942 h 1036156"/>
                <a:gd name="connsiteX17" fmla="*/ 1159961 w 1168107"/>
                <a:gd name="connsiteY17" fmla="*/ 580235 h 1036156"/>
                <a:gd name="connsiteX18" fmla="*/ 1149242 w 1168107"/>
                <a:gd name="connsiteY18" fmla="*/ 611099 h 1036156"/>
                <a:gd name="connsiteX19" fmla="*/ 1135093 w 1168107"/>
                <a:gd name="connsiteY19" fmla="*/ 639820 h 1036156"/>
                <a:gd name="connsiteX20" fmla="*/ 906678 w 1168107"/>
                <a:gd name="connsiteY20" fmla="*/ 1036156 h 1036156"/>
                <a:gd name="connsiteX21" fmla="*/ 440506 w 1168107"/>
                <a:gd name="connsiteY21" fmla="*/ 1036156 h 1036156"/>
                <a:gd name="connsiteX22" fmla="*/ 408350 w 1168107"/>
                <a:gd name="connsiteY22" fmla="*/ 1033584 h 1036156"/>
                <a:gd name="connsiteX23" fmla="*/ 376193 w 1168107"/>
                <a:gd name="connsiteY23" fmla="*/ 1027154 h 1036156"/>
                <a:gd name="connsiteX24" fmla="*/ 346609 w 1168107"/>
                <a:gd name="connsiteY24" fmla="*/ 1016866 h 1036156"/>
                <a:gd name="connsiteX25" fmla="*/ 318311 w 1168107"/>
                <a:gd name="connsiteY25" fmla="*/ 1003149 h 1036156"/>
                <a:gd name="connsiteX26" fmla="*/ 291729 w 1168107"/>
                <a:gd name="connsiteY26" fmla="*/ 985573 h 1036156"/>
                <a:gd name="connsiteX27" fmla="*/ 267718 w 1168107"/>
                <a:gd name="connsiteY27" fmla="*/ 964569 h 1036156"/>
                <a:gd name="connsiteX28" fmla="*/ 246709 w 1168107"/>
                <a:gd name="connsiteY28" fmla="*/ 940563 h 1036156"/>
                <a:gd name="connsiteX29" fmla="*/ 228273 w 1168107"/>
                <a:gd name="connsiteY29" fmla="*/ 913986 h 1036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168107" h="1036156">
                  <a:moveTo>
                    <a:pt x="0" y="517897"/>
                  </a:moveTo>
                  <a:lnTo>
                    <a:pt x="228273" y="122171"/>
                  </a:lnTo>
                  <a:lnTo>
                    <a:pt x="246709" y="95164"/>
                  </a:lnTo>
                  <a:lnTo>
                    <a:pt x="267718" y="70730"/>
                  </a:lnTo>
                  <a:lnTo>
                    <a:pt x="291729" y="49726"/>
                  </a:lnTo>
                  <a:lnTo>
                    <a:pt x="318311" y="32150"/>
                  </a:lnTo>
                  <a:lnTo>
                    <a:pt x="346609" y="18433"/>
                  </a:lnTo>
                  <a:lnTo>
                    <a:pt x="376193" y="8145"/>
                  </a:lnTo>
                  <a:lnTo>
                    <a:pt x="408350" y="1715"/>
                  </a:lnTo>
                  <a:lnTo>
                    <a:pt x="440506" y="0"/>
                  </a:lnTo>
                  <a:lnTo>
                    <a:pt x="906963" y="0"/>
                  </a:lnTo>
                  <a:lnTo>
                    <a:pt x="1135093" y="395479"/>
                  </a:lnTo>
                  <a:lnTo>
                    <a:pt x="1149242" y="424200"/>
                  </a:lnTo>
                  <a:lnTo>
                    <a:pt x="1159961" y="455064"/>
                  </a:lnTo>
                  <a:lnTo>
                    <a:pt x="1165534" y="486357"/>
                  </a:lnTo>
                  <a:lnTo>
                    <a:pt x="1168107" y="517650"/>
                  </a:lnTo>
                  <a:lnTo>
                    <a:pt x="1165534" y="548942"/>
                  </a:lnTo>
                  <a:lnTo>
                    <a:pt x="1159961" y="580235"/>
                  </a:lnTo>
                  <a:lnTo>
                    <a:pt x="1149242" y="611099"/>
                  </a:lnTo>
                  <a:lnTo>
                    <a:pt x="1135093" y="639820"/>
                  </a:lnTo>
                  <a:lnTo>
                    <a:pt x="906678" y="1036156"/>
                  </a:lnTo>
                  <a:lnTo>
                    <a:pt x="440506" y="1036156"/>
                  </a:lnTo>
                  <a:lnTo>
                    <a:pt x="408350" y="1033584"/>
                  </a:lnTo>
                  <a:lnTo>
                    <a:pt x="376193" y="1027154"/>
                  </a:lnTo>
                  <a:lnTo>
                    <a:pt x="346609" y="1016866"/>
                  </a:lnTo>
                  <a:lnTo>
                    <a:pt x="318311" y="1003149"/>
                  </a:lnTo>
                  <a:lnTo>
                    <a:pt x="291729" y="985573"/>
                  </a:lnTo>
                  <a:lnTo>
                    <a:pt x="267718" y="964569"/>
                  </a:lnTo>
                  <a:lnTo>
                    <a:pt x="246709" y="940563"/>
                  </a:lnTo>
                  <a:lnTo>
                    <a:pt x="228273" y="913986"/>
                  </a:ln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SV" dirty="0">
                <a:solidFill>
                  <a:srgbClr val="111029"/>
                </a:solidFill>
              </a:endParaRPr>
            </a:p>
          </p:txBody>
        </p:sp>
        <p:pic>
          <p:nvPicPr>
            <p:cNvPr id="38" name="圖形 37">
              <a:extLst>
                <a:ext uri="{FF2B5EF4-FFF2-40B4-BE49-F238E27FC236}">
                  <a16:creationId xmlns:a16="http://schemas.microsoft.com/office/drawing/2014/main" id="{7A2AB114-113D-2E3E-D519-54646DAE2E8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09821" y="3827137"/>
              <a:ext cx="536240" cy="536240"/>
            </a:xfrm>
            <a:prstGeom prst="rect">
              <a:avLst/>
            </a:prstGeom>
          </p:spPr>
        </p:pic>
      </p:grpSp>
      <p:sp>
        <p:nvSpPr>
          <p:cNvPr id="2" name="文字方塊 1">
            <a:extLst>
              <a:ext uri="{FF2B5EF4-FFF2-40B4-BE49-F238E27FC236}">
                <a16:creationId xmlns:a16="http://schemas.microsoft.com/office/drawing/2014/main" id="{EAA3C9FB-0B35-93B9-DB0E-DDB2419BF4FA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9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3528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591 0.04977 L 3.33333E-6 -2.59259E-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89" y="-250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3672 0.0706 L 3.95833E-6 4.44444E-6 " pathEditMode="relative" rAng="0" ptsTypes="AA">
                                      <p:cBhvr>
                                        <p:cTn id="1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36" y="-3542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2631 0.05116 L -4.79167E-6 -4.44444E-6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15" y="-2569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3672 0.0706 L 8.33333E-7 7.40741E-7 " pathEditMode="relative" rAng="0" ptsTypes="AA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36" y="-3542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/>
      <p:bldP spid="28" grpId="0"/>
      <p:bldP spid="29" grpId="0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1"/>
          </a:fgClr>
          <a:bgClr>
            <a:schemeClr val="accent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6DDE3-563D-D775-2FF3-E3ED9A5CE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字方塊 28">
            <a:extLst>
              <a:ext uri="{FF2B5EF4-FFF2-40B4-BE49-F238E27FC236}">
                <a16:creationId xmlns:a16="http://schemas.microsoft.com/office/drawing/2014/main" id="{66D37040-1CC8-1F5A-AABE-F4032B51776E}"/>
              </a:ext>
            </a:extLst>
          </p:cNvPr>
          <p:cNvSpPr txBox="1"/>
          <p:nvPr/>
        </p:nvSpPr>
        <p:spPr>
          <a:xfrm>
            <a:off x="981143" y="1814922"/>
            <a:ext cx="469394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0" b="1" spc="100" dirty="0">
                <a:gradFill flip="none"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02</a:t>
            </a:r>
            <a:endParaRPr lang="zh-TW" altLang="en-US" sz="20000" b="1" spc="100" dirty="0">
              <a:gradFill flip="none" rotWithShape="1">
                <a:gsLst>
                  <a:gs pos="35000">
                    <a:schemeClr val="accent2"/>
                  </a:gs>
                  <a:gs pos="77000">
                    <a:schemeClr val="accent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CAB8C6D1-424E-5CAF-C234-9325E4DF24BD}"/>
              </a:ext>
            </a:extLst>
          </p:cNvPr>
          <p:cNvSpPr txBox="1"/>
          <p:nvPr/>
        </p:nvSpPr>
        <p:spPr>
          <a:xfrm>
            <a:off x="1132114" y="4028981"/>
            <a:ext cx="9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6000" b="1" spc="250" dirty="0">
                <a:solidFill>
                  <a:schemeClr val="bg1"/>
                </a:solidFill>
                <a:latin typeface="+mj-ea"/>
                <a:ea typeface="+mj-ea"/>
              </a:rPr>
              <a:t>系統架構與技術使用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50226528-9D90-8020-5B3C-0B6B83CBB9E2}"/>
              </a:ext>
            </a:extLst>
          </p:cNvPr>
          <p:cNvSpPr txBox="1"/>
          <p:nvPr/>
        </p:nvSpPr>
        <p:spPr>
          <a:xfrm>
            <a:off x="1132114" y="5273745"/>
            <a:ext cx="3294467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報告人</a:t>
            </a:r>
            <a:r>
              <a:rPr lang="zh-TW" altLang="en-US" sz="2800" b="1" spc="100" dirty="0">
                <a:solidFill>
                  <a:srgbClr val="F8FAFB"/>
                </a:solidFill>
                <a:latin typeface="+mj-ea"/>
                <a:ea typeface="+mj-ea"/>
              </a:rPr>
              <a:t>｜</a:t>
            </a: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江芸萱</a:t>
            </a:r>
            <a:endParaRPr lang="en-US" altLang="zh-TW" sz="2800" spc="100" dirty="0">
              <a:solidFill>
                <a:srgbClr val="F8FAFB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578522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7384 L 0 -3.7037E-6 " pathEditMode="relative" rAng="0" ptsTypes="AA">
                                      <p:cBhvr>
                                        <p:cTn id="14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8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8" grpId="0"/>
      <p:bldP spid="28" grpId="1"/>
      <p:bldP spid="3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6917E1-9865-CC22-AEC8-CA7DB90AE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1E0160C7-AA9A-C1F8-119B-9C3047CAAC1D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2B68C002-2E5B-E57E-67FD-280A56B76F22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系統架構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DA92B67-6F4F-3C23-76D6-E4655700BB3C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SYSTEM ARCHITECTURE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grpSp>
        <p:nvGrpSpPr>
          <p:cNvPr id="3" name="Group 1">
            <a:extLst>
              <a:ext uri="{FF2B5EF4-FFF2-40B4-BE49-F238E27FC236}">
                <a16:creationId xmlns:a16="http://schemas.microsoft.com/office/drawing/2014/main" id="{746D57B6-C83C-9AB8-47BD-7799D4EF81C7}"/>
              </a:ext>
            </a:extLst>
          </p:cNvPr>
          <p:cNvGrpSpPr/>
          <p:nvPr/>
        </p:nvGrpSpPr>
        <p:grpSpPr>
          <a:xfrm>
            <a:off x="3668307" y="4318915"/>
            <a:ext cx="3170234" cy="1966286"/>
            <a:chOff x="567912" y="-29"/>
            <a:chExt cx="11058172" cy="6858645"/>
          </a:xfrm>
        </p:grpSpPr>
        <p:sp>
          <p:nvSpPr>
            <p:cNvPr id="13" name="Freeform: Shape 2">
              <a:extLst>
                <a:ext uri="{FF2B5EF4-FFF2-40B4-BE49-F238E27FC236}">
                  <a16:creationId xmlns:a16="http://schemas.microsoft.com/office/drawing/2014/main" id="{C258891C-17E4-1D18-794C-74BE38960E43}"/>
                </a:ext>
              </a:extLst>
            </p:cNvPr>
            <p:cNvSpPr/>
            <p:nvPr/>
          </p:nvSpPr>
          <p:spPr>
            <a:xfrm>
              <a:off x="567912" y="-29"/>
              <a:ext cx="11058172" cy="6858601"/>
            </a:xfrm>
            <a:custGeom>
              <a:avLst/>
              <a:gdLst>
                <a:gd name="connsiteX0" fmla="*/ 5125240 w 11058172"/>
                <a:gd name="connsiteY0" fmla="*/ 6754455 h 6858601"/>
                <a:gd name="connsiteX1" fmla="*/ 431032 w 11058172"/>
                <a:gd name="connsiteY1" fmla="*/ 4160041 h 6858601"/>
                <a:gd name="connsiteX2" fmla="*/ 431032 w 11058172"/>
                <a:gd name="connsiteY2" fmla="*/ 2698606 h 6858601"/>
                <a:gd name="connsiteX3" fmla="*/ 5125240 w 11058172"/>
                <a:gd name="connsiteY3" fmla="*/ 104191 h 6858601"/>
                <a:gd name="connsiteX4" fmla="*/ 5932933 w 11058172"/>
                <a:gd name="connsiteY4" fmla="*/ 104191 h 6858601"/>
                <a:gd name="connsiteX5" fmla="*/ 10627140 w 11058172"/>
                <a:gd name="connsiteY5" fmla="*/ 2698606 h 6858601"/>
                <a:gd name="connsiteX6" fmla="*/ 10627140 w 11058172"/>
                <a:gd name="connsiteY6" fmla="*/ 4160041 h 6858601"/>
                <a:gd name="connsiteX7" fmla="*/ 5932933 w 11058172"/>
                <a:gd name="connsiteY7" fmla="*/ 6754455 h 6858601"/>
                <a:gd name="connsiteX8" fmla="*/ 5125240 w 11058172"/>
                <a:gd name="connsiteY8" fmla="*/ 6754455 h 6858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8172" h="6858601">
                  <a:moveTo>
                    <a:pt x="5125240" y="6754455"/>
                  </a:moveTo>
                  <a:lnTo>
                    <a:pt x="431032" y="4160041"/>
                  </a:lnTo>
                  <a:cubicBezTo>
                    <a:pt x="-143677" y="3842389"/>
                    <a:pt x="-143677" y="3016258"/>
                    <a:pt x="431032" y="2698606"/>
                  </a:cubicBezTo>
                  <a:lnTo>
                    <a:pt x="5125240" y="104191"/>
                  </a:lnTo>
                  <a:cubicBezTo>
                    <a:pt x="5376543" y="-34730"/>
                    <a:pt x="5681630" y="-34730"/>
                    <a:pt x="5932933" y="104191"/>
                  </a:cubicBezTo>
                  <a:lnTo>
                    <a:pt x="10627140" y="2698606"/>
                  </a:lnTo>
                  <a:cubicBezTo>
                    <a:pt x="11201850" y="3016258"/>
                    <a:pt x="11201850" y="3842389"/>
                    <a:pt x="10627140" y="4160041"/>
                  </a:cubicBezTo>
                  <a:lnTo>
                    <a:pt x="5932933" y="6754455"/>
                  </a:lnTo>
                  <a:cubicBezTo>
                    <a:pt x="5681630" y="6893318"/>
                    <a:pt x="5376543" y="6893318"/>
                    <a:pt x="5125240" y="6754455"/>
                  </a:cubicBezTo>
                  <a:close/>
                </a:path>
              </a:pathLst>
            </a:custGeom>
            <a:gradFill>
              <a:gsLst>
                <a:gs pos="15000">
                  <a:schemeClr val="accent3">
                    <a:lumMod val="60000"/>
                    <a:lumOff val="40000"/>
                  </a:schemeClr>
                </a:gs>
                <a:gs pos="75000">
                  <a:schemeClr val="accent3"/>
                </a:gs>
              </a:gsLst>
              <a:path path="circle">
                <a:fillToRect l="100000" t="100000"/>
              </a:path>
            </a:gra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3">
              <a:extLst>
                <a:ext uri="{FF2B5EF4-FFF2-40B4-BE49-F238E27FC236}">
                  <a16:creationId xmlns:a16="http://schemas.microsoft.com/office/drawing/2014/main" id="{6559E809-B79B-4871-1795-1A8486EE45B0}"/>
                </a:ext>
              </a:extLst>
            </p:cNvPr>
            <p:cNvSpPr/>
            <p:nvPr/>
          </p:nvSpPr>
          <p:spPr>
            <a:xfrm>
              <a:off x="567962" y="2933556"/>
              <a:ext cx="11058071" cy="3925060"/>
            </a:xfrm>
            <a:custGeom>
              <a:avLst/>
              <a:gdLst>
                <a:gd name="connsiteX0" fmla="*/ 10627090 w 11058071"/>
                <a:gd name="connsiteY0" fmla="*/ 235039 h 3925060"/>
                <a:gd name="connsiteX1" fmla="*/ 5932883 w 11058071"/>
                <a:gd name="connsiteY1" fmla="*/ 2829395 h 3925060"/>
                <a:gd name="connsiteX2" fmla="*/ 5125189 w 11058071"/>
                <a:gd name="connsiteY2" fmla="*/ 2829395 h 3925060"/>
                <a:gd name="connsiteX3" fmla="*/ 430982 w 11058071"/>
                <a:gd name="connsiteY3" fmla="*/ 235039 h 3925060"/>
                <a:gd name="connsiteX4" fmla="*/ 161418 w 11058071"/>
                <a:gd name="connsiteY4" fmla="*/ 59 h 3925060"/>
                <a:gd name="connsiteX5" fmla="*/ 430982 w 11058071"/>
                <a:gd name="connsiteY5" fmla="*/ 1226455 h 3925060"/>
                <a:gd name="connsiteX6" fmla="*/ 5125189 w 11058071"/>
                <a:gd name="connsiteY6" fmla="*/ 3820869 h 3925060"/>
                <a:gd name="connsiteX7" fmla="*/ 5932883 w 11058071"/>
                <a:gd name="connsiteY7" fmla="*/ 3820869 h 3925060"/>
                <a:gd name="connsiteX8" fmla="*/ 10627090 w 11058071"/>
                <a:gd name="connsiteY8" fmla="*/ 1226455 h 3925060"/>
                <a:gd name="connsiteX9" fmla="*/ 10896654 w 11058071"/>
                <a:gd name="connsiteY9" fmla="*/ 0 h 3925060"/>
                <a:gd name="connsiteX10" fmla="*/ 10627090 w 11058071"/>
                <a:gd name="connsiteY10" fmla="*/ 235039 h 392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058071" h="3925060">
                  <a:moveTo>
                    <a:pt x="10627090" y="235039"/>
                  </a:moveTo>
                  <a:lnTo>
                    <a:pt x="5932883" y="2829395"/>
                  </a:lnTo>
                  <a:cubicBezTo>
                    <a:pt x="5681580" y="2968316"/>
                    <a:pt x="5376493" y="2968316"/>
                    <a:pt x="5125189" y="2829395"/>
                  </a:cubicBezTo>
                  <a:lnTo>
                    <a:pt x="430982" y="235039"/>
                  </a:lnTo>
                  <a:cubicBezTo>
                    <a:pt x="319422" y="173388"/>
                    <a:pt x="229646" y="92536"/>
                    <a:pt x="161418" y="59"/>
                  </a:cubicBezTo>
                  <a:cubicBezTo>
                    <a:pt x="-122003" y="384236"/>
                    <a:pt x="-32227" y="970454"/>
                    <a:pt x="430982" y="1226455"/>
                  </a:cubicBezTo>
                  <a:lnTo>
                    <a:pt x="5125189" y="3820869"/>
                  </a:lnTo>
                  <a:cubicBezTo>
                    <a:pt x="5376493" y="3959791"/>
                    <a:pt x="5681580" y="3959791"/>
                    <a:pt x="5932883" y="3820869"/>
                  </a:cubicBezTo>
                  <a:lnTo>
                    <a:pt x="10627090" y="1226455"/>
                  </a:lnTo>
                  <a:cubicBezTo>
                    <a:pt x="11090298" y="970454"/>
                    <a:pt x="11180075" y="384236"/>
                    <a:pt x="10896654" y="0"/>
                  </a:cubicBezTo>
                  <a:cubicBezTo>
                    <a:pt x="10828426" y="92536"/>
                    <a:pt x="10738650" y="173388"/>
                    <a:pt x="10627090" y="235039"/>
                  </a:cubicBezTo>
                  <a:close/>
                </a:path>
              </a:pathLst>
            </a:custGeom>
            <a:solidFill>
              <a:schemeClr val="accent3"/>
            </a:soli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6" name="Group 42">
            <a:extLst>
              <a:ext uri="{FF2B5EF4-FFF2-40B4-BE49-F238E27FC236}">
                <a16:creationId xmlns:a16="http://schemas.microsoft.com/office/drawing/2014/main" id="{1A134501-BDD4-4149-2FF9-9CD502F9BB85}"/>
              </a:ext>
            </a:extLst>
          </p:cNvPr>
          <p:cNvGrpSpPr/>
          <p:nvPr/>
        </p:nvGrpSpPr>
        <p:grpSpPr>
          <a:xfrm>
            <a:off x="3668277" y="3041557"/>
            <a:ext cx="3170234" cy="1966286"/>
            <a:chOff x="567912" y="-29"/>
            <a:chExt cx="11058172" cy="6858645"/>
          </a:xfrm>
        </p:grpSpPr>
        <p:sp>
          <p:nvSpPr>
            <p:cNvPr id="22" name="Freeform: Shape 43">
              <a:extLst>
                <a:ext uri="{FF2B5EF4-FFF2-40B4-BE49-F238E27FC236}">
                  <a16:creationId xmlns:a16="http://schemas.microsoft.com/office/drawing/2014/main" id="{916AF37D-97E7-17E9-AE46-B119D49D40E2}"/>
                </a:ext>
              </a:extLst>
            </p:cNvPr>
            <p:cNvSpPr/>
            <p:nvPr/>
          </p:nvSpPr>
          <p:spPr>
            <a:xfrm>
              <a:off x="567912" y="-29"/>
              <a:ext cx="11058172" cy="6858602"/>
            </a:xfrm>
            <a:custGeom>
              <a:avLst/>
              <a:gdLst>
                <a:gd name="connsiteX0" fmla="*/ 5125240 w 11058172"/>
                <a:gd name="connsiteY0" fmla="*/ 6754455 h 6858601"/>
                <a:gd name="connsiteX1" fmla="*/ 431032 w 11058172"/>
                <a:gd name="connsiteY1" fmla="*/ 4160041 h 6858601"/>
                <a:gd name="connsiteX2" fmla="*/ 431032 w 11058172"/>
                <a:gd name="connsiteY2" fmla="*/ 2698606 h 6858601"/>
                <a:gd name="connsiteX3" fmla="*/ 5125240 w 11058172"/>
                <a:gd name="connsiteY3" fmla="*/ 104191 h 6858601"/>
                <a:gd name="connsiteX4" fmla="*/ 5932933 w 11058172"/>
                <a:gd name="connsiteY4" fmla="*/ 104191 h 6858601"/>
                <a:gd name="connsiteX5" fmla="*/ 10627140 w 11058172"/>
                <a:gd name="connsiteY5" fmla="*/ 2698606 h 6858601"/>
                <a:gd name="connsiteX6" fmla="*/ 10627140 w 11058172"/>
                <a:gd name="connsiteY6" fmla="*/ 4160041 h 6858601"/>
                <a:gd name="connsiteX7" fmla="*/ 5932933 w 11058172"/>
                <a:gd name="connsiteY7" fmla="*/ 6754455 h 6858601"/>
                <a:gd name="connsiteX8" fmla="*/ 5125240 w 11058172"/>
                <a:gd name="connsiteY8" fmla="*/ 6754455 h 6858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8172" h="6858601">
                  <a:moveTo>
                    <a:pt x="5125240" y="6754455"/>
                  </a:moveTo>
                  <a:lnTo>
                    <a:pt x="431032" y="4160041"/>
                  </a:lnTo>
                  <a:cubicBezTo>
                    <a:pt x="-143677" y="3842389"/>
                    <a:pt x="-143677" y="3016258"/>
                    <a:pt x="431032" y="2698606"/>
                  </a:cubicBezTo>
                  <a:lnTo>
                    <a:pt x="5125240" y="104191"/>
                  </a:lnTo>
                  <a:cubicBezTo>
                    <a:pt x="5376543" y="-34730"/>
                    <a:pt x="5681630" y="-34730"/>
                    <a:pt x="5932933" y="104191"/>
                  </a:cubicBezTo>
                  <a:lnTo>
                    <a:pt x="10627140" y="2698606"/>
                  </a:lnTo>
                  <a:cubicBezTo>
                    <a:pt x="11201850" y="3016258"/>
                    <a:pt x="11201850" y="3842389"/>
                    <a:pt x="10627140" y="4160041"/>
                  </a:cubicBezTo>
                  <a:lnTo>
                    <a:pt x="5932933" y="6754455"/>
                  </a:lnTo>
                  <a:cubicBezTo>
                    <a:pt x="5681630" y="6893318"/>
                    <a:pt x="5376543" y="6893318"/>
                    <a:pt x="5125240" y="6754455"/>
                  </a:cubicBezTo>
                  <a:close/>
                </a:path>
              </a:pathLst>
            </a:custGeom>
            <a:gradFill>
              <a:gsLst>
                <a:gs pos="1500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path path="circle">
                <a:fillToRect l="100000" t="100000"/>
              </a:path>
            </a:gra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44">
              <a:extLst>
                <a:ext uri="{FF2B5EF4-FFF2-40B4-BE49-F238E27FC236}">
                  <a16:creationId xmlns:a16="http://schemas.microsoft.com/office/drawing/2014/main" id="{F1AEA468-2253-F9AD-2D9D-6CB8F7E30398}"/>
                </a:ext>
              </a:extLst>
            </p:cNvPr>
            <p:cNvSpPr/>
            <p:nvPr/>
          </p:nvSpPr>
          <p:spPr>
            <a:xfrm>
              <a:off x="567962" y="2933556"/>
              <a:ext cx="11058071" cy="3925060"/>
            </a:xfrm>
            <a:custGeom>
              <a:avLst/>
              <a:gdLst>
                <a:gd name="connsiteX0" fmla="*/ 10627090 w 11058071"/>
                <a:gd name="connsiteY0" fmla="*/ 235039 h 3925060"/>
                <a:gd name="connsiteX1" fmla="*/ 5932883 w 11058071"/>
                <a:gd name="connsiteY1" fmla="*/ 2829395 h 3925060"/>
                <a:gd name="connsiteX2" fmla="*/ 5125189 w 11058071"/>
                <a:gd name="connsiteY2" fmla="*/ 2829395 h 3925060"/>
                <a:gd name="connsiteX3" fmla="*/ 430982 w 11058071"/>
                <a:gd name="connsiteY3" fmla="*/ 235039 h 3925060"/>
                <a:gd name="connsiteX4" fmla="*/ 161418 w 11058071"/>
                <a:gd name="connsiteY4" fmla="*/ 59 h 3925060"/>
                <a:gd name="connsiteX5" fmla="*/ 430982 w 11058071"/>
                <a:gd name="connsiteY5" fmla="*/ 1226455 h 3925060"/>
                <a:gd name="connsiteX6" fmla="*/ 5125189 w 11058071"/>
                <a:gd name="connsiteY6" fmla="*/ 3820869 h 3925060"/>
                <a:gd name="connsiteX7" fmla="*/ 5932883 w 11058071"/>
                <a:gd name="connsiteY7" fmla="*/ 3820869 h 3925060"/>
                <a:gd name="connsiteX8" fmla="*/ 10627090 w 11058071"/>
                <a:gd name="connsiteY8" fmla="*/ 1226455 h 3925060"/>
                <a:gd name="connsiteX9" fmla="*/ 10896654 w 11058071"/>
                <a:gd name="connsiteY9" fmla="*/ 0 h 3925060"/>
                <a:gd name="connsiteX10" fmla="*/ 10627090 w 11058071"/>
                <a:gd name="connsiteY10" fmla="*/ 235039 h 392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058071" h="3925060">
                  <a:moveTo>
                    <a:pt x="10627090" y="235039"/>
                  </a:moveTo>
                  <a:lnTo>
                    <a:pt x="5932883" y="2829395"/>
                  </a:lnTo>
                  <a:cubicBezTo>
                    <a:pt x="5681580" y="2968316"/>
                    <a:pt x="5376493" y="2968316"/>
                    <a:pt x="5125189" y="2829395"/>
                  </a:cubicBezTo>
                  <a:lnTo>
                    <a:pt x="430982" y="235039"/>
                  </a:lnTo>
                  <a:cubicBezTo>
                    <a:pt x="319422" y="173388"/>
                    <a:pt x="229646" y="92536"/>
                    <a:pt x="161418" y="59"/>
                  </a:cubicBezTo>
                  <a:cubicBezTo>
                    <a:pt x="-122003" y="384236"/>
                    <a:pt x="-32227" y="970454"/>
                    <a:pt x="430982" y="1226455"/>
                  </a:cubicBezTo>
                  <a:lnTo>
                    <a:pt x="5125189" y="3820869"/>
                  </a:lnTo>
                  <a:cubicBezTo>
                    <a:pt x="5376493" y="3959791"/>
                    <a:pt x="5681580" y="3959791"/>
                    <a:pt x="5932883" y="3820869"/>
                  </a:cubicBezTo>
                  <a:lnTo>
                    <a:pt x="10627090" y="1226455"/>
                  </a:lnTo>
                  <a:cubicBezTo>
                    <a:pt x="11090298" y="970454"/>
                    <a:pt x="11180075" y="384236"/>
                    <a:pt x="10896654" y="0"/>
                  </a:cubicBezTo>
                  <a:cubicBezTo>
                    <a:pt x="10828426" y="92536"/>
                    <a:pt x="10738650" y="173388"/>
                    <a:pt x="10627090" y="235039"/>
                  </a:cubicBezTo>
                  <a:close/>
                </a:path>
              </a:pathLst>
            </a:custGeom>
            <a:solidFill>
              <a:schemeClr val="accent2"/>
            </a:soli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5" name="Group 7">
            <a:extLst>
              <a:ext uri="{FF2B5EF4-FFF2-40B4-BE49-F238E27FC236}">
                <a16:creationId xmlns:a16="http://schemas.microsoft.com/office/drawing/2014/main" id="{B75CE521-983D-6C45-15F1-B8615CAC79DF}"/>
              </a:ext>
            </a:extLst>
          </p:cNvPr>
          <p:cNvGrpSpPr/>
          <p:nvPr/>
        </p:nvGrpSpPr>
        <p:grpSpPr>
          <a:xfrm>
            <a:off x="3668277" y="1764199"/>
            <a:ext cx="3170234" cy="1966286"/>
            <a:chOff x="567912" y="-29"/>
            <a:chExt cx="11058172" cy="6858645"/>
          </a:xfrm>
        </p:grpSpPr>
        <p:sp>
          <p:nvSpPr>
            <p:cNvPr id="31" name="Freeform: Shape 8">
              <a:extLst>
                <a:ext uri="{FF2B5EF4-FFF2-40B4-BE49-F238E27FC236}">
                  <a16:creationId xmlns:a16="http://schemas.microsoft.com/office/drawing/2014/main" id="{C5894D57-8CFA-93DF-4CFE-A8B3D03F7E43}"/>
                </a:ext>
              </a:extLst>
            </p:cNvPr>
            <p:cNvSpPr/>
            <p:nvPr/>
          </p:nvSpPr>
          <p:spPr>
            <a:xfrm>
              <a:off x="567912" y="-29"/>
              <a:ext cx="11058172" cy="6858602"/>
            </a:xfrm>
            <a:custGeom>
              <a:avLst/>
              <a:gdLst>
                <a:gd name="connsiteX0" fmla="*/ 5125240 w 11058172"/>
                <a:gd name="connsiteY0" fmla="*/ 6754455 h 6858601"/>
                <a:gd name="connsiteX1" fmla="*/ 431032 w 11058172"/>
                <a:gd name="connsiteY1" fmla="*/ 4160041 h 6858601"/>
                <a:gd name="connsiteX2" fmla="*/ 431032 w 11058172"/>
                <a:gd name="connsiteY2" fmla="*/ 2698606 h 6858601"/>
                <a:gd name="connsiteX3" fmla="*/ 5125240 w 11058172"/>
                <a:gd name="connsiteY3" fmla="*/ 104191 h 6858601"/>
                <a:gd name="connsiteX4" fmla="*/ 5932933 w 11058172"/>
                <a:gd name="connsiteY4" fmla="*/ 104191 h 6858601"/>
                <a:gd name="connsiteX5" fmla="*/ 10627140 w 11058172"/>
                <a:gd name="connsiteY5" fmla="*/ 2698606 h 6858601"/>
                <a:gd name="connsiteX6" fmla="*/ 10627140 w 11058172"/>
                <a:gd name="connsiteY6" fmla="*/ 4160041 h 6858601"/>
                <a:gd name="connsiteX7" fmla="*/ 5932933 w 11058172"/>
                <a:gd name="connsiteY7" fmla="*/ 6754455 h 6858601"/>
                <a:gd name="connsiteX8" fmla="*/ 5125240 w 11058172"/>
                <a:gd name="connsiteY8" fmla="*/ 6754455 h 6858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8172" h="6858601">
                  <a:moveTo>
                    <a:pt x="5125240" y="6754455"/>
                  </a:moveTo>
                  <a:lnTo>
                    <a:pt x="431032" y="4160041"/>
                  </a:lnTo>
                  <a:cubicBezTo>
                    <a:pt x="-143677" y="3842389"/>
                    <a:pt x="-143677" y="3016258"/>
                    <a:pt x="431032" y="2698606"/>
                  </a:cubicBezTo>
                  <a:lnTo>
                    <a:pt x="5125240" y="104191"/>
                  </a:lnTo>
                  <a:cubicBezTo>
                    <a:pt x="5376543" y="-34730"/>
                    <a:pt x="5681630" y="-34730"/>
                    <a:pt x="5932933" y="104191"/>
                  </a:cubicBezTo>
                  <a:lnTo>
                    <a:pt x="10627140" y="2698606"/>
                  </a:lnTo>
                  <a:cubicBezTo>
                    <a:pt x="11201850" y="3016258"/>
                    <a:pt x="11201850" y="3842389"/>
                    <a:pt x="10627140" y="4160041"/>
                  </a:cubicBezTo>
                  <a:lnTo>
                    <a:pt x="5932933" y="6754455"/>
                  </a:lnTo>
                  <a:cubicBezTo>
                    <a:pt x="5681630" y="6893318"/>
                    <a:pt x="5376543" y="6893318"/>
                    <a:pt x="5125240" y="6754455"/>
                  </a:cubicBezTo>
                  <a:close/>
                </a:path>
              </a:pathLst>
            </a:custGeom>
            <a:gradFill>
              <a:gsLst>
                <a:gs pos="1500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path path="circle">
                <a:fillToRect l="100000" t="100000"/>
              </a:path>
            </a:gra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9">
              <a:extLst>
                <a:ext uri="{FF2B5EF4-FFF2-40B4-BE49-F238E27FC236}">
                  <a16:creationId xmlns:a16="http://schemas.microsoft.com/office/drawing/2014/main" id="{55E9B809-01F0-880A-B88A-A0717A7A4794}"/>
                </a:ext>
              </a:extLst>
            </p:cNvPr>
            <p:cNvSpPr/>
            <p:nvPr/>
          </p:nvSpPr>
          <p:spPr>
            <a:xfrm>
              <a:off x="567962" y="2933556"/>
              <a:ext cx="11058071" cy="3925060"/>
            </a:xfrm>
            <a:custGeom>
              <a:avLst/>
              <a:gdLst>
                <a:gd name="connsiteX0" fmla="*/ 10627090 w 11058071"/>
                <a:gd name="connsiteY0" fmla="*/ 235039 h 3925060"/>
                <a:gd name="connsiteX1" fmla="*/ 5932883 w 11058071"/>
                <a:gd name="connsiteY1" fmla="*/ 2829395 h 3925060"/>
                <a:gd name="connsiteX2" fmla="*/ 5125189 w 11058071"/>
                <a:gd name="connsiteY2" fmla="*/ 2829395 h 3925060"/>
                <a:gd name="connsiteX3" fmla="*/ 430982 w 11058071"/>
                <a:gd name="connsiteY3" fmla="*/ 235039 h 3925060"/>
                <a:gd name="connsiteX4" fmla="*/ 161418 w 11058071"/>
                <a:gd name="connsiteY4" fmla="*/ 59 h 3925060"/>
                <a:gd name="connsiteX5" fmla="*/ 430982 w 11058071"/>
                <a:gd name="connsiteY5" fmla="*/ 1226455 h 3925060"/>
                <a:gd name="connsiteX6" fmla="*/ 5125189 w 11058071"/>
                <a:gd name="connsiteY6" fmla="*/ 3820869 h 3925060"/>
                <a:gd name="connsiteX7" fmla="*/ 5932883 w 11058071"/>
                <a:gd name="connsiteY7" fmla="*/ 3820869 h 3925060"/>
                <a:gd name="connsiteX8" fmla="*/ 10627090 w 11058071"/>
                <a:gd name="connsiteY8" fmla="*/ 1226455 h 3925060"/>
                <a:gd name="connsiteX9" fmla="*/ 10896654 w 11058071"/>
                <a:gd name="connsiteY9" fmla="*/ 0 h 3925060"/>
                <a:gd name="connsiteX10" fmla="*/ 10627090 w 11058071"/>
                <a:gd name="connsiteY10" fmla="*/ 235039 h 392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058071" h="3925060">
                  <a:moveTo>
                    <a:pt x="10627090" y="235039"/>
                  </a:moveTo>
                  <a:lnTo>
                    <a:pt x="5932883" y="2829395"/>
                  </a:lnTo>
                  <a:cubicBezTo>
                    <a:pt x="5681580" y="2968316"/>
                    <a:pt x="5376493" y="2968316"/>
                    <a:pt x="5125189" y="2829395"/>
                  </a:cubicBezTo>
                  <a:lnTo>
                    <a:pt x="430982" y="235039"/>
                  </a:lnTo>
                  <a:cubicBezTo>
                    <a:pt x="319422" y="173388"/>
                    <a:pt x="229646" y="92536"/>
                    <a:pt x="161418" y="59"/>
                  </a:cubicBezTo>
                  <a:cubicBezTo>
                    <a:pt x="-122003" y="384236"/>
                    <a:pt x="-32227" y="970454"/>
                    <a:pt x="430982" y="1226455"/>
                  </a:cubicBezTo>
                  <a:lnTo>
                    <a:pt x="5125189" y="3820869"/>
                  </a:lnTo>
                  <a:cubicBezTo>
                    <a:pt x="5376493" y="3959791"/>
                    <a:pt x="5681580" y="3959791"/>
                    <a:pt x="5932883" y="3820869"/>
                  </a:cubicBezTo>
                  <a:lnTo>
                    <a:pt x="10627090" y="1226455"/>
                  </a:lnTo>
                  <a:cubicBezTo>
                    <a:pt x="11090298" y="970454"/>
                    <a:pt x="11180075" y="384236"/>
                    <a:pt x="10896654" y="0"/>
                  </a:cubicBezTo>
                  <a:cubicBezTo>
                    <a:pt x="10828426" y="92536"/>
                    <a:pt x="10738650" y="173388"/>
                    <a:pt x="10627090" y="235039"/>
                  </a:cubicBezTo>
                  <a:close/>
                </a:path>
              </a:pathLst>
            </a:custGeom>
            <a:solidFill>
              <a:schemeClr val="accent1"/>
            </a:soli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4" name="TextBox 55">
            <a:extLst>
              <a:ext uri="{FF2B5EF4-FFF2-40B4-BE49-F238E27FC236}">
                <a16:creationId xmlns:a16="http://schemas.microsoft.com/office/drawing/2014/main" id="{E384EC5F-03CB-76C3-7267-7BBF2E9DFB5C}"/>
              </a:ext>
            </a:extLst>
          </p:cNvPr>
          <p:cNvSpPr txBox="1"/>
          <p:nvPr/>
        </p:nvSpPr>
        <p:spPr>
          <a:xfrm>
            <a:off x="3684971" y="2373949"/>
            <a:ext cx="3153525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altLang="zh-TW" sz="2400" b="1" spc="50" dirty="0">
                <a:solidFill>
                  <a:schemeClr val="bg1"/>
                </a:solidFill>
                <a:effectLst>
                  <a:outerShdw blurRad="75057" dist="88900" dir="5400000" sx="101000" sy="101000" rotWithShape="0">
                    <a:prstClr val="black">
                      <a:alpha val="25000"/>
                    </a:prstClr>
                  </a:outerShdw>
                </a:effectLst>
                <a:ea typeface="Noto Sans TC Medium" panose="020B0200000000000000" pitchFamily="34" charset="-120"/>
              </a:rPr>
              <a:t>App</a:t>
            </a:r>
            <a:r>
              <a:rPr lang="zh-TW" altLang="en-US" sz="2400" b="1" spc="50" dirty="0">
                <a:solidFill>
                  <a:schemeClr val="bg1"/>
                </a:solidFill>
                <a:effectLst>
                  <a:outerShdw blurRad="75057" dist="88900" dir="5400000" sx="101000" sy="101000" rotWithShape="0">
                    <a:prstClr val="black">
                      <a:alpha val="25000"/>
                    </a:prstClr>
                  </a:outerShdw>
                </a:effectLst>
                <a:ea typeface="Noto Sans TC Medium" panose="020B0200000000000000" pitchFamily="34" charset="-120"/>
              </a:rPr>
              <a:t> </a:t>
            </a:r>
            <a:r>
              <a:rPr lang="en-US" altLang="zh-TW" sz="2400" b="1" spc="50" dirty="0">
                <a:solidFill>
                  <a:schemeClr val="bg1"/>
                </a:solidFill>
                <a:effectLst>
                  <a:outerShdw blurRad="75057" dist="88900" dir="5400000" sx="101000" sy="101000" rotWithShape="0">
                    <a:prstClr val="black">
                      <a:alpha val="25000"/>
                    </a:prstClr>
                  </a:outerShdw>
                </a:effectLst>
                <a:ea typeface="Noto Sans TC Medium" panose="020B0200000000000000" pitchFamily="34" charset="-120"/>
              </a:rPr>
              <a:t>Layer</a:t>
            </a:r>
            <a:endParaRPr lang="en-US" sz="2400" b="1" spc="50" dirty="0">
              <a:solidFill>
                <a:schemeClr val="bg1"/>
              </a:solidFill>
              <a:effectLst>
                <a:outerShdw blurRad="75057" dist="88900" dir="5400000" sx="101000" sy="101000" rotWithShape="0">
                  <a:prstClr val="black">
                    <a:alpha val="25000"/>
                  </a:prstClr>
                </a:outerShdw>
              </a:effectLst>
              <a:ea typeface="Noto Sans TC Medium" panose="020B0200000000000000" pitchFamily="34" charset="-120"/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3B3B14DD-C5A7-FAAB-07D1-5CAB11E29275}"/>
              </a:ext>
            </a:extLst>
          </p:cNvPr>
          <p:cNvGrpSpPr/>
          <p:nvPr/>
        </p:nvGrpSpPr>
        <p:grpSpPr>
          <a:xfrm>
            <a:off x="7199805" y="3213128"/>
            <a:ext cx="2551300" cy="440944"/>
            <a:chOff x="7199805" y="3213128"/>
            <a:chExt cx="2551300" cy="440944"/>
          </a:xfrm>
        </p:grpSpPr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5BBB7F55-1985-AC61-5C1A-7F0628313CE4}"/>
                </a:ext>
              </a:extLst>
            </p:cNvPr>
            <p:cNvSpPr txBox="1"/>
            <p:nvPr/>
          </p:nvSpPr>
          <p:spPr>
            <a:xfrm rot="5400000">
              <a:off x="7219244" y="3193689"/>
              <a:ext cx="42278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2400" b="1" dirty="0">
                  <a:solidFill>
                    <a:schemeClr val="accent6"/>
                  </a:solidFill>
                </a:rPr>
                <a:t>⇄</a:t>
              </a:r>
            </a:p>
          </p:txBody>
        </p:sp>
        <p:sp>
          <p:nvSpPr>
            <p:cNvPr id="39" name="TextBox 55">
              <a:extLst>
                <a:ext uri="{FF2B5EF4-FFF2-40B4-BE49-F238E27FC236}">
                  <a16:creationId xmlns:a16="http://schemas.microsoft.com/office/drawing/2014/main" id="{3F149576-9D14-153B-7B6C-20C6C1E04FBD}"/>
                </a:ext>
              </a:extLst>
            </p:cNvPr>
            <p:cNvSpPr txBox="1"/>
            <p:nvPr/>
          </p:nvSpPr>
          <p:spPr>
            <a:xfrm>
              <a:off x="7661470" y="3253962"/>
              <a:ext cx="20896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pt-PT" altLang="zh-TW" sz="2000" spc="50" dirty="0">
                  <a:solidFill>
                    <a:schemeClr val="accent6"/>
                  </a:solidFill>
                </a:rPr>
                <a:t>RESTful API</a:t>
              </a:r>
              <a:endParaRPr lang="en-US" sz="2000" spc="50" dirty="0">
                <a:solidFill>
                  <a:schemeClr val="accent6"/>
                </a:solidFill>
              </a:endParaRPr>
            </a:p>
          </p:txBody>
        </p:sp>
      </p:grpSp>
      <p:sp>
        <p:nvSpPr>
          <p:cNvPr id="41" name="TextBox 55">
            <a:extLst>
              <a:ext uri="{FF2B5EF4-FFF2-40B4-BE49-F238E27FC236}">
                <a16:creationId xmlns:a16="http://schemas.microsoft.com/office/drawing/2014/main" id="{18FB452E-A853-A95A-FF52-D012DEACE78C}"/>
              </a:ext>
            </a:extLst>
          </p:cNvPr>
          <p:cNvSpPr txBox="1"/>
          <p:nvPr/>
        </p:nvSpPr>
        <p:spPr>
          <a:xfrm>
            <a:off x="3684971" y="3793861"/>
            <a:ext cx="3153525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altLang="zh-TW" sz="2400" b="1" spc="50" dirty="0">
                <a:solidFill>
                  <a:schemeClr val="bg1"/>
                </a:solidFill>
                <a:effectLst>
                  <a:outerShdw blurRad="75057" dist="88900" dir="5400000" sx="101000" sy="101000" rotWithShape="0">
                    <a:prstClr val="black">
                      <a:alpha val="25000"/>
                    </a:prstClr>
                  </a:outerShdw>
                </a:effectLst>
                <a:ea typeface="Noto Sans TC Medium" panose="020B0200000000000000" pitchFamily="34" charset="-120"/>
              </a:rPr>
              <a:t>Backend</a:t>
            </a:r>
            <a:endParaRPr lang="en-US" sz="2400" b="1" spc="50" dirty="0">
              <a:solidFill>
                <a:schemeClr val="bg1"/>
              </a:solidFill>
              <a:effectLst>
                <a:outerShdw blurRad="75057" dist="88900" dir="5400000" sx="101000" sy="101000" rotWithShape="0">
                  <a:prstClr val="black">
                    <a:alpha val="25000"/>
                  </a:prstClr>
                </a:outerShdw>
              </a:effectLst>
              <a:ea typeface="Noto Sans TC Medium" panose="020B0200000000000000" pitchFamily="34" charset="-120"/>
            </a:endParaRPr>
          </a:p>
        </p:txBody>
      </p:sp>
      <p:sp>
        <p:nvSpPr>
          <p:cNvPr id="42" name="TextBox 55">
            <a:extLst>
              <a:ext uri="{FF2B5EF4-FFF2-40B4-BE49-F238E27FC236}">
                <a16:creationId xmlns:a16="http://schemas.microsoft.com/office/drawing/2014/main" id="{B076476C-0E39-40F7-25C9-80E353C4B5A5}"/>
              </a:ext>
            </a:extLst>
          </p:cNvPr>
          <p:cNvSpPr txBox="1"/>
          <p:nvPr/>
        </p:nvSpPr>
        <p:spPr>
          <a:xfrm>
            <a:off x="3684971" y="5066824"/>
            <a:ext cx="3153525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sz="2400" b="1" spc="50" dirty="0">
                <a:solidFill>
                  <a:schemeClr val="accent1"/>
                </a:solidFill>
                <a:effectLst>
                  <a:outerShdw blurRad="75057" dist="88900" dir="5400000" sx="101000" sy="101000" rotWithShape="0">
                    <a:schemeClr val="accent5">
                      <a:alpha val="25000"/>
                    </a:schemeClr>
                  </a:outerShdw>
                </a:effectLst>
                <a:ea typeface="Noto Sans TC Medium" panose="020B0200000000000000" pitchFamily="34" charset="-120"/>
              </a:rPr>
              <a:t>IoT</a:t>
            </a: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DB9DBE69-54FA-E08C-8F57-295F196CFEFF}"/>
              </a:ext>
            </a:extLst>
          </p:cNvPr>
          <p:cNvGrpSpPr/>
          <p:nvPr/>
        </p:nvGrpSpPr>
        <p:grpSpPr>
          <a:xfrm>
            <a:off x="7199805" y="4566887"/>
            <a:ext cx="2551300" cy="440944"/>
            <a:chOff x="7199805" y="4566887"/>
            <a:chExt cx="2551300" cy="440944"/>
          </a:xfrm>
        </p:grpSpPr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1F73A36B-CAC0-8F69-C791-08A3C06F79D0}"/>
                </a:ext>
              </a:extLst>
            </p:cNvPr>
            <p:cNvSpPr txBox="1"/>
            <p:nvPr/>
          </p:nvSpPr>
          <p:spPr>
            <a:xfrm rot="5400000">
              <a:off x="7219244" y="4547448"/>
              <a:ext cx="42278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2400" b="1" dirty="0">
                  <a:solidFill>
                    <a:schemeClr val="accent6"/>
                  </a:solidFill>
                </a:rPr>
                <a:t>⇄</a:t>
              </a:r>
            </a:p>
          </p:txBody>
        </p:sp>
        <p:sp>
          <p:nvSpPr>
            <p:cNvPr id="44" name="TextBox 55">
              <a:extLst>
                <a:ext uri="{FF2B5EF4-FFF2-40B4-BE49-F238E27FC236}">
                  <a16:creationId xmlns:a16="http://schemas.microsoft.com/office/drawing/2014/main" id="{7961B768-7AB9-E49A-E22A-C0B986BD7D4F}"/>
                </a:ext>
              </a:extLst>
            </p:cNvPr>
            <p:cNvSpPr txBox="1"/>
            <p:nvPr/>
          </p:nvSpPr>
          <p:spPr>
            <a:xfrm>
              <a:off x="7661470" y="4607721"/>
              <a:ext cx="20896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pt-PT" altLang="zh-TW" sz="2000" spc="50" dirty="0">
                  <a:solidFill>
                    <a:schemeClr val="accent6"/>
                  </a:solidFill>
                </a:rPr>
                <a:t>MQTT</a:t>
              </a:r>
              <a:endParaRPr lang="en-US" sz="2000" spc="50" dirty="0">
                <a:solidFill>
                  <a:schemeClr val="accent6"/>
                </a:solidFill>
              </a:endParaRPr>
            </a:p>
          </p:txBody>
        </p:sp>
      </p:grpSp>
      <p:sp>
        <p:nvSpPr>
          <p:cNvPr id="2" name="文字方塊 1">
            <a:extLst>
              <a:ext uri="{FF2B5EF4-FFF2-40B4-BE49-F238E27FC236}">
                <a16:creationId xmlns:a16="http://schemas.microsoft.com/office/drawing/2014/main" id="{45D89B4D-A2DD-9589-D1F8-FF9143A101A8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11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66001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14000" decel="86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1.85185E-6 L 3.95833E-6 0.2625 " pathEditMode="relative" rAng="0" ptsTypes="AA">
                                      <p:cBhvr>
                                        <p:cTn id="9" dur="125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125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accel="14000" decel="86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6.25E-7 4.44444E-6 L 6.25E-7 0.2625 " pathEditMode="relative" rAng="0" ptsTypes="AA">
                                      <p:cBhvr>
                                        <p:cTn id="14" dur="125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125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accel="14000" decel="86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3.95833E-6 -1.85185E-6 L 3.95833E-6 0.2625 " pathEditMode="relative" rAng="0" ptsTypes="AA">
                                      <p:cBhvr>
                                        <p:cTn id="19" dur="125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125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3" presetClass="path" presetSubtype="0" accel="14000" decel="86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4.16667E-7 3.7037E-7 L -4.16667E-7 0.17731 " pathEditMode="relative" rAng="0" ptsTypes="AA">
                                      <p:cBhvr>
                                        <p:cTn id="24" dur="125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866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3" presetClass="path" presetSubtype="0" accel="14000" decel="86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4.16667E-7 3.7037E-7 L -4.16667E-7 0.17731 " pathEditMode="relative" rAng="0" ptsTypes="AA">
                                      <p:cBhvr>
                                        <p:cTn id="29" dur="125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866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3" presetClass="path" presetSubtype="0" accel="14000" decel="86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-4.16667E-7 3.7037E-7 L -4.16667E-7 0.17731 " pathEditMode="relative" rAng="0" ptsTypes="AA">
                                      <p:cBhvr>
                                        <p:cTn id="34" dur="1250" spd="-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866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4" grpId="1"/>
      <p:bldP spid="41" grpId="0"/>
      <p:bldP spid="41" grpId="1"/>
      <p:bldP spid="42" grpId="0"/>
      <p:bldP spid="42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7E4750-C50E-B179-36A1-9785E6778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6A9ABDE9-F85E-B116-855C-FBFB30AFA43B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51BDA18A-3F51-257A-D1AE-CB6E532C8C95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系統架構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AF5606C-77C4-6673-0611-3E1ABFBE1BA1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SYSTEM ARCHITECTURE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grpSp>
        <p:nvGrpSpPr>
          <p:cNvPr id="25" name="Group 7">
            <a:extLst>
              <a:ext uri="{FF2B5EF4-FFF2-40B4-BE49-F238E27FC236}">
                <a16:creationId xmlns:a16="http://schemas.microsoft.com/office/drawing/2014/main" id="{FF261639-9DBE-0584-D3D6-DE16BC0EB355}"/>
              </a:ext>
            </a:extLst>
          </p:cNvPr>
          <p:cNvGrpSpPr/>
          <p:nvPr/>
        </p:nvGrpSpPr>
        <p:grpSpPr>
          <a:xfrm>
            <a:off x="758890" y="2697145"/>
            <a:ext cx="3796608" cy="2354784"/>
            <a:chOff x="567912" y="-29"/>
            <a:chExt cx="11058172" cy="6858645"/>
          </a:xfrm>
        </p:grpSpPr>
        <p:sp>
          <p:nvSpPr>
            <p:cNvPr id="31" name="Freeform: Shape 8">
              <a:extLst>
                <a:ext uri="{FF2B5EF4-FFF2-40B4-BE49-F238E27FC236}">
                  <a16:creationId xmlns:a16="http://schemas.microsoft.com/office/drawing/2014/main" id="{51526354-604F-1773-FC04-628910C37866}"/>
                </a:ext>
              </a:extLst>
            </p:cNvPr>
            <p:cNvSpPr/>
            <p:nvPr/>
          </p:nvSpPr>
          <p:spPr>
            <a:xfrm>
              <a:off x="567912" y="-29"/>
              <a:ext cx="11058172" cy="6858602"/>
            </a:xfrm>
            <a:custGeom>
              <a:avLst/>
              <a:gdLst>
                <a:gd name="connsiteX0" fmla="*/ 5125240 w 11058172"/>
                <a:gd name="connsiteY0" fmla="*/ 6754455 h 6858601"/>
                <a:gd name="connsiteX1" fmla="*/ 431032 w 11058172"/>
                <a:gd name="connsiteY1" fmla="*/ 4160041 h 6858601"/>
                <a:gd name="connsiteX2" fmla="*/ 431032 w 11058172"/>
                <a:gd name="connsiteY2" fmla="*/ 2698606 h 6858601"/>
                <a:gd name="connsiteX3" fmla="*/ 5125240 w 11058172"/>
                <a:gd name="connsiteY3" fmla="*/ 104191 h 6858601"/>
                <a:gd name="connsiteX4" fmla="*/ 5932933 w 11058172"/>
                <a:gd name="connsiteY4" fmla="*/ 104191 h 6858601"/>
                <a:gd name="connsiteX5" fmla="*/ 10627140 w 11058172"/>
                <a:gd name="connsiteY5" fmla="*/ 2698606 h 6858601"/>
                <a:gd name="connsiteX6" fmla="*/ 10627140 w 11058172"/>
                <a:gd name="connsiteY6" fmla="*/ 4160041 h 6858601"/>
                <a:gd name="connsiteX7" fmla="*/ 5932933 w 11058172"/>
                <a:gd name="connsiteY7" fmla="*/ 6754455 h 6858601"/>
                <a:gd name="connsiteX8" fmla="*/ 5125240 w 11058172"/>
                <a:gd name="connsiteY8" fmla="*/ 6754455 h 6858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8172" h="6858601">
                  <a:moveTo>
                    <a:pt x="5125240" y="6754455"/>
                  </a:moveTo>
                  <a:lnTo>
                    <a:pt x="431032" y="4160041"/>
                  </a:lnTo>
                  <a:cubicBezTo>
                    <a:pt x="-143677" y="3842389"/>
                    <a:pt x="-143677" y="3016258"/>
                    <a:pt x="431032" y="2698606"/>
                  </a:cubicBezTo>
                  <a:lnTo>
                    <a:pt x="5125240" y="104191"/>
                  </a:lnTo>
                  <a:cubicBezTo>
                    <a:pt x="5376543" y="-34730"/>
                    <a:pt x="5681630" y="-34730"/>
                    <a:pt x="5932933" y="104191"/>
                  </a:cubicBezTo>
                  <a:lnTo>
                    <a:pt x="10627140" y="2698606"/>
                  </a:lnTo>
                  <a:cubicBezTo>
                    <a:pt x="11201850" y="3016258"/>
                    <a:pt x="11201850" y="3842389"/>
                    <a:pt x="10627140" y="4160041"/>
                  </a:cubicBezTo>
                  <a:lnTo>
                    <a:pt x="5932933" y="6754455"/>
                  </a:lnTo>
                  <a:cubicBezTo>
                    <a:pt x="5681630" y="6893318"/>
                    <a:pt x="5376543" y="6893318"/>
                    <a:pt x="5125240" y="6754455"/>
                  </a:cubicBezTo>
                  <a:close/>
                </a:path>
              </a:pathLst>
            </a:custGeom>
            <a:gradFill>
              <a:gsLst>
                <a:gs pos="1500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path path="circle">
                <a:fillToRect l="100000" t="100000"/>
              </a:path>
            </a:gra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9">
              <a:extLst>
                <a:ext uri="{FF2B5EF4-FFF2-40B4-BE49-F238E27FC236}">
                  <a16:creationId xmlns:a16="http://schemas.microsoft.com/office/drawing/2014/main" id="{27795A3A-A1AC-A584-666A-E17191CF627C}"/>
                </a:ext>
              </a:extLst>
            </p:cNvPr>
            <p:cNvSpPr/>
            <p:nvPr/>
          </p:nvSpPr>
          <p:spPr>
            <a:xfrm>
              <a:off x="567962" y="2933556"/>
              <a:ext cx="11058071" cy="3925060"/>
            </a:xfrm>
            <a:custGeom>
              <a:avLst/>
              <a:gdLst>
                <a:gd name="connsiteX0" fmla="*/ 10627090 w 11058071"/>
                <a:gd name="connsiteY0" fmla="*/ 235039 h 3925060"/>
                <a:gd name="connsiteX1" fmla="*/ 5932883 w 11058071"/>
                <a:gd name="connsiteY1" fmla="*/ 2829395 h 3925060"/>
                <a:gd name="connsiteX2" fmla="*/ 5125189 w 11058071"/>
                <a:gd name="connsiteY2" fmla="*/ 2829395 h 3925060"/>
                <a:gd name="connsiteX3" fmla="*/ 430982 w 11058071"/>
                <a:gd name="connsiteY3" fmla="*/ 235039 h 3925060"/>
                <a:gd name="connsiteX4" fmla="*/ 161418 w 11058071"/>
                <a:gd name="connsiteY4" fmla="*/ 59 h 3925060"/>
                <a:gd name="connsiteX5" fmla="*/ 430982 w 11058071"/>
                <a:gd name="connsiteY5" fmla="*/ 1226455 h 3925060"/>
                <a:gd name="connsiteX6" fmla="*/ 5125189 w 11058071"/>
                <a:gd name="connsiteY6" fmla="*/ 3820869 h 3925060"/>
                <a:gd name="connsiteX7" fmla="*/ 5932883 w 11058071"/>
                <a:gd name="connsiteY7" fmla="*/ 3820869 h 3925060"/>
                <a:gd name="connsiteX8" fmla="*/ 10627090 w 11058071"/>
                <a:gd name="connsiteY8" fmla="*/ 1226455 h 3925060"/>
                <a:gd name="connsiteX9" fmla="*/ 10896654 w 11058071"/>
                <a:gd name="connsiteY9" fmla="*/ 0 h 3925060"/>
                <a:gd name="connsiteX10" fmla="*/ 10627090 w 11058071"/>
                <a:gd name="connsiteY10" fmla="*/ 235039 h 392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058071" h="3925060">
                  <a:moveTo>
                    <a:pt x="10627090" y="235039"/>
                  </a:moveTo>
                  <a:lnTo>
                    <a:pt x="5932883" y="2829395"/>
                  </a:lnTo>
                  <a:cubicBezTo>
                    <a:pt x="5681580" y="2968316"/>
                    <a:pt x="5376493" y="2968316"/>
                    <a:pt x="5125189" y="2829395"/>
                  </a:cubicBezTo>
                  <a:lnTo>
                    <a:pt x="430982" y="235039"/>
                  </a:lnTo>
                  <a:cubicBezTo>
                    <a:pt x="319422" y="173388"/>
                    <a:pt x="229646" y="92536"/>
                    <a:pt x="161418" y="59"/>
                  </a:cubicBezTo>
                  <a:cubicBezTo>
                    <a:pt x="-122003" y="384236"/>
                    <a:pt x="-32227" y="970454"/>
                    <a:pt x="430982" y="1226455"/>
                  </a:cubicBezTo>
                  <a:lnTo>
                    <a:pt x="5125189" y="3820869"/>
                  </a:lnTo>
                  <a:cubicBezTo>
                    <a:pt x="5376493" y="3959791"/>
                    <a:pt x="5681580" y="3959791"/>
                    <a:pt x="5932883" y="3820869"/>
                  </a:cubicBezTo>
                  <a:lnTo>
                    <a:pt x="10627090" y="1226455"/>
                  </a:lnTo>
                  <a:cubicBezTo>
                    <a:pt x="11090298" y="970454"/>
                    <a:pt x="11180075" y="384236"/>
                    <a:pt x="10896654" y="0"/>
                  </a:cubicBezTo>
                  <a:cubicBezTo>
                    <a:pt x="10828426" y="92536"/>
                    <a:pt x="10738650" y="173388"/>
                    <a:pt x="10627090" y="235039"/>
                  </a:cubicBezTo>
                  <a:close/>
                </a:path>
              </a:pathLst>
            </a:custGeom>
            <a:solidFill>
              <a:schemeClr val="accent1"/>
            </a:soli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4" name="TextBox 55">
            <a:extLst>
              <a:ext uri="{FF2B5EF4-FFF2-40B4-BE49-F238E27FC236}">
                <a16:creationId xmlns:a16="http://schemas.microsoft.com/office/drawing/2014/main" id="{EB46DFD2-7216-2596-7DD2-3562EFFE273A}"/>
              </a:ext>
            </a:extLst>
          </p:cNvPr>
          <p:cNvSpPr txBox="1"/>
          <p:nvPr/>
        </p:nvSpPr>
        <p:spPr>
          <a:xfrm>
            <a:off x="773911" y="3416982"/>
            <a:ext cx="3776594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spcBef>
                <a:spcPts val="1200"/>
              </a:spcBef>
              <a:defRPr sz="2400" b="1" spc="50">
                <a:solidFill>
                  <a:schemeClr val="bg1"/>
                </a:solidFill>
                <a:effectLst>
                  <a:outerShdw blurRad="75057" dist="88900" dir="5400000" sx="101000" sy="101000" rotWithShape="0">
                    <a:prstClr val="black">
                      <a:alpha val="25000"/>
                    </a:prstClr>
                  </a:outerShdw>
                </a:effectLst>
                <a:ea typeface="Noto Sans TC Medium" panose="020B0200000000000000" pitchFamily="34" charset="-120"/>
              </a:defRPr>
            </a:lvl1pPr>
          </a:lstStyle>
          <a:p>
            <a:r>
              <a:rPr lang="en-US" altLang="zh-TW" sz="2800" dirty="0"/>
              <a:t>App</a:t>
            </a:r>
            <a:r>
              <a:rPr lang="zh-TW" altLang="en-US" sz="2800" dirty="0"/>
              <a:t> </a:t>
            </a:r>
            <a:r>
              <a:rPr lang="en-US" altLang="zh-TW" sz="2800" dirty="0"/>
              <a:t>Layer</a:t>
            </a:r>
            <a:endParaRPr lang="en-US" sz="2800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B79CD72-30F6-CD42-2598-7BC99A4DA265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12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3" name="Group 1">
            <a:extLst>
              <a:ext uri="{FF2B5EF4-FFF2-40B4-BE49-F238E27FC236}">
                <a16:creationId xmlns:a16="http://schemas.microsoft.com/office/drawing/2014/main" id="{934DBD00-27DE-17BF-4C2D-E494395E931B}"/>
              </a:ext>
            </a:extLst>
          </p:cNvPr>
          <p:cNvGrpSpPr/>
          <p:nvPr/>
        </p:nvGrpSpPr>
        <p:grpSpPr>
          <a:xfrm>
            <a:off x="758890" y="9171895"/>
            <a:ext cx="4425246" cy="2744686"/>
            <a:chOff x="567912" y="-29"/>
            <a:chExt cx="11058172" cy="6858645"/>
          </a:xfrm>
        </p:grpSpPr>
        <p:sp>
          <p:nvSpPr>
            <p:cNvPr id="4" name="Freeform: Shape 2">
              <a:extLst>
                <a:ext uri="{FF2B5EF4-FFF2-40B4-BE49-F238E27FC236}">
                  <a16:creationId xmlns:a16="http://schemas.microsoft.com/office/drawing/2014/main" id="{45C60D8F-4176-EE15-0ED0-64C5D55830BF}"/>
                </a:ext>
              </a:extLst>
            </p:cNvPr>
            <p:cNvSpPr/>
            <p:nvPr/>
          </p:nvSpPr>
          <p:spPr>
            <a:xfrm>
              <a:off x="567912" y="-29"/>
              <a:ext cx="11058172" cy="6858601"/>
            </a:xfrm>
            <a:custGeom>
              <a:avLst/>
              <a:gdLst>
                <a:gd name="connsiteX0" fmla="*/ 5125240 w 11058172"/>
                <a:gd name="connsiteY0" fmla="*/ 6754455 h 6858601"/>
                <a:gd name="connsiteX1" fmla="*/ 431032 w 11058172"/>
                <a:gd name="connsiteY1" fmla="*/ 4160041 h 6858601"/>
                <a:gd name="connsiteX2" fmla="*/ 431032 w 11058172"/>
                <a:gd name="connsiteY2" fmla="*/ 2698606 h 6858601"/>
                <a:gd name="connsiteX3" fmla="*/ 5125240 w 11058172"/>
                <a:gd name="connsiteY3" fmla="*/ 104191 h 6858601"/>
                <a:gd name="connsiteX4" fmla="*/ 5932933 w 11058172"/>
                <a:gd name="connsiteY4" fmla="*/ 104191 h 6858601"/>
                <a:gd name="connsiteX5" fmla="*/ 10627140 w 11058172"/>
                <a:gd name="connsiteY5" fmla="*/ 2698606 h 6858601"/>
                <a:gd name="connsiteX6" fmla="*/ 10627140 w 11058172"/>
                <a:gd name="connsiteY6" fmla="*/ 4160041 h 6858601"/>
                <a:gd name="connsiteX7" fmla="*/ 5932933 w 11058172"/>
                <a:gd name="connsiteY7" fmla="*/ 6754455 h 6858601"/>
                <a:gd name="connsiteX8" fmla="*/ 5125240 w 11058172"/>
                <a:gd name="connsiteY8" fmla="*/ 6754455 h 6858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8172" h="6858601">
                  <a:moveTo>
                    <a:pt x="5125240" y="6754455"/>
                  </a:moveTo>
                  <a:lnTo>
                    <a:pt x="431032" y="4160041"/>
                  </a:lnTo>
                  <a:cubicBezTo>
                    <a:pt x="-143677" y="3842389"/>
                    <a:pt x="-143677" y="3016258"/>
                    <a:pt x="431032" y="2698606"/>
                  </a:cubicBezTo>
                  <a:lnTo>
                    <a:pt x="5125240" y="104191"/>
                  </a:lnTo>
                  <a:cubicBezTo>
                    <a:pt x="5376543" y="-34730"/>
                    <a:pt x="5681630" y="-34730"/>
                    <a:pt x="5932933" y="104191"/>
                  </a:cubicBezTo>
                  <a:lnTo>
                    <a:pt x="10627140" y="2698606"/>
                  </a:lnTo>
                  <a:cubicBezTo>
                    <a:pt x="11201850" y="3016258"/>
                    <a:pt x="11201850" y="3842389"/>
                    <a:pt x="10627140" y="4160041"/>
                  </a:cubicBezTo>
                  <a:lnTo>
                    <a:pt x="5932933" y="6754455"/>
                  </a:lnTo>
                  <a:cubicBezTo>
                    <a:pt x="5681630" y="6893318"/>
                    <a:pt x="5376543" y="6893318"/>
                    <a:pt x="5125240" y="6754455"/>
                  </a:cubicBezTo>
                  <a:close/>
                </a:path>
              </a:pathLst>
            </a:custGeom>
            <a:gradFill>
              <a:gsLst>
                <a:gs pos="15000">
                  <a:schemeClr val="accent3">
                    <a:lumMod val="60000"/>
                    <a:lumOff val="40000"/>
                  </a:schemeClr>
                </a:gs>
                <a:gs pos="75000">
                  <a:schemeClr val="accent3"/>
                </a:gs>
              </a:gsLst>
              <a:path path="circle">
                <a:fillToRect l="100000" t="100000"/>
              </a:path>
            </a:gra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3">
              <a:extLst>
                <a:ext uri="{FF2B5EF4-FFF2-40B4-BE49-F238E27FC236}">
                  <a16:creationId xmlns:a16="http://schemas.microsoft.com/office/drawing/2014/main" id="{76D753EF-0227-D95C-E1D2-045841AC52F8}"/>
                </a:ext>
              </a:extLst>
            </p:cNvPr>
            <p:cNvSpPr/>
            <p:nvPr/>
          </p:nvSpPr>
          <p:spPr>
            <a:xfrm>
              <a:off x="567962" y="2933556"/>
              <a:ext cx="11058071" cy="3925060"/>
            </a:xfrm>
            <a:custGeom>
              <a:avLst/>
              <a:gdLst>
                <a:gd name="connsiteX0" fmla="*/ 10627090 w 11058071"/>
                <a:gd name="connsiteY0" fmla="*/ 235039 h 3925060"/>
                <a:gd name="connsiteX1" fmla="*/ 5932883 w 11058071"/>
                <a:gd name="connsiteY1" fmla="*/ 2829395 h 3925060"/>
                <a:gd name="connsiteX2" fmla="*/ 5125189 w 11058071"/>
                <a:gd name="connsiteY2" fmla="*/ 2829395 h 3925060"/>
                <a:gd name="connsiteX3" fmla="*/ 430982 w 11058071"/>
                <a:gd name="connsiteY3" fmla="*/ 235039 h 3925060"/>
                <a:gd name="connsiteX4" fmla="*/ 161418 w 11058071"/>
                <a:gd name="connsiteY4" fmla="*/ 59 h 3925060"/>
                <a:gd name="connsiteX5" fmla="*/ 430982 w 11058071"/>
                <a:gd name="connsiteY5" fmla="*/ 1226455 h 3925060"/>
                <a:gd name="connsiteX6" fmla="*/ 5125189 w 11058071"/>
                <a:gd name="connsiteY6" fmla="*/ 3820869 h 3925060"/>
                <a:gd name="connsiteX7" fmla="*/ 5932883 w 11058071"/>
                <a:gd name="connsiteY7" fmla="*/ 3820869 h 3925060"/>
                <a:gd name="connsiteX8" fmla="*/ 10627090 w 11058071"/>
                <a:gd name="connsiteY8" fmla="*/ 1226455 h 3925060"/>
                <a:gd name="connsiteX9" fmla="*/ 10896654 w 11058071"/>
                <a:gd name="connsiteY9" fmla="*/ 0 h 3925060"/>
                <a:gd name="connsiteX10" fmla="*/ 10627090 w 11058071"/>
                <a:gd name="connsiteY10" fmla="*/ 235039 h 392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058071" h="3925060">
                  <a:moveTo>
                    <a:pt x="10627090" y="235039"/>
                  </a:moveTo>
                  <a:lnTo>
                    <a:pt x="5932883" y="2829395"/>
                  </a:lnTo>
                  <a:cubicBezTo>
                    <a:pt x="5681580" y="2968316"/>
                    <a:pt x="5376493" y="2968316"/>
                    <a:pt x="5125189" y="2829395"/>
                  </a:cubicBezTo>
                  <a:lnTo>
                    <a:pt x="430982" y="235039"/>
                  </a:lnTo>
                  <a:cubicBezTo>
                    <a:pt x="319422" y="173388"/>
                    <a:pt x="229646" y="92536"/>
                    <a:pt x="161418" y="59"/>
                  </a:cubicBezTo>
                  <a:cubicBezTo>
                    <a:pt x="-122003" y="384236"/>
                    <a:pt x="-32227" y="970454"/>
                    <a:pt x="430982" y="1226455"/>
                  </a:cubicBezTo>
                  <a:lnTo>
                    <a:pt x="5125189" y="3820869"/>
                  </a:lnTo>
                  <a:cubicBezTo>
                    <a:pt x="5376493" y="3959791"/>
                    <a:pt x="5681580" y="3959791"/>
                    <a:pt x="5932883" y="3820869"/>
                  </a:cubicBezTo>
                  <a:lnTo>
                    <a:pt x="10627090" y="1226455"/>
                  </a:lnTo>
                  <a:cubicBezTo>
                    <a:pt x="11090298" y="970454"/>
                    <a:pt x="11180075" y="384236"/>
                    <a:pt x="10896654" y="0"/>
                  </a:cubicBezTo>
                  <a:cubicBezTo>
                    <a:pt x="10828426" y="92536"/>
                    <a:pt x="10738650" y="173388"/>
                    <a:pt x="10627090" y="235039"/>
                  </a:cubicBezTo>
                  <a:close/>
                </a:path>
              </a:pathLst>
            </a:custGeom>
            <a:solidFill>
              <a:schemeClr val="accent3"/>
            </a:soli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" name="Group 42">
            <a:extLst>
              <a:ext uri="{FF2B5EF4-FFF2-40B4-BE49-F238E27FC236}">
                <a16:creationId xmlns:a16="http://schemas.microsoft.com/office/drawing/2014/main" id="{2A5FE69F-BDE0-D98B-9F48-965DCF518585}"/>
              </a:ext>
            </a:extLst>
          </p:cNvPr>
          <p:cNvGrpSpPr/>
          <p:nvPr/>
        </p:nvGrpSpPr>
        <p:grpSpPr>
          <a:xfrm>
            <a:off x="758860" y="7212573"/>
            <a:ext cx="4425246" cy="2744686"/>
            <a:chOff x="567912" y="-29"/>
            <a:chExt cx="11058172" cy="6858645"/>
          </a:xfrm>
        </p:grpSpPr>
        <p:sp>
          <p:nvSpPr>
            <p:cNvPr id="10" name="Freeform: Shape 43">
              <a:extLst>
                <a:ext uri="{FF2B5EF4-FFF2-40B4-BE49-F238E27FC236}">
                  <a16:creationId xmlns:a16="http://schemas.microsoft.com/office/drawing/2014/main" id="{5893CFE1-7884-8225-52A5-D4938B183C47}"/>
                </a:ext>
              </a:extLst>
            </p:cNvPr>
            <p:cNvSpPr/>
            <p:nvPr/>
          </p:nvSpPr>
          <p:spPr>
            <a:xfrm>
              <a:off x="567912" y="-29"/>
              <a:ext cx="11058172" cy="6858602"/>
            </a:xfrm>
            <a:custGeom>
              <a:avLst/>
              <a:gdLst>
                <a:gd name="connsiteX0" fmla="*/ 5125240 w 11058172"/>
                <a:gd name="connsiteY0" fmla="*/ 6754455 h 6858601"/>
                <a:gd name="connsiteX1" fmla="*/ 431032 w 11058172"/>
                <a:gd name="connsiteY1" fmla="*/ 4160041 h 6858601"/>
                <a:gd name="connsiteX2" fmla="*/ 431032 w 11058172"/>
                <a:gd name="connsiteY2" fmla="*/ 2698606 h 6858601"/>
                <a:gd name="connsiteX3" fmla="*/ 5125240 w 11058172"/>
                <a:gd name="connsiteY3" fmla="*/ 104191 h 6858601"/>
                <a:gd name="connsiteX4" fmla="*/ 5932933 w 11058172"/>
                <a:gd name="connsiteY4" fmla="*/ 104191 h 6858601"/>
                <a:gd name="connsiteX5" fmla="*/ 10627140 w 11058172"/>
                <a:gd name="connsiteY5" fmla="*/ 2698606 h 6858601"/>
                <a:gd name="connsiteX6" fmla="*/ 10627140 w 11058172"/>
                <a:gd name="connsiteY6" fmla="*/ 4160041 h 6858601"/>
                <a:gd name="connsiteX7" fmla="*/ 5932933 w 11058172"/>
                <a:gd name="connsiteY7" fmla="*/ 6754455 h 6858601"/>
                <a:gd name="connsiteX8" fmla="*/ 5125240 w 11058172"/>
                <a:gd name="connsiteY8" fmla="*/ 6754455 h 6858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8172" h="6858601">
                  <a:moveTo>
                    <a:pt x="5125240" y="6754455"/>
                  </a:moveTo>
                  <a:lnTo>
                    <a:pt x="431032" y="4160041"/>
                  </a:lnTo>
                  <a:cubicBezTo>
                    <a:pt x="-143677" y="3842389"/>
                    <a:pt x="-143677" y="3016258"/>
                    <a:pt x="431032" y="2698606"/>
                  </a:cubicBezTo>
                  <a:lnTo>
                    <a:pt x="5125240" y="104191"/>
                  </a:lnTo>
                  <a:cubicBezTo>
                    <a:pt x="5376543" y="-34730"/>
                    <a:pt x="5681630" y="-34730"/>
                    <a:pt x="5932933" y="104191"/>
                  </a:cubicBezTo>
                  <a:lnTo>
                    <a:pt x="10627140" y="2698606"/>
                  </a:lnTo>
                  <a:cubicBezTo>
                    <a:pt x="11201850" y="3016258"/>
                    <a:pt x="11201850" y="3842389"/>
                    <a:pt x="10627140" y="4160041"/>
                  </a:cubicBezTo>
                  <a:lnTo>
                    <a:pt x="5932933" y="6754455"/>
                  </a:lnTo>
                  <a:cubicBezTo>
                    <a:pt x="5681630" y="6893318"/>
                    <a:pt x="5376543" y="6893318"/>
                    <a:pt x="5125240" y="6754455"/>
                  </a:cubicBezTo>
                  <a:close/>
                </a:path>
              </a:pathLst>
            </a:custGeom>
            <a:gradFill>
              <a:gsLst>
                <a:gs pos="1500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path path="circle">
                <a:fillToRect l="100000" t="100000"/>
              </a:path>
            </a:gra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44">
              <a:extLst>
                <a:ext uri="{FF2B5EF4-FFF2-40B4-BE49-F238E27FC236}">
                  <a16:creationId xmlns:a16="http://schemas.microsoft.com/office/drawing/2014/main" id="{F94129FC-74A3-03AF-1C73-89EF36C01B18}"/>
                </a:ext>
              </a:extLst>
            </p:cNvPr>
            <p:cNvSpPr/>
            <p:nvPr/>
          </p:nvSpPr>
          <p:spPr>
            <a:xfrm>
              <a:off x="567962" y="2933556"/>
              <a:ext cx="11058071" cy="3925060"/>
            </a:xfrm>
            <a:custGeom>
              <a:avLst/>
              <a:gdLst>
                <a:gd name="connsiteX0" fmla="*/ 10627090 w 11058071"/>
                <a:gd name="connsiteY0" fmla="*/ 235039 h 3925060"/>
                <a:gd name="connsiteX1" fmla="*/ 5932883 w 11058071"/>
                <a:gd name="connsiteY1" fmla="*/ 2829395 h 3925060"/>
                <a:gd name="connsiteX2" fmla="*/ 5125189 w 11058071"/>
                <a:gd name="connsiteY2" fmla="*/ 2829395 h 3925060"/>
                <a:gd name="connsiteX3" fmla="*/ 430982 w 11058071"/>
                <a:gd name="connsiteY3" fmla="*/ 235039 h 3925060"/>
                <a:gd name="connsiteX4" fmla="*/ 161418 w 11058071"/>
                <a:gd name="connsiteY4" fmla="*/ 59 h 3925060"/>
                <a:gd name="connsiteX5" fmla="*/ 430982 w 11058071"/>
                <a:gd name="connsiteY5" fmla="*/ 1226455 h 3925060"/>
                <a:gd name="connsiteX6" fmla="*/ 5125189 w 11058071"/>
                <a:gd name="connsiteY6" fmla="*/ 3820869 h 3925060"/>
                <a:gd name="connsiteX7" fmla="*/ 5932883 w 11058071"/>
                <a:gd name="connsiteY7" fmla="*/ 3820869 h 3925060"/>
                <a:gd name="connsiteX8" fmla="*/ 10627090 w 11058071"/>
                <a:gd name="connsiteY8" fmla="*/ 1226455 h 3925060"/>
                <a:gd name="connsiteX9" fmla="*/ 10896654 w 11058071"/>
                <a:gd name="connsiteY9" fmla="*/ 0 h 3925060"/>
                <a:gd name="connsiteX10" fmla="*/ 10627090 w 11058071"/>
                <a:gd name="connsiteY10" fmla="*/ 235039 h 392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058071" h="3925060">
                  <a:moveTo>
                    <a:pt x="10627090" y="235039"/>
                  </a:moveTo>
                  <a:lnTo>
                    <a:pt x="5932883" y="2829395"/>
                  </a:lnTo>
                  <a:cubicBezTo>
                    <a:pt x="5681580" y="2968316"/>
                    <a:pt x="5376493" y="2968316"/>
                    <a:pt x="5125189" y="2829395"/>
                  </a:cubicBezTo>
                  <a:lnTo>
                    <a:pt x="430982" y="235039"/>
                  </a:lnTo>
                  <a:cubicBezTo>
                    <a:pt x="319422" y="173388"/>
                    <a:pt x="229646" y="92536"/>
                    <a:pt x="161418" y="59"/>
                  </a:cubicBezTo>
                  <a:cubicBezTo>
                    <a:pt x="-122003" y="384236"/>
                    <a:pt x="-32227" y="970454"/>
                    <a:pt x="430982" y="1226455"/>
                  </a:cubicBezTo>
                  <a:lnTo>
                    <a:pt x="5125189" y="3820869"/>
                  </a:lnTo>
                  <a:cubicBezTo>
                    <a:pt x="5376493" y="3959791"/>
                    <a:pt x="5681580" y="3959791"/>
                    <a:pt x="5932883" y="3820869"/>
                  </a:cubicBezTo>
                  <a:lnTo>
                    <a:pt x="10627090" y="1226455"/>
                  </a:lnTo>
                  <a:cubicBezTo>
                    <a:pt x="11090298" y="970454"/>
                    <a:pt x="11180075" y="384236"/>
                    <a:pt x="10896654" y="0"/>
                  </a:cubicBezTo>
                  <a:cubicBezTo>
                    <a:pt x="10828426" y="92536"/>
                    <a:pt x="10738650" y="173388"/>
                    <a:pt x="10627090" y="235039"/>
                  </a:cubicBezTo>
                  <a:close/>
                </a:path>
              </a:pathLst>
            </a:custGeom>
            <a:solidFill>
              <a:schemeClr val="accent2"/>
            </a:soli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2" name="TextBox 55">
            <a:extLst>
              <a:ext uri="{FF2B5EF4-FFF2-40B4-BE49-F238E27FC236}">
                <a16:creationId xmlns:a16="http://schemas.microsoft.com/office/drawing/2014/main" id="{CF0D6E19-F69B-F09F-B790-58FA809368C9}"/>
              </a:ext>
            </a:extLst>
          </p:cNvPr>
          <p:cNvSpPr txBox="1"/>
          <p:nvPr/>
        </p:nvSpPr>
        <p:spPr>
          <a:xfrm>
            <a:off x="780526" y="8078436"/>
            <a:ext cx="4401924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altLang="zh-TW" sz="2400" b="1" spc="50" dirty="0">
                <a:solidFill>
                  <a:schemeClr val="bg1"/>
                </a:solidFill>
                <a:effectLst>
                  <a:outerShdw blurRad="75057" dist="88900" dir="5400000" sx="101000" sy="101000" rotWithShape="0">
                    <a:prstClr val="black">
                      <a:alpha val="25000"/>
                    </a:prstClr>
                  </a:outerShdw>
                </a:effectLst>
                <a:ea typeface="Noto Sans TC Medium" panose="020B0200000000000000" pitchFamily="34" charset="-120"/>
              </a:rPr>
              <a:t>Backend</a:t>
            </a:r>
            <a:endParaRPr lang="en-US" sz="2400" b="1" spc="50" dirty="0">
              <a:solidFill>
                <a:schemeClr val="bg1"/>
              </a:solidFill>
              <a:effectLst>
                <a:outerShdw blurRad="75057" dist="88900" dir="5400000" sx="101000" sy="101000" rotWithShape="0">
                  <a:prstClr val="black">
                    <a:alpha val="25000"/>
                  </a:prstClr>
                </a:outerShdw>
              </a:effectLst>
              <a:ea typeface="Noto Sans TC Medium" panose="020B0200000000000000" pitchFamily="34" charset="-120"/>
            </a:endParaRPr>
          </a:p>
        </p:txBody>
      </p:sp>
      <p:sp>
        <p:nvSpPr>
          <p:cNvPr id="13" name="TextBox 55">
            <a:extLst>
              <a:ext uri="{FF2B5EF4-FFF2-40B4-BE49-F238E27FC236}">
                <a16:creationId xmlns:a16="http://schemas.microsoft.com/office/drawing/2014/main" id="{D58E37DF-C637-AD4B-9627-18CC03869A82}"/>
              </a:ext>
            </a:extLst>
          </p:cNvPr>
          <p:cNvSpPr txBox="1"/>
          <p:nvPr/>
        </p:nvSpPr>
        <p:spPr>
          <a:xfrm>
            <a:off x="780526" y="10268590"/>
            <a:ext cx="4401924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sz="2400" b="1" spc="50" dirty="0">
                <a:solidFill>
                  <a:schemeClr val="accent1"/>
                </a:solidFill>
                <a:effectLst>
                  <a:outerShdw blurRad="75057" dist="88900" dir="5400000" sx="101000" sy="101000" rotWithShape="0">
                    <a:prstClr val="black">
                      <a:alpha val="25000"/>
                    </a:prstClr>
                  </a:outerShdw>
                </a:effectLst>
                <a:ea typeface="Noto Sans TC Medium" panose="020B0200000000000000" pitchFamily="34" charset="-120"/>
              </a:rPr>
              <a:t>IoT</a:t>
            </a:r>
          </a:p>
        </p:txBody>
      </p:sp>
      <p:grpSp>
        <p:nvGrpSpPr>
          <p:cNvPr id="71" name="群組 70">
            <a:extLst>
              <a:ext uri="{FF2B5EF4-FFF2-40B4-BE49-F238E27FC236}">
                <a16:creationId xmlns:a16="http://schemas.microsoft.com/office/drawing/2014/main" id="{A28ACC5B-7561-8A30-E437-3E11D74315ED}"/>
              </a:ext>
            </a:extLst>
          </p:cNvPr>
          <p:cNvGrpSpPr/>
          <p:nvPr/>
        </p:nvGrpSpPr>
        <p:grpSpPr>
          <a:xfrm>
            <a:off x="6922157" y="2451480"/>
            <a:ext cx="2935539" cy="882767"/>
            <a:chOff x="7182474" y="2230906"/>
            <a:chExt cx="2935539" cy="882767"/>
          </a:xfrm>
        </p:grpSpPr>
        <p:sp>
          <p:nvSpPr>
            <p:cNvPr id="17" name="Rectangle: Rounded Corners 61">
              <a:extLst>
                <a:ext uri="{FF2B5EF4-FFF2-40B4-BE49-F238E27FC236}">
                  <a16:creationId xmlns:a16="http://schemas.microsoft.com/office/drawing/2014/main" id="{9B7F4002-D83E-0812-A023-C4BAA58E90E5}"/>
                </a:ext>
              </a:extLst>
            </p:cNvPr>
            <p:cNvSpPr/>
            <p:nvPr/>
          </p:nvSpPr>
          <p:spPr>
            <a:xfrm>
              <a:off x="7182474" y="2230906"/>
              <a:ext cx="2844000" cy="882767"/>
            </a:xfrm>
            <a:prstGeom prst="roundRect">
              <a:avLst>
                <a:gd name="adj" fmla="val 29667"/>
              </a:avLst>
            </a:prstGeom>
            <a:solidFill>
              <a:schemeClr val="bg1"/>
            </a:solidFill>
            <a:ln w="53975">
              <a:noFill/>
            </a:ln>
            <a:effectLst>
              <a:outerShdw blurRad="863600" dist="723900" dir="7800000" sx="85000" sy="85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9" name="Graphic 18">
              <a:extLst>
                <a:ext uri="{FF2B5EF4-FFF2-40B4-BE49-F238E27FC236}">
                  <a16:creationId xmlns:a16="http://schemas.microsoft.com/office/drawing/2014/main" id="{686C02C4-0F73-FE1F-1E73-C03AD61486A1}"/>
                </a:ext>
              </a:extLst>
            </p:cNvPr>
            <p:cNvSpPr/>
            <p:nvPr/>
          </p:nvSpPr>
          <p:spPr>
            <a:xfrm>
              <a:off x="7415113" y="2371376"/>
              <a:ext cx="552613" cy="601827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TextBox 60">
              <a:extLst>
                <a:ext uri="{FF2B5EF4-FFF2-40B4-BE49-F238E27FC236}">
                  <a16:creationId xmlns:a16="http://schemas.microsoft.com/office/drawing/2014/main" id="{C7985CDC-DAAE-06D2-BCD6-8F5BFB5476E2}"/>
                </a:ext>
              </a:extLst>
            </p:cNvPr>
            <p:cNvSpPr txBox="1"/>
            <p:nvPr/>
          </p:nvSpPr>
          <p:spPr>
            <a:xfrm>
              <a:off x="8062543" y="2343299"/>
              <a:ext cx="174778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  <a:latin typeface="+mj-lt"/>
                </a:rPr>
                <a:t>Flutter</a:t>
              </a:r>
            </a:p>
          </p:txBody>
        </p:sp>
        <p:sp>
          <p:nvSpPr>
            <p:cNvPr id="43" name="TextBox 60">
              <a:extLst>
                <a:ext uri="{FF2B5EF4-FFF2-40B4-BE49-F238E27FC236}">
                  <a16:creationId xmlns:a16="http://schemas.microsoft.com/office/drawing/2014/main" id="{06019212-FE07-2064-23D4-59E729FECDA8}"/>
                </a:ext>
              </a:extLst>
            </p:cNvPr>
            <p:cNvSpPr txBox="1"/>
            <p:nvPr/>
          </p:nvSpPr>
          <p:spPr>
            <a:xfrm>
              <a:off x="8062543" y="2708500"/>
              <a:ext cx="20554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spc="50" dirty="0">
                  <a:solidFill>
                    <a:schemeClr val="accent1"/>
                  </a:solidFill>
                  <a:latin typeface="+mj-lt"/>
                </a:rPr>
                <a:t>Cross-platform</a:t>
              </a:r>
            </a:p>
          </p:txBody>
        </p:sp>
        <p:pic>
          <p:nvPicPr>
            <p:cNvPr id="45" name="圖片 44" descr="Terms of Service">
              <a:extLst>
                <a:ext uri="{FF2B5EF4-FFF2-40B4-BE49-F238E27FC236}">
                  <a16:creationId xmlns:a16="http://schemas.microsoft.com/office/drawing/2014/main" id="{E6833CCF-B02F-42E2-FAA6-FD0A726DE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547419" y="2528289"/>
              <a:ext cx="288000" cy="288000"/>
            </a:xfrm>
            <a:prstGeom prst="rect">
              <a:avLst/>
            </a:prstGeom>
          </p:spPr>
        </p:pic>
      </p:grpSp>
      <p:cxnSp>
        <p:nvCxnSpPr>
          <p:cNvPr id="97" name="Straight Arrow Connector 8">
            <a:extLst>
              <a:ext uri="{FF2B5EF4-FFF2-40B4-BE49-F238E27FC236}">
                <a16:creationId xmlns:a16="http://schemas.microsoft.com/office/drawing/2014/main" id="{8133C5D0-1031-CC0E-168E-F00B1180D024}"/>
              </a:ext>
            </a:extLst>
          </p:cNvPr>
          <p:cNvCxnSpPr>
            <a:cxnSpLocks/>
          </p:cNvCxnSpPr>
          <p:nvPr/>
        </p:nvCxnSpPr>
        <p:spPr>
          <a:xfrm flipV="1">
            <a:off x="7185508" y="3531633"/>
            <a:ext cx="450996" cy="511006"/>
          </a:xfrm>
          <a:prstGeom prst="straightConnector1">
            <a:avLst/>
          </a:prstGeom>
          <a:ln w="28575" cap="rnd">
            <a:solidFill>
              <a:schemeClr val="accent1"/>
            </a:solidFill>
            <a:prstDash val="solid"/>
            <a:headEnd type="arrow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群組 105">
            <a:extLst>
              <a:ext uri="{FF2B5EF4-FFF2-40B4-BE49-F238E27FC236}">
                <a16:creationId xmlns:a16="http://schemas.microsoft.com/office/drawing/2014/main" id="{286FEC75-112B-4161-ED75-E793B308A074}"/>
              </a:ext>
            </a:extLst>
          </p:cNvPr>
          <p:cNvGrpSpPr/>
          <p:nvPr/>
        </p:nvGrpSpPr>
        <p:grpSpPr>
          <a:xfrm>
            <a:off x="5268988" y="4222417"/>
            <a:ext cx="2844000" cy="882767"/>
            <a:chOff x="5268988" y="4169147"/>
            <a:chExt cx="2844000" cy="882767"/>
          </a:xfrm>
        </p:grpSpPr>
        <p:sp>
          <p:nvSpPr>
            <p:cNvPr id="85" name="Rectangle: Rounded Corners 61">
              <a:extLst>
                <a:ext uri="{FF2B5EF4-FFF2-40B4-BE49-F238E27FC236}">
                  <a16:creationId xmlns:a16="http://schemas.microsoft.com/office/drawing/2014/main" id="{A780F004-0222-1931-2ACA-D2A37FC46029}"/>
                </a:ext>
              </a:extLst>
            </p:cNvPr>
            <p:cNvSpPr/>
            <p:nvPr/>
          </p:nvSpPr>
          <p:spPr>
            <a:xfrm>
              <a:off x="5268988" y="4169147"/>
              <a:ext cx="2844000" cy="882767"/>
            </a:xfrm>
            <a:prstGeom prst="roundRect">
              <a:avLst>
                <a:gd name="adj" fmla="val 29667"/>
              </a:avLst>
            </a:prstGeom>
            <a:solidFill>
              <a:schemeClr val="bg1"/>
            </a:solidFill>
            <a:ln w="53975">
              <a:noFill/>
            </a:ln>
            <a:effectLst>
              <a:outerShdw blurRad="863600" dist="723900" dir="7800000" sx="85000" sy="85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86" name="Graphic 18">
              <a:extLst>
                <a:ext uri="{FF2B5EF4-FFF2-40B4-BE49-F238E27FC236}">
                  <a16:creationId xmlns:a16="http://schemas.microsoft.com/office/drawing/2014/main" id="{D208307D-5DD8-F9A5-4E7B-5303CC7B5053}"/>
                </a:ext>
              </a:extLst>
            </p:cNvPr>
            <p:cNvSpPr/>
            <p:nvPr/>
          </p:nvSpPr>
          <p:spPr>
            <a:xfrm>
              <a:off x="5501627" y="4309617"/>
              <a:ext cx="552613" cy="601827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2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TextBox 60">
              <a:extLst>
                <a:ext uri="{FF2B5EF4-FFF2-40B4-BE49-F238E27FC236}">
                  <a16:creationId xmlns:a16="http://schemas.microsoft.com/office/drawing/2014/main" id="{1795497F-66C5-E659-11B4-06BA6058E563}"/>
                </a:ext>
              </a:extLst>
            </p:cNvPr>
            <p:cNvSpPr txBox="1"/>
            <p:nvPr/>
          </p:nvSpPr>
          <p:spPr>
            <a:xfrm>
              <a:off x="6149057" y="4410475"/>
              <a:ext cx="174778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  <a:latin typeface="+mj-lt"/>
                </a:rPr>
                <a:t>Android</a:t>
              </a:r>
            </a:p>
          </p:txBody>
        </p:sp>
        <p:pic>
          <p:nvPicPr>
            <p:cNvPr id="100" name="圖片 99">
              <a:extLst>
                <a:ext uri="{FF2B5EF4-FFF2-40B4-BE49-F238E27FC236}">
                  <a16:creationId xmlns:a16="http://schemas.microsoft.com/office/drawing/2014/main" id="{FBBE18CA-CDFD-42E7-958C-25A64F5BA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 b="35247"/>
            <a:stretch>
              <a:fillRect/>
            </a:stretch>
          </p:blipFill>
          <p:spPr>
            <a:xfrm>
              <a:off x="5615933" y="4518961"/>
              <a:ext cx="324000" cy="183138"/>
            </a:xfrm>
            <a:prstGeom prst="rect">
              <a:avLst/>
            </a:prstGeom>
          </p:spPr>
        </p:pic>
      </p:grpSp>
      <p:grpSp>
        <p:nvGrpSpPr>
          <p:cNvPr id="107" name="群組 106">
            <a:extLst>
              <a:ext uri="{FF2B5EF4-FFF2-40B4-BE49-F238E27FC236}">
                <a16:creationId xmlns:a16="http://schemas.microsoft.com/office/drawing/2014/main" id="{A6E74191-1FFA-14A4-DF0C-ECE5B5066FFB}"/>
              </a:ext>
            </a:extLst>
          </p:cNvPr>
          <p:cNvGrpSpPr/>
          <p:nvPr/>
        </p:nvGrpSpPr>
        <p:grpSpPr>
          <a:xfrm>
            <a:off x="8575325" y="4196674"/>
            <a:ext cx="2844000" cy="882767"/>
            <a:chOff x="8575325" y="4143404"/>
            <a:chExt cx="2844000" cy="882767"/>
          </a:xfrm>
        </p:grpSpPr>
        <p:sp>
          <p:nvSpPr>
            <p:cNvPr id="91" name="Rectangle: Rounded Corners 61">
              <a:extLst>
                <a:ext uri="{FF2B5EF4-FFF2-40B4-BE49-F238E27FC236}">
                  <a16:creationId xmlns:a16="http://schemas.microsoft.com/office/drawing/2014/main" id="{81BF0A12-5AA1-FBAB-725D-EA234115D929}"/>
                </a:ext>
              </a:extLst>
            </p:cNvPr>
            <p:cNvSpPr/>
            <p:nvPr/>
          </p:nvSpPr>
          <p:spPr>
            <a:xfrm>
              <a:off x="8575325" y="4143404"/>
              <a:ext cx="2844000" cy="882767"/>
            </a:xfrm>
            <a:prstGeom prst="roundRect">
              <a:avLst>
                <a:gd name="adj" fmla="val 29667"/>
              </a:avLst>
            </a:prstGeom>
            <a:solidFill>
              <a:schemeClr val="bg1"/>
            </a:solidFill>
            <a:ln w="53975">
              <a:noFill/>
            </a:ln>
            <a:effectLst>
              <a:outerShdw blurRad="863600" dist="723900" dir="7800000" sx="85000" sy="85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92" name="Graphic 18">
              <a:extLst>
                <a:ext uri="{FF2B5EF4-FFF2-40B4-BE49-F238E27FC236}">
                  <a16:creationId xmlns:a16="http://schemas.microsoft.com/office/drawing/2014/main" id="{64241671-BB18-C488-3896-7FB4EC02231F}"/>
                </a:ext>
              </a:extLst>
            </p:cNvPr>
            <p:cNvSpPr/>
            <p:nvPr/>
          </p:nvSpPr>
          <p:spPr>
            <a:xfrm>
              <a:off x="8807964" y="4283874"/>
              <a:ext cx="552613" cy="601827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3">
                    <a:lumMod val="60000"/>
                    <a:lumOff val="40000"/>
                  </a:schemeClr>
                </a:gs>
                <a:gs pos="75000">
                  <a:srgbClr val="B5C5CB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3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TextBox 60">
              <a:extLst>
                <a:ext uri="{FF2B5EF4-FFF2-40B4-BE49-F238E27FC236}">
                  <a16:creationId xmlns:a16="http://schemas.microsoft.com/office/drawing/2014/main" id="{9D4C30FA-2619-9668-6C4E-A21EB6B343B1}"/>
                </a:ext>
              </a:extLst>
            </p:cNvPr>
            <p:cNvSpPr txBox="1"/>
            <p:nvPr/>
          </p:nvSpPr>
          <p:spPr>
            <a:xfrm>
              <a:off x="9455394" y="4384732"/>
              <a:ext cx="174778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  <a:latin typeface="+mj-lt"/>
                </a:rPr>
                <a:t>iOS</a:t>
              </a:r>
            </a:p>
          </p:txBody>
        </p:sp>
        <p:pic>
          <p:nvPicPr>
            <p:cNvPr id="102" name="圖片 101">
              <a:extLst>
                <a:ext uri="{FF2B5EF4-FFF2-40B4-BE49-F238E27FC236}">
                  <a16:creationId xmlns:a16="http://schemas.microsoft.com/office/drawing/2014/main" id="{AAF84235-6F8A-35CE-A2F1-DA5F91A1F87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904270" y="4487962"/>
              <a:ext cx="360000" cy="19365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80000"/>
                </a:prstClr>
              </a:outerShdw>
            </a:effectLst>
          </p:spPr>
        </p:pic>
      </p:grpSp>
      <p:cxnSp>
        <p:nvCxnSpPr>
          <p:cNvPr id="104" name="Straight Arrow Connector 8">
            <a:extLst>
              <a:ext uri="{FF2B5EF4-FFF2-40B4-BE49-F238E27FC236}">
                <a16:creationId xmlns:a16="http://schemas.microsoft.com/office/drawing/2014/main" id="{4D32D2F9-57E3-A43B-5990-81AAEE16FE63}"/>
              </a:ext>
            </a:extLst>
          </p:cNvPr>
          <p:cNvCxnSpPr>
            <a:cxnSpLocks/>
          </p:cNvCxnSpPr>
          <p:nvPr/>
        </p:nvCxnSpPr>
        <p:spPr>
          <a:xfrm flipH="1" flipV="1">
            <a:off x="9038772" y="3531633"/>
            <a:ext cx="450996" cy="511006"/>
          </a:xfrm>
          <a:prstGeom prst="straightConnector1">
            <a:avLst/>
          </a:prstGeom>
          <a:ln w="28575" cap="rnd">
            <a:solidFill>
              <a:schemeClr val="accent1"/>
            </a:solidFill>
            <a:prstDash val="solid"/>
            <a:headEnd type="arrow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1510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F2DCE8-6D22-7ED9-D5B9-2AC9EC05B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42">
            <a:extLst>
              <a:ext uri="{FF2B5EF4-FFF2-40B4-BE49-F238E27FC236}">
                <a16:creationId xmlns:a16="http://schemas.microsoft.com/office/drawing/2014/main" id="{9C196A0C-BEBD-91E9-54B8-5ABEBDDD1ED2}"/>
              </a:ext>
            </a:extLst>
          </p:cNvPr>
          <p:cNvGrpSpPr/>
          <p:nvPr/>
        </p:nvGrpSpPr>
        <p:grpSpPr>
          <a:xfrm>
            <a:off x="747436" y="2701783"/>
            <a:ext cx="3789110" cy="2350132"/>
            <a:chOff x="567912" y="-29"/>
            <a:chExt cx="11058172" cy="6858645"/>
          </a:xfrm>
        </p:grpSpPr>
        <p:sp>
          <p:nvSpPr>
            <p:cNvPr id="10" name="Freeform: Shape 43">
              <a:extLst>
                <a:ext uri="{FF2B5EF4-FFF2-40B4-BE49-F238E27FC236}">
                  <a16:creationId xmlns:a16="http://schemas.microsoft.com/office/drawing/2014/main" id="{AC53AF2A-8BBB-777E-173E-39EED3475E32}"/>
                </a:ext>
              </a:extLst>
            </p:cNvPr>
            <p:cNvSpPr/>
            <p:nvPr/>
          </p:nvSpPr>
          <p:spPr>
            <a:xfrm>
              <a:off x="567912" y="-29"/>
              <a:ext cx="11058172" cy="6858602"/>
            </a:xfrm>
            <a:custGeom>
              <a:avLst/>
              <a:gdLst>
                <a:gd name="connsiteX0" fmla="*/ 5125240 w 11058172"/>
                <a:gd name="connsiteY0" fmla="*/ 6754455 h 6858601"/>
                <a:gd name="connsiteX1" fmla="*/ 431032 w 11058172"/>
                <a:gd name="connsiteY1" fmla="*/ 4160041 h 6858601"/>
                <a:gd name="connsiteX2" fmla="*/ 431032 w 11058172"/>
                <a:gd name="connsiteY2" fmla="*/ 2698606 h 6858601"/>
                <a:gd name="connsiteX3" fmla="*/ 5125240 w 11058172"/>
                <a:gd name="connsiteY3" fmla="*/ 104191 h 6858601"/>
                <a:gd name="connsiteX4" fmla="*/ 5932933 w 11058172"/>
                <a:gd name="connsiteY4" fmla="*/ 104191 h 6858601"/>
                <a:gd name="connsiteX5" fmla="*/ 10627140 w 11058172"/>
                <a:gd name="connsiteY5" fmla="*/ 2698606 h 6858601"/>
                <a:gd name="connsiteX6" fmla="*/ 10627140 w 11058172"/>
                <a:gd name="connsiteY6" fmla="*/ 4160041 h 6858601"/>
                <a:gd name="connsiteX7" fmla="*/ 5932933 w 11058172"/>
                <a:gd name="connsiteY7" fmla="*/ 6754455 h 6858601"/>
                <a:gd name="connsiteX8" fmla="*/ 5125240 w 11058172"/>
                <a:gd name="connsiteY8" fmla="*/ 6754455 h 6858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8172" h="6858601">
                  <a:moveTo>
                    <a:pt x="5125240" y="6754455"/>
                  </a:moveTo>
                  <a:lnTo>
                    <a:pt x="431032" y="4160041"/>
                  </a:lnTo>
                  <a:cubicBezTo>
                    <a:pt x="-143677" y="3842389"/>
                    <a:pt x="-143677" y="3016258"/>
                    <a:pt x="431032" y="2698606"/>
                  </a:cubicBezTo>
                  <a:lnTo>
                    <a:pt x="5125240" y="104191"/>
                  </a:lnTo>
                  <a:cubicBezTo>
                    <a:pt x="5376543" y="-34730"/>
                    <a:pt x="5681630" y="-34730"/>
                    <a:pt x="5932933" y="104191"/>
                  </a:cubicBezTo>
                  <a:lnTo>
                    <a:pt x="10627140" y="2698606"/>
                  </a:lnTo>
                  <a:cubicBezTo>
                    <a:pt x="11201850" y="3016258"/>
                    <a:pt x="11201850" y="3842389"/>
                    <a:pt x="10627140" y="4160041"/>
                  </a:cubicBezTo>
                  <a:lnTo>
                    <a:pt x="5932933" y="6754455"/>
                  </a:lnTo>
                  <a:cubicBezTo>
                    <a:pt x="5681630" y="6893318"/>
                    <a:pt x="5376543" y="6893318"/>
                    <a:pt x="5125240" y="6754455"/>
                  </a:cubicBezTo>
                  <a:close/>
                </a:path>
              </a:pathLst>
            </a:custGeom>
            <a:gradFill>
              <a:gsLst>
                <a:gs pos="1500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path path="circle">
                <a:fillToRect l="100000" t="100000"/>
              </a:path>
            </a:gra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44">
              <a:extLst>
                <a:ext uri="{FF2B5EF4-FFF2-40B4-BE49-F238E27FC236}">
                  <a16:creationId xmlns:a16="http://schemas.microsoft.com/office/drawing/2014/main" id="{FD4B0506-60F0-E7C1-AEE1-9A8188167196}"/>
                </a:ext>
              </a:extLst>
            </p:cNvPr>
            <p:cNvSpPr/>
            <p:nvPr/>
          </p:nvSpPr>
          <p:spPr>
            <a:xfrm>
              <a:off x="567962" y="2933556"/>
              <a:ext cx="11058071" cy="3925060"/>
            </a:xfrm>
            <a:custGeom>
              <a:avLst/>
              <a:gdLst>
                <a:gd name="connsiteX0" fmla="*/ 10627090 w 11058071"/>
                <a:gd name="connsiteY0" fmla="*/ 235039 h 3925060"/>
                <a:gd name="connsiteX1" fmla="*/ 5932883 w 11058071"/>
                <a:gd name="connsiteY1" fmla="*/ 2829395 h 3925060"/>
                <a:gd name="connsiteX2" fmla="*/ 5125189 w 11058071"/>
                <a:gd name="connsiteY2" fmla="*/ 2829395 h 3925060"/>
                <a:gd name="connsiteX3" fmla="*/ 430982 w 11058071"/>
                <a:gd name="connsiteY3" fmla="*/ 235039 h 3925060"/>
                <a:gd name="connsiteX4" fmla="*/ 161418 w 11058071"/>
                <a:gd name="connsiteY4" fmla="*/ 59 h 3925060"/>
                <a:gd name="connsiteX5" fmla="*/ 430982 w 11058071"/>
                <a:gd name="connsiteY5" fmla="*/ 1226455 h 3925060"/>
                <a:gd name="connsiteX6" fmla="*/ 5125189 w 11058071"/>
                <a:gd name="connsiteY6" fmla="*/ 3820869 h 3925060"/>
                <a:gd name="connsiteX7" fmla="*/ 5932883 w 11058071"/>
                <a:gd name="connsiteY7" fmla="*/ 3820869 h 3925060"/>
                <a:gd name="connsiteX8" fmla="*/ 10627090 w 11058071"/>
                <a:gd name="connsiteY8" fmla="*/ 1226455 h 3925060"/>
                <a:gd name="connsiteX9" fmla="*/ 10896654 w 11058071"/>
                <a:gd name="connsiteY9" fmla="*/ 0 h 3925060"/>
                <a:gd name="connsiteX10" fmla="*/ 10627090 w 11058071"/>
                <a:gd name="connsiteY10" fmla="*/ 235039 h 392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058071" h="3925060">
                  <a:moveTo>
                    <a:pt x="10627090" y="235039"/>
                  </a:moveTo>
                  <a:lnTo>
                    <a:pt x="5932883" y="2829395"/>
                  </a:lnTo>
                  <a:cubicBezTo>
                    <a:pt x="5681580" y="2968316"/>
                    <a:pt x="5376493" y="2968316"/>
                    <a:pt x="5125189" y="2829395"/>
                  </a:cubicBezTo>
                  <a:lnTo>
                    <a:pt x="430982" y="235039"/>
                  </a:lnTo>
                  <a:cubicBezTo>
                    <a:pt x="319422" y="173388"/>
                    <a:pt x="229646" y="92536"/>
                    <a:pt x="161418" y="59"/>
                  </a:cubicBezTo>
                  <a:cubicBezTo>
                    <a:pt x="-122003" y="384236"/>
                    <a:pt x="-32227" y="970454"/>
                    <a:pt x="430982" y="1226455"/>
                  </a:cubicBezTo>
                  <a:lnTo>
                    <a:pt x="5125189" y="3820869"/>
                  </a:lnTo>
                  <a:cubicBezTo>
                    <a:pt x="5376493" y="3959791"/>
                    <a:pt x="5681580" y="3959791"/>
                    <a:pt x="5932883" y="3820869"/>
                  </a:cubicBezTo>
                  <a:lnTo>
                    <a:pt x="10627090" y="1226455"/>
                  </a:lnTo>
                  <a:cubicBezTo>
                    <a:pt x="11090298" y="970454"/>
                    <a:pt x="11180075" y="384236"/>
                    <a:pt x="10896654" y="0"/>
                  </a:cubicBezTo>
                  <a:cubicBezTo>
                    <a:pt x="10828426" y="92536"/>
                    <a:pt x="10738650" y="173388"/>
                    <a:pt x="10627090" y="235039"/>
                  </a:cubicBezTo>
                  <a:close/>
                </a:path>
              </a:pathLst>
            </a:custGeom>
            <a:solidFill>
              <a:schemeClr val="accent2"/>
            </a:soli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234AA0EF-9799-A8CD-5663-2F62962B1A39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6CBF97E8-549F-7DAB-5D3F-4E6A46EC3E30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系統架構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ACFE644-68E5-A45D-006B-19C01D424440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SYSTEM ARCHITECTURE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34" name="TextBox 55">
            <a:extLst>
              <a:ext uri="{FF2B5EF4-FFF2-40B4-BE49-F238E27FC236}">
                <a16:creationId xmlns:a16="http://schemas.microsoft.com/office/drawing/2014/main" id="{4CC472F1-CE88-E63C-634F-ED4958685635}"/>
              </a:ext>
            </a:extLst>
          </p:cNvPr>
          <p:cNvSpPr txBox="1"/>
          <p:nvPr/>
        </p:nvSpPr>
        <p:spPr>
          <a:xfrm>
            <a:off x="773911" y="3416982"/>
            <a:ext cx="3776594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spcBef>
                <a:spcPts val="1200"/>
              </a:spcBef>
              <a:defRPr sz="2400" b="1" spc="50">
                <a:solidFill>
                  <a:schemeClr val="bg1"/>
                </a:solidFill>
                <a:effectLst>
                  <a:outerShdw blurRad="75057" dist="88900" dir="5400000" sx="101000" sy="101000" rotWithShape="0">
                    <a:prstClr val="black">
                      <a:alpha val="25000"/>
                    </a:prstClr>
                  </a:outerShdw>
                </a:effectLst>
                <a:ea typeface="Noto Sans TC Medium" panose="020B0200000000000000" pitchFamily="34" charset="-120"/>
              </a:defRPr>
            </a:lvl1pPr>
          </a:lstStyle>
          <a:p>
            <a:r>
              <a:rPr lang="en-US" altLang="zh-TW" sz="2800" dirty="0"/>
              <a:t>Backend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BDA491B-D583-CD92-4375-B438F10ECF16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13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3" name="Group 1">
            <a:extLst>
              <a:ext uri="{FF2B5EF4-FFF2-40B4-BE49-F238E27FC236}">
                <a16:creationId xmlns:a16="http://schemas.microsoft.com/office/drawing/2014/main" id="{9A36ECD8-2190-3B0A-3D24-7CDF06B616D8}"/>
              </a:ext>
            </a:extLst>
          </p:cNvPr>
          <p:cNvGrpSpPr/>
          <p:nvPr/>
        </p:nvGrpSpPr>
        <p:grpSpPr>
          <a:xfrm>
            <a:off x="1039185" y="7125277"/>
            <a:ext cx="3891876" cy="2413871"/>
            <a:chOff x="567912" y="-29"/>
            <a:chExt cx="11058172" cy="6858645"/>
          </a:xfrm>
        </p:grpSpPr>
        <p:sp>
          <p:nvSpPr>
            <p:cNvPr id="4" name="Freeform: Shape 2">
              <a:extLst>
                <a:ext uri="{FF2B5EF4-FFF2-40B4-BE49-F238E27FC236}">
                  <a16:creationId xmlns:a16="http://schemas.microsoft.com/office/drawing/2014/main" id="{E857A50E-F530-9B75-AE00-EA56CE063C72}"/>
                </a:ext>
              </a:extLst>
            </p:cNvPr>
            <p:cNvSpPr/>
            <p:nvPr/>
          </p:nvSpPr>
          <p:spPr>
            <a:xfrm>
              <a:off x="567912" y="-29"/>
              <a:ext cx="11058172" cy="6858601"/>
            </a:xfrm>
            <a:custGeom>
              <a:avLst/>
              <a:gdLst>
                <a:gd name="connsiteX0" fmla="*/ 5125240 w 11058172"/>
                <a:gd name="connsiteY0" fmla="*/ 6754455 h 6858601"/>
                <a:gd name="connsiteX1" fmla="*/ 431032 w 11058172"/>
                <a:gd name="connsiteY1" fmla="*/ 4160041 h 6858601"/>
                <a:gd name="connsiteX2" fmla="*/ 431032 w 11058172"/>
                <a:gd name="connsiteY2" fmla="*/ 2698606 h 6858601"/>
                <a:gd name="connsiteX3" fmla="*/ 5125240 w 11058172"/>
                <a:gd name="connsiteY3" fmla="*/ 104191 h 6858601"/>
                <a:gd name="connsiteX4" fmla="*/ 5932933 w 11058172"/>
                <a:gd name="connsiteY4" fmla="*/ 104191 h 6858601"/>
                <a:gd name="connsiteX5" fmla="*/ 10627140 w 11058172"/>
                <a:gd name="connsiteY5" fmla="*/ 2698606 h 6858601"/>
                <a:gd name="connsiteX6" fmla="*/ 10627140 w 11058172"/>
                <a:gd name="connsiteY6" fmla="*/ 4160041 h 6858601"/>
                <a:gd name="connsiteX7" fmla="*/ 5932933 w 11058172"/>
                <a:gd name="connsiteY7" fmla="*/ 6754455 h 6858601"/>
                <a:gd name="connsiteX8" fmla="*/ 5125240 w 11058172"/>
                <a:gd name="connsiteY8" fmla="*/ 6754455 h 6858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8172" h="6858601">
                  <a:moveTo>
                    <a:pt x="5125240" y="6754455"/>
                  </a:moveTo>
                  <a:lnTo>
                    <a:pt x="431032" y="4160041"/>
                  </a:lnTo>
                  <a:cubicBezTo>
                    <a:pt x="-143677" y="3842389"/>
                    <a:pt x="-143677" y="3016258"/>
                    <a:pt x="431032" y="2698606"/>
                  </a:cubicBezTo>
                  <a:lnTo>
                    <a:pt x="5125240" y="104191"/>
                  </a:lnTo>
                  <a:cubicBezTo>
                    <a:pt x="5376543" y="-34730"/>
                    <a:pt x="5681630" y="-34730"/>
                    <a:pt x="5932933" y="104191"/>
                  </a:cubicBezTo>
                  <a:lnTo>
                    <a:pt x="10627140" y="2698606"/>
                  </a:lnTo>
                  <a:cubicBezTo>
                    <a:pt x="11201850" y="3016258"/>
                    <a:pt x="11201850" y="3842389"/>
                    <a:pt x="10627140" y="4160041"/>
                  </a:cubicBezTo>
                  <a:lnTo>
                    <a:pt x="5932933" y="6754455"/>
                  </a:lnTo>
                  <a:cubicBezTo>
                    <a:pt x="5681630" y="6893318"/>
                    <a:pt x="5376543" y="6893318"/>
                    <a:pt x="5125240" y="6754455"/>
                  </a:cubicBezTo>
                  <a:close/>
                </a:path>
              </a:pathLst>
            </a:custGeom>
            <a:gradFill>
              <a:gsLst>
                <a:gs pos="15000">
                  <a:schemeClr val="accent3">
                    <a:lumMod val="60000"/>
                    <a:lumOff val="40000"/>
                  </a:schemeClr>
                </a:gs>
                <a:gs pos="75000">
                  <a:schemeClr val="accent3"/>
                </a:gs>
              </a:gsLst>
              <a:path path="circle">
                <a:fillToRect l="100000" t="100000"/>
              </a:path>
            </a:gra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3">
              <a:extLst>
                <a:ext uri="{FF2B5EF4-FFF2-40B4-BE49-F238E27FC236}">
                  <a16:creationId xmlns:a16="http://schemas.microsoft.com/office/drawing/2014/main" id="{CA2638BB-FD6E-7396-6A81-25085F15BFF3}"/>
                </a:ext>
              </a:extLst>
            </p:cNvPr>
            <p:cNvSpPr/>
            <p:nvPr/>
          </p:nvSpPr>
          <p:spPr>
            <a:xfrm>
              <a:off x="567962" y="2933556"/>
              <a:ext cx="11058071" cy="3925060"/>
            </a:xfrm>
            <a:custGeom>
              <a:avLst/>
              <a:gdLst>
                <a:gd name="connsiteX0" fmla="*/ 10627090 w 11058071"/>
                <a:gd name="connsiteY0" fmla="*/ 235039 h 3925060"/>
                <a:gd name="connsiteX1" fmla="*/ 5932883 w 11058071"/>
                <a:gd name="connsiteY1" fmla="*/ 2829395 h 3925060"/>
                <a:gd name="connsiteX2" fmla="*/ 5125189 w 11058071"/>
                <a:gd name="connsiteY2" fmla="*/ 2829395 h 3925060"/>
                <a:gd name="connsiteX3" fmla="*/ 430982 w 11058071"/>
                <a:gd name="connsiteY3" fmla="*/ 235039 h 3925060"/>
                <a:gd name="connsiteX4" fmla="*/ 161418 w 11058071"/>
                <a:gd name="connsiteY4" fmla="*/ 59 h 3925060"/>
                <a:gd name="connsiteX5" fmla="*/ 430982 w 11058071"/>
                <a:gd name="connsiteY5" fmla="*/ 1226455 h 3925060"/>
                <a:gd name="connsiteX6" fmla="*/ 5125189 w 11058071"/>
                <a:gd name="connsiteY6" fmla="*/ 3820869 h 3925060"/>
                <a:gd name="connsiteX7" fmla="*/ 5932883 w 11058071"/>
                <a:gd name="connsiteY7" fmla="*/ 3820869 h 3925060"/>
                <a:gd name="connsiteX8" fmla="*/ 10627090 w 11058071"/>
                <a:gd name="connsiteY8" fmla="*/ 1226455 h 3925060"/>
                <a:gd name="connsiteX9" fmla="*/ 10896654 w 11058071"/>
                <a:gd name="connsiteY9" fmla="*/ 0 h 3925060"/>
                <a:gd name="connsiteX10" fmla="*/ 10627090 w 11058071"/>
                <a:gd name="connsiteY10" fmla="*/ 235039 h 392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058071" h="3925060">
                  <a:moveTo>
                    <a:pt x="10627090" y="235039"/>
                  </a:moveTo>
                  <a:lnTo>
                    <a:pt x="5932883" y="2829395"/>
                  </a:lnTo>
                  <a:cubicBezTo>
                    <a:pt x="5681580" y="2968316"/>
                    <a:pt x="5376493" y="2968316"/>
                    <a:pt x="5125189" y="2829395"/>
                  </a:cubicBezTo>
                  <a:lnTo>
                    <a:pt x="430982" y="235039"/>
                  </a:lnTo>
                  <a:cubicBezTo>
                    <a:pt x="319422" y="173388"/>
                    <a:pt x="229646" y="92536"/>
                    <a:pt x="161418" y="59"/>
                  </a:cubicBezTo>
                  <a:cubicBezTo>
                    <a:pt x="-122003" y="384236"/>
                    <a:pt x="-32227" y="970454"/>
                    <a:pt x="430982" y="1226455"/>
                  </a:cubicBezTo>
                  <a:lnTo>
                    <a:pt x="5125189" y="3820869"/>
                  </a:lnTo>
                  <a:cubicBezTo>
                    <a:pt x="5376493" y="3959791"/>
                    <a:pt x="5681580" y="3959791"/>
                    <a:pt x="5932883" y="3820869"/>
                  </a:cubicBezTo>
                  <a:lnTo>
                    <a:pt x="10627090" y="1226455"/>
                  </a:lnTo>
                  <a:cubicBezTo>
                    <a:pt x="11090298" y="970454"/>
                    <a:pt x="11180075" y="384236"/>
                    <a:pt x="10896654" y="0"/>
                  </a:cubicBezTo>
                  <a:cubicBezTo>
                    <a:pt x="10828426" y="92536"/>
                    <a:pt x="10738650" y="173388"/>
                    <a:pt x="10627090" y="235039"/>
                  </a:cubicBezTo>
                  <a:close/>
                </a:path>
              </a:pathLst>
            </a:custGeom>
            <a:solidFill>
              <a:schemeClr val="accent3"/>
            </a:soli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TextBox 55">
            <a:extLst>
              <a:ext uri="{FF2B5EF4-FFF2-40B4-BE49-F238E27FC236}">
                <a16:creationId xmlns:a16="http://schemas.microsoft.com/office/drawing/2014/main" id="{4D953244-8FEC-174F-624A-4B310AA97177}"/>
              </a:ext>
            </a:extLst>
          </p:cNvPr>
          <p:cNvSpPr txBox="1"/>
          <p:nvPr/>
        </p:nvSpPr>
        <p:spPr>
          <a:xfrm>
            <a:off x="867064" y="8011333"/>
            <a:ext cx="4401924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sz="2400" b="1" spc="50" dirty="0">
                <a:solidFill>
                  <a:schemeClr val="accent1"/>
                </a:solidFill>
                <a:effectLst>
                  <a:outerShdw blurRad="75057" dist="88900" dir="5400000" sx="101000" sy="101000" rotWithShape="0">
                    <a:prstClr val="black">
                      <a:alpha val="25000"/>
                    </a:prstClr>
                  </a:outerShdw>
                </a:effectLst>
                <a:ea typeface="Noto Sans TC Medium" panose="020B0200000000000000" pitchFamily="34" charset="-120"/>
              </a:rPr>
              <a:t>IoT</a:t>
            </a:r>
          </a:p>
        </p:txBody>
      </p: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184DDEC5-9B29-66BD-4F0A-B3A6C2904EDB}"/>
              </a:ext>
            </a:extLst>
          </p:cNvPr>
          <p:cNvGrpSpPr/>
          <p:nvPr/>
        </p:nvGrpSpPr>
        <p:grpSpPr>
          <a:xfrm>
            <a:off x="5268988" y="2671639"/>
            <a:ext cx="2935539" cy="882767"/>
            <a:chOff x="5268988" y="2701783"/>
            <a:chExt cx="2935539" cy="882767"/>
          </a:xfrm>
        </p:grpSpPr>
        <p:sp>
          <p:nvSpPr>
            <p:cNvPr id="17" name="Rectangle: Rounded Corners 61">
              <a:extLst>
                <a:ext uri="{FF2B5EF4-FFF2-40B4-BE49-F238E27FC236}">
                  <a16:creationId xmlns:a16="http://schemas.microsoft.com/office/drawing/2014/main" id="{CB241171-23B4-34CB-909C-700D319DAFBC}"/>
                </a:ext>
              </a:extLst>
            </p:cNvPr>
            <p:cNvSpPr/>
            <p:nvPr/>
          </p:nvSpPr>
          <p:spPr>
            <a:xfrm>
              <a:off x="5268988" y="2701783"/>
              <a:ext cx="2844000" cy="882767"/>
            </a:xfrm>
            <a:prstGeom prst="roundRect">
              <a:avLst>
                <a:gd name="adj" fmla="val 29667"/>
              </a:avLst>
            </a:prstGeom>
            <a:solidFill>
              <a:schemeClr val="bg1"/>
            </a:solidFill>
            <a:ln w="53975">
              <a:noFill/>
            </a:ln>
            <a:effectLst>
              <a:outerShdw blurRad="863600" dist="723900" dir="7800000" sx="85000" sy="85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9" name="Graphic 18">
              <a:extLst>
                <a:ext uri="{FF2B5EF4-FFF2-40B4-BE49-F238E27FC236}">
                  <a16:creationId xmlns:a16="http://schemas.microsoft.com/office/drawing/2014/main" id="{E6753022-295F-5B97-21C1-AFBB30D5DD26}"/>
                </a:ext>
              </a:extLst>
            </p:cNvPr>
            <p:cNvSpPr/>
            <p:nvPr/>
          </p:nvSpPr>
          <p:spPr>
            <a:xfrm>
              <a:off x="5501627" y="2842253"/>
              <a:ext cx="552613" cy="601827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TextBox 60">
              <a:extLst>
                <a:ext uri="{FF2B5EF4-FFF2-40B4-BE49-F238E27FC236}">
                  <a16:creationId xmlns:a16="http://schemas.microsoft.com/office/drawing/2014/main" id="{8E596C69-5053-05E8-D4D6-CD81963CFF65}"/>
                </a:ext>
              </a:extLst>
            </p:cNvPr>
            <p:cNvSpPr txBox="1"/>
            <p:nvPr/>
          </p:nvSpPr>
          <p:spPr>
            <a:xfrm>
              <a:off x="6149057" y="2814176"/>
              <a:ext cx="174778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  <a:latin typeface="+mj-lt"/>
                </a:rPr>
                <a:t>Node.js</a:t>
              </a:r>
            </a:p>
          </p:txBody>
        </p:sp>
        <p:sp>
          <p:nvSpPr>
            <p:cNvPr id="43" name="TextBox 60">
              <a:extLst>
                <a:ext uri="{FF2B5EF4-FFF2-40B4-BE49-F238E27FC236}">
                  <a16:creationId xmlns:a16="http://schemas.microsoft.com/office/drawing/2014/main" id="{1F909B23-3CD3-F63F-B50A-E2BCBBC28272}"/>
                </a:ext>
              </a:extLst>
            </p:cNvPr>
            <p:cNvSpPr txBox="1"/>
            <p:nvPr/>
          </p:nvSpPr>
          <p:spPr>
            <a:xfrm>
              <a:off x="6149057" y="3179377"/>
              <a:ext cx="20554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spc="50" dirty="0">
                  <a:solidFill>
                    <a:schemeClr val="accent1"/>
                  </a:solidFill>
                  <a:latin typeface="+mj-lt"/>
                </a:rPr>
                <a:t>Runtime</a:t>
              </a:r>
            </a:p>
          </p:txBody>
        </p:sp>
        <p:pic>
          <p:nvPicPr>
            <p:cNvPr id="103" name="圖片 102" descr="Nodejs original logo - free Icon PNG, SVG">
              <a:extLst>
                <a:ext uri="{FF2B5EF4-FFF2-40B4-BE49-F238E27FC236}">
                  <a16:creationId xmlns:a16="http://schemas.microsoft.com/office/drawing/2014/main" id="{DEA99784-CDFB-786F-1AE0-B1DDB2249D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597933" y="2963166"/>
              <a:ext cx="360000" cy="360000"/>
            </a:xfrm>
            <a:prstGeom prst="rect">
              <a:avLst/>
            </a:prstGeom>
          </p:spPr>
        </p:pic>
      </p:grpSp>
      <p:grpSp>
        <p:nvGrpSpPr>
          <p:cNvPr id="111" name="群組 110">
            <a:extLst>
              <a:ext uri="{FF2B5EF4-FFF2-40B4-BE49-F238E27FC236}">
                <a16:creationId xmlns:a16="http://schemas.microsoft.com/office/drawing/2014/main" id="{3D093A2A-9A5D-6CDA-CB6A-EB2626D762EE}"/>
              </a:ext>
            </a:extLst>
          </p:cNvPr>
          <p:cNvGrpSpPr/>
          <p:nvPr/>
        </p:nvGrpSpPr>
        <p:grpSpPr>
          <a:xfrm>
            <a:off x="8575325" y="2671639"/>
            <a:ext cx="2935539" cy="882767"/>
            <a:chOff x="8575325" y="2701783"/>
            <a:chExt cx="2935539" cy="882767"/>
          </a:xfrm>
        </p:grpSpPr>
        <p:sp>
          <p:nvSpPr>
            <p:cNvPr id="15" name="Rectangle: Rounded Corners 61">
              <a:extLst>
                <a:ext uri="{FF2B5EF4-FFF2-40B4-BE49-F238E27FC236}">
                  <a16:creationId xmlns:a16="http://schemas.microsoft.com/office/drawing/2014/main" id="{8170A8FB-94AD-21C6-5572-359FBA24ED43}"/>
                </a:ext>
              </a:extLst>
            </p:cNvPr>
            <p:cNvSpPr/>
            <p:nvPr/>
          </p:nvSpPr>
          <p:spPr>
            <a:xfrm>
              <a:off x="8575325" y="2701783"/>
              <a:ext cx="2844000" cy="882767"/>
            </a:xfrm>
            <a:prstGeom prst="roundRect">
              <a:avLst>
                <a:gd name="adj" fmla="val 29667"/>
              </a:avLst>
            </a:prstGeom>
            <a:solidFill>
              <a:schemeClr val="bg1"/>
            </a:solidFill>
            <a:ln w="53975">
              <a:noFill/>
            </a:ln>
            <a:effectLst>
              <a:outerShdw blurRad="863600" dist="723900" dir="7800000" sx="85000" sy="85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8" name="Graphic 18">
              <a:extLst>
                <a:ext uri="{FF2B5EF4-FFF2-40B4-BE49-F238E27FC236}">
                  <a16:creationId xmlns:a16="http://schemas.microsoft.com/office/drawing/2014/main" id="{106EA9D4-F24B-C64F-B44E-421C53C6A04E}"/>
                </a:ext>
              </a:extLst>
            </p:cNvPr>
            <p:cNvSpPr/>
            <p:nvPr/>
          </p:nvSpPr>
          <p:spPr>
            <a:xfrm>
              <a:off x="8807964" y="2842253"/>
              <a:ext cx="552613" cy="601827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15000">
                  <a:srgbClr val="AEBFC6"/>
                </a:gs>
                <a:gs pos="75000">
                  <a:srgbClr val="8098A4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2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TextBox 60">
              <a:extLst>
                <a:ext uri="{FF2B5EF4-FFF2-40B4-BE49-F238E27FC236}">
                  <a16:creationId xmlns:a16="http://schemas.microsoft.com/office/drawing/2014/main" id="{ECCD0D89-BF44-F8B8-6C9E-BED81B9C4AEA}"/>
                </a:ext>
              </a:extLst>
            </p:cNvPr>
            <p:cNvSpPr txBox="1"/>
            <p:nvPr/>
          </p:nvSpPr>
          <p:spPr>
            <a:xfrm>
              <a:off x="9455394" y="2814176"/>
              <a:ext cx="174778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  <a:latin typeface="+mj-lt"/>
                </a:rPr>
                <a:t>Express.js</a:t>
              </a:r>
            </a:p>
          </p:txBody>
        </p:sp>
        <p:sp>
          <p:nvSpPr>
            <p:cNvPr id="21" name="TextBox 60">
              <a:extLst>
                <a:ext uri="{FF2B5EF4-FFF2-40B4-BE49-F238E27FC236}">
                  <a16:creationId xmlns:a16="http://schemas.microsoft.com/office/drawing/2014/main" id="{D322F8AB-672B-AC9B-BF73-05654570BDAC}"/>
                </a:ext>
              </a:extLst>
            </p:cNvPr>
            <p:cNvSpPr txBox="1"/>
            <p:nvPr/>
          </p:nvSpPr>
          <p:spPr>
            <a:xfrm>
              <a:off x="9455394" y="3179377"/>
              <a:ext cx="20554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spc="50" dirty="0">
                  <a:solidFill>
                    <a:schemeClr val="accent1"/>
                  </a:solidFill>
                  <a:latin typeface="+mj-lt"/>
                </a:rPr>
                <a:t>Web Framework</a:t>
              </a:r>
            </a:p>
          </p:txBody>
        </p:sp>
        <p:pic>
          <p:nvPicPr>
            <p:cNvPr id="105" name="圖片 104" descr="Expressjs logo - free Icon PNG, SVG">
              <a:extLst>
                <a:ext uri="{FF2B5EF4-FFF2-40B4-BE49-F238E27FC236}">
                  <a16:creationId xmlns:a16="http://schemas.microsoft.com/office/drawing/2014/main" id="{33261EA0-FE7D-CBB1-BE8A-C0891BD34BB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904270" y="2963166"/>
              <a:ext cx="360000" cy="360000"/>
            </a:xfrm>
            <a:prstGeom prst="rect">
              <a:avLst/>
            </a:prstGeom>
          </p:spPr>
        </p:pic>
      </p:grpSp>
      <p:grpSp>
        <p:nvGrpSpPr>
          <p:cNvPr id="112" name="群組 111">
            <a:extLst>
              <a:ext uri="{FF2B5EF4-FFF2-40B4-BE49-F238E27FC236}">
                <a16:creationId xmlns:a16="http://schemas.microsoft.com/office/drawing/2014/main" id="{DF0E5C7A-083B-CCB5-49A0-8A82B730C6CA}"/>
              </a:ext>
            </a:extLst>
          </p:cNvPr>
          <p:cNvGrpSpPr/>
          <p:nvPr/>
        </p:nvGrpSpPr>
        <p:grpSpPr>
          <a:xfrm>
            <a:off x="5268988" y="4081798"/>
            <a:ext cx="2935539" cy="882767"/>
            <a:chOff x="5268988" y="4111942"/>
            <a:chExt cx="2935539" cy="882767"/>
          </a:xfrm>
        </p:grpSpPr>
        <p:sp>
          <p:nvSpPr>
            <p:cNvPr id="24" name="Rectangle: Rounded Corners 61">
              <a:extLst>
                <a:ext uri="{FF2B5EF4-FFF2-40B4-BE49-F238E27FC236}">
                  <a16:creationId xmlns:a16="http://schemas.microsoft.com/office/drawing/2014/main" id="{FCB106EA-5011-55EE-0BF9-E6A1DA203EEC}"/>
                </a:ext>
              </a:extLst>
            </p:cNvPr>
            <p:cNvSpPr/>
            <p:nvPr/>
          </p:nvSpPr>
          <p:spPr>
            <a:xfrm>
              <a:off x="5268988" y="4111942"/>
              <a:ext cx="2844000" cy="882767"/>
            </a:xfrm>
            <a:prstGeom prst="roundRect">
              <a:avLst>
                <a:gd name="adj" fmla="val 29667"/>
              </a:avLst>
            </a:prstGeom>
            <a:solidFill>
              <a:schemeClr val="bg1"/>
            </a:solidFill>
            <a:ln w="53975">
              <a:noFill/>
            </a:ln>
            <a:effectLst>
              <a:outerShdw blurRad="863600" dist="723900" dir="7800000" sx="85000" sy="85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6" name="Graphic 18">
              <a:extLst>
                <a:ext uri="{FF2B5EF4-FFF2-40B4-BE49-F238E27FC236}">
                  <a16:creationId xmlns:a16="http://schemas.microsoft.com/office/drawing/2014/main" id="{D4E671FD-E6E1-391E-199D-50BE78A1DE9C}"/>
                </a:ext>
              </a:extLst>
            </p:cNvPr>
            <p:cNvSpPr/>
            <p:nvPr/>
          </p:nvSpPr>
          <p:spPr>
            <a:xfrm>
              <a:off x="5501627" y="4252412"/>
              <a:ext cx="552613" cy="601827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2">
                    <a:lumMod val="60000"/>
                    <a:lumOff val="40000"/>
                  </a:schemeClr>
                </a:gs>
                <a:gs pos="75000">
                  <a:schemeClr val="accent2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2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TextBox 60">
              <a:extLst>
                <a:ext uri="{FF2B5EF4-FFF2-40B4-BE49-F238E27FC236}">
                  <a16:creationId xmlns:a16="http://schemas.microsoft.com/office/drawing/2014/main" id="{78C0E50B-1A36-7926-DFE5-BFE24D017F60}"/>
                </a:ext>
              </a:extLst>
            </p:cNvPr>
            <p:cNvSpPr txBox="1"/>
            <p:nvPr/>
          </p:nvSpPr>
          <p:spPr>
            <a:xfrm>
              <a:off x="6149057" y="4224335"/>
              <a:ext cx="174778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  <a:latin typeface="+mj-lt"/>
                </a:rPr>
                <a:t>Prisma ORM</a:t>
              </a:r>
            </a:p>
          </p:txBody>
        </p:sp>
        <p:sp>
          <p:nvSpPr>
            <p:cNvPr id="28" name="TextBox 60">
              <a:extLst>
                <a:ext uri="{FF2B5EF4-FFF2-40B4-BE49-F238E27FC236}">
                  <a16:creationId xmlns:a16="http://schemas.microsoft.com/office/drawing/2014/main" id="{D892C049-E7E2-3922-240B-D63F65D96985}"/>
                </a:ext>
              </a:extLst>
            </p:cNvPr>
            <p:cNvSpPr txBox="1"/>
            <p:nvPr/>
          </p:nvSpPr>
          <p:spPr>
            <a:xfrm>
              <a:off x="6149057" y="4589536"/>
              <a:ext cx="20554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spc="50" dirty="0">
                  <a:solidFill>
                    <a:schemeClr val="accent1"/>
                  </a:solidFill>
                  <a:latin typeface="+mj-lt"/>
                </a:rPr>
                <a:t>Data Layer</a:t>
              </a:r>
            </a:p>
          </p:txBody>
        </p:sp>
        <p:pic>
          <p:nvPicPr>
            <p:cNvPr id="108" name="圖片 107" descr="Prisma Orm color icon in PNG, SVG">
              <a:extLst>
                <a:ext uri="{FF2B5EF4-FFF2-40B4-BE49-F238E27FC236}">
                  <a16:creationId xmlns:a16="http://schemas.microsoft.com/office/drawing/2014/main" id="{BC5CA4DD-B8F2-C9F7-E3E4-9FBC4AA46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/>
          </p:blipFill>
          <p:spPr>
            <a:xfrm>
              <a:off x="5619533" y="4394925"/>
              <a:ext cx="316800" cy="316800"/>
            </a:xfrm>
            <a:prstGeom prst="rect">
              <a:avLst/>
            </a:prstGeom>
          </p:spPr>
        </p:pic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2DCF3B89-49CE-545F-C0CF-59F114C70DFA}"/>
              </a:ext>
            </a:extLst>
          </p:cNvPr>
          <p:cNvGrpSpPr/>
          <p:nvPr/>
        </p:nvGrpSpPr>
        <p:grpSpPr>
          <a:xfrm>
            <a:off x="8575325" y="4081798"/>
            <a:ext cx="2935539" cy="882767"/>
            <a:chOff x="8575325" y="4081798"/>
            <a:chExt cx="2935539" cy="882767"/>
          </a:xfrm>
        </p:grpSpPr>
        <p:sp>
          <p:nvSpPr>
            <p:cNvPr id="33" name="Rectangle: Rounded Corners 61">
              <a:extLst>
                <a:ext uri="{FF2B5EF4-FFF2-40B4-BE49-F238E27FC236}">
                  <a16:creationId xmlns:a16="http://schemas.microsoft.com/office/drawing/2014/main" id="{D7244C18-834F-C5A6-D381-A88BEBBAE9BE}"/>
                </a:ext>
              </a:extLst>
            </p:cNvPr>
            <p:cNvSpPr/>
            <p:nvPr/>
          </p:nvSpPr>
          <p:spPr>
            <a:xfrm>
              <a:off x="8575325" y="4081798"/>
              <a:ext cx="2844000" cy="882767"/>
            </a:xfrm>
            <a:prstGeom prst="roundRect">
              <a:avLst>
                <a:gd name="adj" fmla="val 29667"/>
              </a:avLst>
            </a:prstGeom>
            <a:solidFill>
              <a:schemeClr val="bg1"/>
            </a:solidFill>
            <a:ln w="53975">
              <a:noFill/>
            </a:ln>
            <a:effectLst>
              <a:outerShdw blurRad="863600" dist="723900" dir="7800000" sx="85000" sy="85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35" name="Graphic 18">
              <a:extLst>
                <a:ext uri="{FF2B5EF4-FFF2-40B4-BE49-F238E27FC236}">
                  <a16:creationId xmlns:a16="http://schemas.microsoft.com/office/drawing/2014/main" id="{795FD2D7-6661-2750-0CDD-515F19EFCF7B}"/>
                </a:ext>
              </a:extLst>
            </p:cNvPr>
            <p:cNvSpPr/>
            <p:nvPr/>
          </p:nvSpPr>
          <p:spPr>
            <a:xfrm>
              <a:off x="8807964" y="4222268"/>
              <a:ext cx="552613" cy="601827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3">
                    <a:lumMod val="60000"/>
                    <a:lumOff val="40000"/>
                  </a:schemeClr>
                </a:gs>
                <a:gs pos="75000">
                  <a:srgbClr val="B5C5CB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3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TextBox 60">
              <a:extLst>
                <a:ext uri="{FF2B5EF4-FFF2-40B4-BE49-F238E27FC236}">
                  <a16:creationId xmlns:a16="http://schemas.microsoft.com/office/drawing/2014/main" id="{4C3C75BC-5A4F-3585-9FEC-6189D3C3622A}"/>
                </a:ext>
              </a:extLst>
            </p:cNvPr>
            <p:cNvSpPr txBox="1"/>
            <p:nvPr/>
          </p:nvSpPr>
          <p:spPr>
            <a:xfrm>
              <a:off x="9455394" y="4194191"/>
              <a:ext cx="174778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  <a:latin typeface="+mj-lt"/>
                </a:rPr>
                <a:t>MySQL</a:t>
              </a:r>
            </a:p>
          </p:txBody>
        </p:sp>
        <p:sp>
          <p:nvSpPr>
            <p:cNvPr id="37" name="TextBox 60">
              <a:extLst>
                <a:ext uri="{FF2B5EF4-FFF2-40B4-BE49-F238E27FC236}">
                  <a16:creationId xmlns:a16="http://schemas.microsoft.com/office/drawing/2014/main" id="{834C168E-5EE0-CD23-8C4C-CB25C146CF54}"/>
                </a:ext>
              </a:extLst>
            </p:cNvPr>
            <p:cNvSpPr txBox="1"/>
            <p:nvPr/>
          </p:nvSpPr>
          <p:spPr>
            <a:xfrm>
              <a:off x="9455394" y="4559392"/>
              <a:ext cx="205547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spc="50" dirty="0">
                  <a:solidFill>
                    <a:schemeClr val="accent1"/>
                  </a:solidFill>
                  <a:latin typeface="+mj-lt"/>
                </a:rPr>
                <a:t>Database</a:t>
              </a:r>
            </a:p>
          </p:txBody>
        </p:sp>
        <p:pic>
          <p:nvPicPr>
            <p:cNvPr id="12" name="圖片 11" descr="MySQL logo PNG transparent image download, size: 1280x1280px">
              <a:extLst>
                <a:ext uri="{FF2B5EF4-FFF2-40B4-BE49-F238E27FC236}">
                  <a16:creationId xmlns:a16="http://schemas.microsoft.com/office/drawing/2014/main" id="{9CEC3CC7-C56E-7C96-214B-64BAB6105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887380" y="4316131"/>
              <a:ext cx="398860" cy="398860"/>
            </a:xfrm>
            <a:prstGeom prst="rect">
              <a:avLst/>
            </a:prstGeom>
            <a:effectLst>
              <a:outerShdw blurRad="50800" sx="102000" sy="102000" algn="ctr" rotWithShape="0">
                <a:prstClr val="black">
                  <a:alpha val="9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4196272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49B424-D760-1EB6-54C9-978A50F6A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">
            <a:extLst>
              <a:ext uri="{FF2B5EF4-FFF2-40B4-BE49-F238E27FC236}">
                <a16:creationId xmlns:a16="http://schemas.microsoft.com/office/drawing/2014/main" id="{B8158A40-E8AC-B6A5-7B65-3BD6D039995F}"/>
              </a:ext>
            </a:extLst>
          </p:cNvPr>
          <p:cNvGrpSpPr/>
          <p:nvPr/>
        </p:nvGrpSpPr>
        <p:grpSpPr>
          <a:xfrm>
            <a:off x="747436" y="2701768"/>
            <a:ext cx="3789086" cy="2350117"/>
            <a:chOff x="567912" y="-29"/>
            <a:chExt cx="11058172" cy="6858645"/>
          </a:xfrm>
        </p:grpSpPr>
        <p:sp>
          <p:nvSpPr>
            <p:cNvPr id="4" name="Freeform: Shape 2">
              <a:extLst>
                <a:ext uri="{FF2B5EF4-FFF2-40B4-BE49-F238E27FC236}">
                  <a16:creationId xmlns:a16="http://schemas.microsoft.com/office/drawing/2014/main" id="{191D29EC-AC95-FC6A-6F26-6A4CEDEEA289}"/>
                </a:ext>
              </a:extLst>
            </p:cNvPr>
            <p:cNvSpPr/>
            <p:nvPr/>
          </p:nvSpPr>
          <p:spPr>
            <a:xfrm>
              <a:off x="567912" y="-29"/>
              <a:ext cx="11058172" cy="6858601"/>
            </a:xfrm>
            <a:custGeom>
              <a:avLst/>
              <a:gdLst>
                <a:gd name="connsiteX0" fmla="*/ 5125240 w 11058172"/>
                <a:gd name="connsiteY0" fmla="*/ 6754455 h 6858601"/>
                <a:gd name="connsiteX1" fmla="*/ 431032 w 11058172"/>
                <a:gd name="connsiteY1" fmla="*/ 4160041 h 6858601"/>
                <a:gd name="connsiteX2" fmla="*/ 431032 w 11058172"/>
                <a:gd name="connsiteY2" fmla="*/ 2698606 h 6858601"/>
                <a:gd name="connsiteX3" fmla="*/ 5125240 w 11058172"/>
                <a:gd name="connsiteY3" fmla="*/ 104191 h 6858601"/>
                <a:gd name="connsiteX4" fmla="*/ 5932933 w 11058172"/>
                <a:gd name="connsiteY4" fmla="*/ 104191 h 6858601"/>
                <a:gd name="connsiteX5" fmla="*/ 10627140 w 11058172"/>
                <a:gd name="connsiteY5" fmla="*/ 2698606 h 6858601"/>
                <a:gd name="connsiteX6" fmla="*/ 10627140 w 11058172"/>
                <a:gd name="connsiteY6" fmla="*/ 4160041 h 6858601"/>
                <a:gd name="connsiteX7" fmla="*/ 5932933 w 11058172"/>
                <a:gd name="connsiteY7" fmla="*/ 6754455 h 6858601"/>
                <a:gd name="connsiteX8" fmla="*/ 5125240 w 11058172"/>
                <a:gd name="connsiteY8" fmla="*/ 6754455 h 6858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58172" h="6858601">
                  <a:moveTo>
                    <a:pt x="5125240" y="6754455"/>
                  </a:moveTo>
                  <a:lnTo>
                    <a:pt x="431032" y="4160041"/>
                  </a:lnTo>
                  <a:cubicBezTo>
                    <a:pt x="-143677" y="3842389"/>
                    <a:pt x="-143677" y="3016258"/>
                    <a:pt x="431032" y="2698606"/>
                  </a:cubicBezTo>
                  <a:lnTo>
                    <a:pt x="5125240" y="104191"/>
                  </a:lnTo>
                  <a:cubicBezTo>
                    <a:pt x="5376543" y="-34730"/>
                    <a:pt x="5681630" y="-34730"/>
                    <a:pt x="5932933" y="104191"/>
                  </a:cubicBezTo>
                  <a:lnTo>
                    <a:pt x="10627140" y="2698606"/>
                  </a:lnTo>
                  <a:cubicBezTo>
                    <a:pt x="11201850" y="3016258"/>
                    <a:pt x="11201850" y="3842389"/>
                    <a:pt x="10627140" y="4160041"/>
                  </a:cubicBezTo>
                  <a:lnTo>
                    <a:pt x="5932933" y="6754455"/>
                  </a:lnTo>
                  <a:cubicBezTo>
                    <a:pt x="5681630" y="6893318"/>
                    <a:pt x="5376543" y="6893318"/>
                    <a:pt x="5125240" y="6754455"/>
                  </a:cubicBezTo>
                  <a:close/>
                </a:path>
              </a:pathLst>
            </a:custGeom>
            <a:gradFill>
              <a:gsLst>
                <a:gs pos="15000">
                  <a:schemeClr val="accent3">
                    <a:lumMod val="60000"/>
                    <a:lumOff val="40000"/>
                  </a:schemeClr>
                </a:gs>
                <a:gs pos="75000">
                  <a:schemeClr val="accent3"/>
                </a:gs>
              </a:gsLst>
              <a:path path="circle">
                <a:fillToRect l="100000" t="100000"/>
              </a:path>
            </a:gra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3">
              <a:extLst>
                <a:ext uri="{FF2B5EF4-FFF2-40B4-BE49-F238E27FC236}">
                  <a16:creationId xmlns:a16="http://schemas.microsoft.com/office/drawing/2014/main" id="{C58E7E36-B780-CF19-9839-2C847AE9103F}"/>
                </a:ext>
              </a:extLst>
            </p:cNvPr>
            <p:cNvSpPr/>
            <p:nvPr/>
          </p:nvSpPr>
          <p:spPr>
            <a:xfrm>
              <a:off x="567962" y="2933556"/>
              <a:ext cx="11058071" cy="3925060"/>
            </a:xfrm>
            <a:custGeom>
              <a:avLst/>
              <a:gdLst>
                <a:gd name="connsiteX0" fmla="*/ 10627090 w 11058071"/>
                <a:gd name="connsiteY0" fmla="*/ 235039 h 3925060"/>
                <a:gd name="connsiteX1" fmla="*/ 5932883 w 11058071"/>
                <a:gd name="connsiteY1" fmla="*/ 2829395 h 3925060"/>
                <a:gd name="connsiteX2" fmla="*/ 5125189 w 11058071"/>
                <a:gd name="connsiteY2" fmla="*/ 2829395 h 3925060"/>
                <a:gd name="connsiteX3" fmla="*/ 430982 w 11058071"/>
                <a:gd name="connsiteY3" fmla="*/ 235039 h 3925060"/>
                <a:gd name="connsiteX4" fmla="*/ 161418 w 11058071"/>
                <a:gd name="connsiteY4" fmla="*/ 59 h 3925060"/>
                <a:gd name="connsiteX5" fmla="*/ 430982 w 11058071"/>
                <a:gd name="connsiteY5" fmla="*/ 1226455 h 3925060"/>
                <a:gd name="connsiteX6" fmla="*/ 5125189 w 11058071"/>
                <a:gd name="connsiteY6" fmla="*/ 3820869 h 3925060"/>
                <a:gd name="connsiteX7" fmla="*/ 5932883 w 11058071"/>
                <a:gd name="connsiteY7" fmla="*/ 3820869 h 3925060"/>
                <a:gd name="connsiteX8" fmla="*/ 10627090 w 11058071"/>
                <a:gd name="connsiteY8" fmla="*/ 1226455 h 3925060"/>
                <a:gd name="connsiteX9" fmla="*/ 10896654 w 11058071"/>
                <a:gd name="connsiteY9" fmla="*/ 0 h 3925060"/>
                <a:gd name="connsiteX10" fmla="*/ 10627090 w 11058071"/>
                <a:gd name="connsiteY10" fmla="*/ 235039 h 392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058071" h="3925060">
                  <a:moveTo>
                    <a:pt x="10627090" y="235039"/>
                  </a:moveTo>
                  <a:lnTo>
                    <a:pt x="5932883" y="2829395"/>
                  </a:lnTo>
                  <a:cubicBezTo>
                    <a:pt x="5681580" y="2968316"/>
                    <a:pt x="5376493" y="2968316"/>
                    <a:pt x="5125189" y="2829395"/>
                  </a:cubicBezTo>
                  <a:lnTo>
                    <a:pt x="430982" y="235039"/>
                  </a:lnTo>
                  <a:cubicBezTo>
                    <a:pt x="319422" y="173388"/>
                    <a:pt x="229646" y="92536"/>
                    <a:pt x="161418" y="59"/>
                  </a:cubicBezTo>
                  <a:cubicBezTo>
                    <a:pt x="-122003" y="384236"/>
                    <a:pt x="-32227" y="970454"/>
                    <a:pt x="430982" y="1226455"/>
                  </a:cubicBezTo>
                  <a:lnTo>
                    <a:pt x="5125189" y="3820869"/>
                  </a:lnTo>
                  <a:cubicBezTo>
                    <a:pt x="5376493" y="3959791"/>
                    <a:pt x="5681580" y="3959791"/>
                    <a:pt x="5932883" y="3820869"/>
                  </a:cubicBezTo>
                  <a:lnTo>
                    <a:pt x="10627090" y="1226455"/>
                  </a:lnTo>
                  <a:cubicBezTo>
                    <a:pt x="11090298" y="970454"/>
                    <a:pt x="11180075" y="384236"/>
                    <a:pt x="10896654" y="0"/>
                  </a:cubicBezTo>
                  <a:cubicBezTo>
                    <a:pt x="10828426" y="92536"/>
                    <a:pt x="10738650" y="173388"/>
                    <a:pt x="10627090" y="235039"/>
                  </a:cubicBezTo>
                  <a:close/>
                </a:path>
              </a:pathLst>
            </a:custGeom>
            <a:solidFill>
              <a:schemeClr val="accent3"/>
            </a:solidFill>
            <a:ln w="586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3ECCE192-9728-5F80-0CCD-2AD551A625BD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51E2C151-A22F-FE37-0F8F-E4C7F748447F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系統架構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C360AD5-4EAB-8949-4C0E-93B8DCA1224E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SYSTEM ARCHITECTURE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34" name="TextBox 55">
            <a:extLst>
              <a:ext uri="{FF2B5EF4-FFF2-40B4-BE49-F238E27FC236}">
                <a16:creationId xmlns:a16="http://schemas.microsoft.com/office/drawing/2014/main" id="{39ADAF38-8B01-C648-697D-577710554A0B}"/>
              </a:ext>
            </a:extLst>
          </p:cNvPr>
          <p:cNvSpPr txBox="1"/>
          <p:nvPr/>
        </p:nvSpPr>
        <p:spPr>
          <a:xfrm>
            <a:off x="773911" y="3416982"/>
            <a:ext cx="3776594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spcBef>
                <a:spcPts val="1200"/>
              </a:spcBef>
              <a:defRPr sz="2400" b="1" spc="50">
                <a:solidFill>
                  <a:schemeClr val="bg1"/>
                </a:solidFill>
                <a:effectLst>
                  <a:outerShdw blurRad="75057" dist="88900" dir="5400000" sx="101000" sy="101000" rotWithShape="0">
                    <a:prstClr val="black">
                      <a:alpha val="25000"/>
                    </a:prstClr>
                  </a:outerShdw>
                </a:effectLst>
                <a:ea typeface="Noto Sans TC Medium" panose="020B0200000000000000" pitchFamily="34" charset="-120"/>
              </a:defRPr>
            </a:lvl1pPr>
          </a:lstStyle>
          <a:p>
            <a:r>
              <a:rPr lang="en-US" altLang="zh-TW" sz="2800" dirty="0">
                <a:solidFill>
                  <a:schemeClr val="accent1"/>
                </a:solidFill>
                <a:effectLst>
                  <a:outerShdw blurRad="75057" dist="88900" dir="5400000" sx="101000" sy="101000" rotWithShape="0">
                    <a:schemeClr val="accent5">
                      <a:alpha val="25000"/>
                    </a:schemeClr>
                  </a:outerShdw>
                </a:effectLst>
              </a:rPr>
              <a:t>IoT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292F121-6F39-FDE3-817D-E73B3604E574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14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7" name="Rectangle: Rounded Corners 61">
            <a:extLst>
              <a:ext uri="{FF2B5EF4-FFF2-40B4-BE49-F238E27FC236}">
                <a16:creationId xmlns:a16="http://schemas.microsoft.com/office/drawing/2014/main" id="{9C8E8F62-559D-9B22-BC2D-083B83C81FF6}"/>
              </a:ext>
            </a:extLst>
          </p:cNvPr>
          <p:cNvSpPr/>
          <p:nvPr/>
        </p:nvSpPr>
        <p:spPr>
          <a:xfrm>
            <a:off x="6766193" y="2671639"/>
            <a:ext cx="3168000" cy="882767"/>
          </a:xfrm>
          <a:prstGeom prst="roundRect">
            <a:avLst>
              <a:gd name="adj" fmla="val 29667"/>
            </a:avLst>
          </a:prstGeom>
          <a:solidFill>
            <a:schemeClr val="bg1"/>
          </a:solidFill>
          <a:ln w="53975">
            <a:noFill/>
          </a:ln>
          <a:effectLst>
            <a:outerShdw blurRad="863600" dist="723900" dir="7800000" sx="85000" sy="85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Graphic 18">
            <a:extLst>
              <a:ext uri="{FF2B5EF4-FFF2-40B4-BE49-F238E27FC236}">
                <a16:creationId xmlns:a16="http://schemas.microsoft.com/office/drawing/2014/main" id="{D7247C22-4EE8-3992-AFB1-EE68AD2BBB23}"/>
              </a:ext>
            </a:extLst>
          </p:cNvPr>
          <p:cNvSpPr/>
          <p:nvPr/>
        </p:nvSpPr>
        <p:spPr>
          <a:xfrm>
            <a:off x="6998832" y="2812109"/>
            <a:ext cx="552613" cy="601827"/>
          </a:xfrm>
          <a:custGeom>
            <a:avLst/>
            <a:gdLst>
              <a:gd name="connsiteX0" fmla="*/ 1238039 w 3142829"/>
              <a:gd name="connsiteY0" fmla="*/ 89328 h 3422732"/>
              <a:gd name="connsiteX1" fmla="*/ 1904789 w 3142829"/>
              <a:gd name="connsiteY1" fmla="*/ 89328 h 3422732"/>
              <a:gd name="connsiteX2" fmla="*/ 2809455 w 3142829"/>
              <a:gd name="connsiteY2" fmla="*/ 611635 h 3422732"/>
              <a:gd name="connsiteX3" fmla="*/ 3142830 w 3142829"/>
              <a:gd name="connsiteY3" fmla="*/ 1189063 h 3422732"/>
              <a:gd name="connsiteX4" fmla="*/ 3142830 w 3142829"/>
              <a:gd name="connsiteY4" fmla="*/ 2233669 h 3422732"/>
              <a:gd name="connsiteX5" fmla="*/ 2809455 w 3142829"/>
              <a:gd name="connsiteY5" fmla="*/ 2811094 h 3422732"/>
              <a:gd name="connsiteX6" fmla="*/ 1904789 w 3142829"/>
              <a:gd name="connsiteY6" fmla="*/ 3333407 h 3422732"/>
              <a:gd name="connsiteX7" fmla="*/ 1238039 w 3142829"/>
              <a:gd name="connsiteY7" fmla="*/ 3333407 h 3422732"/>
              <a:gd name="connsiteX8" fmla="*/ 333375 w 3142829"/>
              <a:gd name="connsiteY8" fmla="*/ 2811094 h 3422732"/>
              <a:gd name="connsiteX9" fmla="*/ 0 w 3142829"/>
              <a:gd name="connsiteY9" fmla="*/ 2233669 h 3422732"/>
              <a:gd name="connsiteX10" fmla="*/ 0 w 3142829"/>
              <a:gd name="connsiteY10" fmla="*/ 1189063 h 3422732"/>
              <a:gd name="connsiteX11" fmla="*/ 333375 w 3142829"/>
              <a:gd name="connsiteY11" fmla="*/ 611635 h 3422732"/>
              <a:gd name="connsiteX12" fmla="*/ 1238039 w 3142829"/>
              <a:gd name="connsiteY12" fmla="*/ 89328 h 342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42829" h="3422732">
                <a:moveTo>
                  <a:pt x="1238039" y="89328"/>
                </a:moveTo>
                <a:cubicBezTo>
                  <a:pt x="1444332" y="-29776"/>
                  <a:pt x="1698497" y="-29776"/>
                  <a:pt x="1904789" y="89328"/>
                </a:cubicBezTo>
                <a:lnTo>
                  <a:pt x="2809455" y="611635"/>
                </a:lnTo>
                <a:cubicBezTo>
                  <a:pt x="3015747" y="730738"/>
                  <a:pt x="3142830" y="950852"/>
                  <a:pt x="3142830" y="1189063"/>
                </a:cubicBezTo>
                <a:lnTo>
                  <a:pt x="3142830" y="2233669"/>
                </a:lnTo>
                <a:cubicBezTo>
                  <a:pt x="3142830" y="2471880"/>
                  <a:pt x="3015747" y="2691993"/>
                  <a:pt x="2809455" y="2811094"/>
                </a:cubicBezTo>
                <a:lnTo>
                  <a:pt x="1904789" y="3333407"/>
                </a:lnTo>
                <a:cubicBezTo>
                  <a:pt x="1698497" y="3452507"/>
                  <a:pt x="1444332" y="3452507"/>
                  <a:pt x="1238039" y="3333407"/>
                </a:cubicBezTo>
                <a:lnTo>
                  <a:pt x="333375" y="2811094"/>
                </a:lnTo>
                <a:cubicBezTo>
                  <a:pt x="127082" y="2691993"/>
                  <a:pt x="0" y="2471880"/>
                  <a:pt x="0" y="2233669"/>
                </a:cubicBezTo>
                <a:lnTo>
                  <a:pt x="0" y="1189063"/>
                </a:lnTo>
                <a:cubicBezTo>
                  <a:pt x="0" y="950852"/>
                  <a:pt x="127082" y="730738"/>
                  <a:pt x="333375" y="611635"/>
                </a:cubicBezTo>
                <a:lnTo>
                  <a:pt x="1238039" y="89328"/>
                </a:lnTo>
                <a:close/>
              </a:path>
            </a:pathLst>
          </a:custGeom>
          <a:gradFill flip="none" rotWithShape="1">
            <a:gsLst>
              <a:gs pos="15000">
                <a:schemeClr val="accent1">
                  <a:lumMod val="60000"/>
                  <a:lumOff val="40000"/>
                </a:schemeClr>
              </a:gs>
              <a:gs pos="75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9525" cap="flat">
            <a:noFill/>
            <a:prstDash val="solid"/>
            <a:miter/>
          </a:ln>
          <a:effectLst>
            <a:outerShdw blurRad="571500" dist="381000" dir="5400000" sx="85000" sy="85000" algn="t" rotWithShape="0">
              <a:schemeClr val="accent1">
                <a:alpha val="3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TextBox 60">
            <a:extLst>
              <a:ext uri="{FF2B5EF4-FFF2-40B4-BE49-F238E27FC236}">
                <a16:creationId xmlns:a16="http://schemas.microsoft.com/office/drawing/2014/main" id="{AE2175A0-81B4-28C7-A193-F2698A3E6F08}"/>
              </a:ext>
            </a:extLst>
          </p:cNvPr>
          <p:cNvSpPr txBox="1"/>
          <p:nvPr/>
        </p:nvSpPr>
        <p:spPr>
          <a:xfrm>
            <a:off x="7696502" y="2784032"/>
            <a:ext cx="17477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+mj-lt"/>
              </a:rPr>
              <a:t>ESP32-S3</a:t>
            </a:r>
          </a:p>
        </p:txBody>
      </p:sp>
      <p:sp>
        <p:nvSpPr>
          <p:cNvPr id="43" name="TextBox 60">
            <a:extLst>
              <a:ext uri="{FF2B5EF4-FFF2-40B4-BE49-F238E27FC236}">
                <a16:creationId xmlns:a16="http://schemas.microsoft.com/office/drawing/2014/main" id="{8B30AA90-881B-1AD4-1AE4-17D1058B72BC}"/>
              </a:ext>
            </a:extLst>
          </p:cNvPr>
          <p:cNvSpPr txBox="1"/>
          <p:nvPr/>
        </p:nvSpPr>
        <p:spPr>
          <a:xfrm>
            <a:off x="7696502" y="3149233"/>
            <a:ext cx="20554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50" dirty="0">
                <a:solidFill>
                  <a:schemeClr val="accent1"/>
                </a:solidFill>
                <a:latin typeface="+mj-lt"/>
              </a:rPr>
              <a:t>MCU</a:t>
            </a:r>
          </a:p>
        </p:txBody>
      </p:sp>
      <p:sp>
        <p:nvSpPr>
          <p:cNvPr id="24" name="Rectangle: Rounded Corners 61">
            <a:extLst>
              <a:ext uri="{FF2B5EF4-FFF2-40B4-BE49-F238E27FC236}">
                <a16:creationId xmlns:a16="http://schemas.microsoft.com/office/drawing/2014/main" id="{4A2DB256-5DEE-4C78-063B-666C2C909804}"/>
              </a:ext>
            </a:extLst>
          </p:cNvPr>
          <p:cNvSpPr/>
          <p:nvPr/>
        </p:nvSpPr>
        <p:spPr>
          <a:xfrm>
            <a:off x="6766193" y="4081798"/>
            <a:ext cx="3168000" cy="882767"/>
          </a:xfrm>
          <a:prstGeom prst="roundRect">
            <a:avLst>
              <a:gd name="adj" fmla="val 29667"/>
            </a:avLst>
          </a:prstGeom>
          <a:solidFill>
            <a:schemeClr val="bg1"/>
          </a:solidFill>
          <a:ln w="53975">
            <a:noFill/>
          </a:ln>
          <a:effectLst>
            <a:outerShdw blurRad="863600" dist="723900" dir="7800000" sx="85000" sy="85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Graphic 18">
            <a:extLst>
              <a:ext uri="{FF2B5EF4-FFF2-40B4-BE49-F238E27FC236}">
                <a16:creationId xmlns:a16="http://schemas.microsoft.com/office/drawing/2014/main" id="{16EBD226-3237-2CB6-4FB1-93E2C0E6F9F5}"/>
              </a:ext>
            </a:extLst>
          </p:cNvPr>
          <p:cNvSpPr/>
          <p:nvPr/>
        </p:nvSpPr>
        <p:spPr>
          <a:xfrm>
            <a:off x="6998832" y="4222268"/>
            <a:ext cx="552613" cy="601827"/>
          </a:xfrm>
          <a:custGeom>
            <a:avLst/>
            <a:gdLst>
              <a:gd name="connsiteX0" fmla="*/ 1238039 w 3142829"/>
              <a:gd name="connsiteY0" fmla="*/ 89328 h 3422732"/>
              <a:gd name="connsiteX1" fmla="*/ 1904789 w 3142829"/>
              <a:gd name="connsiteY1" fmla="*/ 89328 h 3422732"/>
              <a:gd name="connsiteX2" fmla="*/ 2809455 w 3142829"/>
              <a:gd name="connsiteY2" fmla="*/ 611635 h 3422732"/>
              <a:gd name="connsiteX3" fmla="*/ 3142830 w 3142829"/>
              <a:gd name="connsiteY3" fmla="*/ 1189063 h 3422732"/>
              <a:gd name="connsiteX4" fmla="*/ 3142830 w 3142829"/>
              <a:gd name="connsiteY4" fmla="*/ 2233669 h 3422732"/>
              <a:gd name="connsiteX5" fmla="*/ 2809455 w 3142829"/>
              <a:gd name="connsiteY5" fmla="*/ 2811094 h 3422732"/>
              <a:gd name="connsiteX6" fmla="*/ 1904789 w 3142829"/>
              <a:gd name="connsiteY6" fmla="*/ 3333407 h 3422732"/>
              <a:gd name="connsiteX7" fmla="*/ 1238039 w 3142829"/>
              <a:gd name="connsiteY7" fmla="*/ 3333407 h 3422732"/>
              <a:gd name="connsiteX8" fmla="*/ 333375 w 3142829"/>
              <a:gd name="connsiteY8" fmla="*/ 2811094 h 3422732"/>
              <a:gd name="connsiteX9" fmla="*/ 0 w 3142829"/>
              <a:gd name="connsiteY9" fmla="*/ 2233669 h 3422732"/>
              <a:gd name="connsiteX10" fmla="*/ 0 w 3142829"/>
              <a:gd name="connsiteY10" fmla="*/ 1189063 h 3422732"/>
              <a:gd name="connsiteX11" fmla="*/ 333375 w 3142829"/>
              <a:gd name="connsiteY11" fmla="*/ 611635 h 3422732"/>
              <a:gd name="connsiteX12" fmla="*/ 1238039 w 3142829"/>
              <a:gd name="connsiteY12" fmla="*/ 89328 h 342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42829" h="3422732">
                <a:moveTo>
                  <a:pt x="1238039" y="89328"/>
                </a:moveTo>
                <a:cubicBezTo>
                  <a:pt x="1444332" y="-29776"/>
                  <a:pt x="1698497" y="-29776"/>
                  <a:pt x="1904789" y="89328"/>
                </a:cubicBezTo>
                <a:lnTo>
                  <a:pt x="2809455" y="611635"/>
                </a:lnTo>
                <a:cubicBezTo>
                  <a:pt x="3015747" y="730738"/>
                  <a:pt x="3142830" y="950852"/>
                  <a:pt x="3142830" y="1189063"/>
                </a:cubicBezTo>
                <a:lnTo>
                  <a:pt x="3142830" y="2233669"/>
                </a:lnTo>
                <a:cubicBezTo>
                  <a:pt x="3142830" y="2471880"/>
                  <a:pt x="3015747" y="2691993"/>
                  <a:pt x="2809455" y="2811094"/>
                </a:cubicBezTo>
                <a:lnTo>
                  <a:pt x="1904789" y="3333407"/>
                </a:lnTo>
                <a:cubicBezTo>
                  <a:pt x="1698497" y="3452507"/>
                  <a:pt x="1444332" y="3452507"/>
                  <a:pt x="1238039" y="3333407"/>
                </a:cubicBezTo>
                <a:lnTo>
                  <a:pt x="333375" y="2811094"/>
                </a:lnTo>
                <a:cubicBezTo>
                  <a:pt x="127082" y="2691993"/>
                  <a:pt x="0" y="2471880"/>
                  <a:pt x="0" y="2233669"/>
                </a:cubicBezTo>
                <a:lnTo>
                  <a:pt x="0" y="1189063"/>
                </a:lnTo>
                <a:cubicBezTo>
                  <a:pt x="0" y="950852"/>
                  <a:pt x="127082" y="730738"/>
                  <a:pt x="333375" y="611635"/>
                </a:cubicBezTo>
                <a:lnTo>
                  <a:pt x="1238039" y="89328"/>
                </a:lnTo>
                <a:close/>
              </a:path>
            </a:pathLst>
          </a:custGeom>
          <a:gradFill flip="none" rotWithShape="1">
            <a:gsLst>
              <a:gs pos="15000">
                <a:schemeClr val="accent2">
                  <a:lumMod val="60000"/>
                  <a:lumOff val="40000"/>
                </a:schemeClr>
              </a:gs>
              <a:gs pos="75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 w="9525" cap="flat">
            <a:noFill/>
            <a:prstDash val="solid"/>
            <a:miter/>
          </a:ln>
          <a:effectLst>
            <a:outerShdw blurRad="571500" dist="381000" dir="5400000" sx="85000" sy="85000" algn="t" rotWithShape="0">
              <a:schemeClr val="accent2">
                <a:alpha val="30000"/>
              </a:scheme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TextBox 60">
            <a:extLst>
              <a:ext uri="{FF2B5EF4-FFF2-40B4-BE49-F238E27FC236}">
                <a16:creationId xmlns:a16="http://schemas.microsoft.com/office/drawing/2014/main" id="{0756AE4A-15D7-37FB-5D9E-2FA44FF57A83}"/>
              </a:ext>
            </a:extLst>
          </p:cNvPr>
          <p:cNvSpPr txBox="1"/>
          <p:nvPr/>
        </p:nvSpPr>
        <p:spPr>
          <a:xfrm>
            <a:off x="7696502" y="4194191"/>
            <a:ext cx="19639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  <a:latin typeface="+mj-lt"/>
              </a:rPr>
              <a:t>Arduino Core</a:t>
            </a:r>
          </a:p>
        </p:txBody>
      </p:sp>
      <p:sp>
        <p:nvSpPr>
          <p:cNvPr id="28" name="TextBox 60">
            <a:extLst>
              <a:ext uri="{FF2B5EF4-FFF2-40B4-BE49-F238E27FC236}">
                <a16:creationId xmlns:a16="http://schemas.microsoft.com/office/drawing/2014/main" id="{275DAFF5-6BCA-DDAA-E6BE-E6454C3C7188}"/>
              </a:ext>
            </a:extLst>
          </p:cNvPr>
          <p:cNvSpPr txBox="1"/>
          <p:nvPr/>
        </p:nvSpPr>
        <p:spPr>
          <a:xfrm>
            <a:off x="7696502" y="4559392"/>
            <a:ext cx="20554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50" dirty="0">
                <a:solidFill>
                  <a:schemeClr val="accent1"/>
                </a:solidFill>
                <a:latin typeface="+mj-lt"/>
              </a:rPr>
              <a:t>Firmware</a:t>
            </a:r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FC99B013-A36A-DB47-91DF-4F07017BD1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7095138" y="2933022"/>
            <a:ext cx="360000" cy="360000"/>
          </a:xfrm>
          <a:prstGeom prst="rect">
            <a:avLst/>
          </a:prstGeom>
        </p:spPr>
      </p:pic>
      <p:pic>
        <p:nvPicPr>
          <p:cNvPr id="29" name="圖片 28" descr="File:Arduino Logo.svg - Wikimedia Commons">
            <a:extLst>
              <a:ext uri="{FF2B5EF4-FFF2-40B4-BE49-F238E27FC236}">
                <a16:creationId xmlns:a16="http://schemas.microsoft.com/office/drawing/2014/main" id="{931CF4C6-EA0D-305A-B456-C796BBE0F9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b="28039"/>
          <a:stretch>
            <a:fillRect/>
          </a:stretch>
        </p:blipFill>
        <p:spPr>
          <a:xfrm>
            <a:off x="7095138" y="4434939"/>
            <a:ext cx="360000" cy="17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267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E74A28-B41C-7FEE-B418-2F3684413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78491E42-0487-75C0-925A-FA314C0A65E9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35D58CCE-0B12-E2C2-94C7-B7CC75CF18FD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技術使用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6D0C7B1-18EB-35FD-2396-6E45A08C5B0B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TECH STACK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D25CF4B-0CDF-C810-7F31-F3528E0B2A3F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15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18" name="Group 46">
            <a:extLst>
              <a:ext uri="{FF2B5EF4-FFF2-40B4-BE49-F238E27FC236}">
                <a16:creationId xmlns:a16="http://schemas.microsoft.com/office/drawing/2014/main" id="{1C87ADEE-B0E9-2D8C-C3E5-BCC6F9274875}"/>
              </a:ext>
            </a:extLst>
          </p:cNvPr>
          <p:cNvGrpSpPr/>
          <p:nvPr/>
        </p:nvGrpSpPr>
        <p:grpSpPr>
          <a:xfrm flipH="1">
            <a:off x="3960050" y="2259877"/>
            <a:ext cx="1274874" cy="361956"/>
            <a:chOff x="5212074" y="2149193"/>
            <a:chExt cx="593495" cy="226171"/>
          </a:xfrm>
        </p:grpSpPr>
        <p:cxnSp>
          <p:nvCxnSpPr>
            <p:cNvPr id="19" name="Straight Arrow Connector 47">
              <a:extLst>
                <a:ext uri="{FF2B5EF4-FFF2-40B4-BE49-F238E27FC236}">
                  <a16:creationId xmlns:a16="http://schemas.microsoft.com/office/drawing/2014/main" id="{D81DF04A-3C29-86CD-87CC-2E31ECE016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48">
              <a:extLst>
                <a:ext uri="{FF2B5EF4-FFF2-40B4-BE49-F238E27FC236}">
                  <a16:creationId xmlns:a16="http://schemas.microsoft.com/office/drawing/2014/main" id="{344EBAD0-4FCA-EE20-F299-6DD430F453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367323" cy="0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52">
            <a:extLst>
              <a:ext uri="{FF2B5EF4-FFF2-40B4-BE49-F238E27FC236}">
                <a16:creationId xmlns:a16="http://schemas.microsoft.com/office/drawing/2014/main" id="{727E857C-2E49-C822-9183-279507AAD080}"/>
              </a:ext>
            </a:extLst>
          </p:cNvPr>
          <p:cNvGrpSpPr/>
          <p:nvPr/>
        </p:nvGrpSpPr>
        <p:grpSpPr>
          <a:xfrm>
            <a:off x="6826648" y="2259877"/>
            <a:ext cx="1274872" cy="361956"/>
            <a:chOff x="5212074" y="2149193"/>
            <a:chExt cx="593495" cy="226171"/>
          </a:xfrm>
        </p:grpSpPr>
        <p:cxnSp>
          <p:nvCxnSpPr>
            <p:cNvPr id="22" name="Straight Arrow Connector 53">
              <a:extLst>
                <a:ext uri="{FF2B5EF4-FFF2-40B4-BE49-F238E27FC236}">
                  <a16:creationId xmlns:a16="http://schemas.microsoft.com/office/drawing/2014/main" id="{A6195A8E-2C56-BE03-40E6-D3042E09D1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54">
              <a:extLst>
                <a:ext uri="{FF2B5EF4-FFF2-40B4-BE49-F238E27FC236}">
                  <a16:creationId xmlns:a16="http://schemas.microsoft.com/office/drawing/2014/main" id="{D0AFBD33-269D-8DA1-2001-BE1CA69176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367323" cy="0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6">
            <a:extLst>
              <a:ext uri="{FF2B5EF4-FFF2-40B4-BE49-F238E27FC236}">
                <a16:creationId xmlns:a16="http://schemas.microsoft.com/office/drawing/2014/main" id="{AC19853D-F079-979A-329F-C1905B0783CD}"/>
              </a:ext>
            </a:extLst>
          </p:cNvPr>
          <p:cNvGrpSpPr/>
          <p:nvPr/>
        </p:nvGrpSpPr>
        <p:grpSpPr>
          <a:xfrm flipH="1" flipV="1">
            <a:off x="3960049" y="5011624"/>
            <a:ext cx="1274876" cy="361958"/>
            <a:chOff x="5212074" y="2149193"/>
            <a:chExt cx="593495" cy="226171"/>
          </a:xfrm>
        </p:grpSpPr>
        <p:cxnSp>
          <p:nvCxnSpPr>
            <p:cNvPr id="25" name="Straight Arrow Connector 30">
              <a:extLst>
                <a:ext uri="{FF2B5EF4-FFF2-40B4-BE49-F238E27FC236}">
                  <a16:creationId xmlns:a16="http://schemas.microsoft.com/office/drawing/2014/main" id="{8CBBAD7D-98D0-CF36-C2F4-1936C9E4DD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31">
              <a:extLst>
                <a:ext uri="{FF2B5EF4-FFF2-40B4-BE49-F238E27FC236}">
                  <a16:creationId xmlns:a16="http://schemas.microsoft.com/office/drawing/2014/main" id="{5685AC59-5743-3484-F1D2-9F51403D79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367323" cy="0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8C7A68C6-5F82-5D85-7F9A-E765575B033C}"/>
              </a:ext>
            </a:extLst>
          </p:cNvPr>
          <p:cNvGrpSpPr/>
          <p:nvPr/>
        </p:nvGrpSpPr>
        <p:grpSpPr>
          <a:xfrm flipV="1">
            <a:off x="6826647" y="5011624"/>
            <a:ext cx="1274874" cy="361958"/>
            <a:chOff x="5212074" y="2149193"/>
            <a:chExt cx="593495" cy="226171"/>
          </a:xfrm>
        </p:grpSpPr>
        <p:cxnSp>
          <p:nvCxnSpPr>
            <p:cNvPr id="28" name="Straight Arrow Connector 28">
              <a:extLst>
                <a:ext uri="{FF2B5EF4-FFF2-40B4-BE49-F238E27FC236}">
                  <a16:creationId xmlns:a16="http://schemas.microsoft.com/office/drawing/2014/main" id="{8F4BC03E-E71D-DD10-8749-DD9A4B7D42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9">
              <a:extLst>
                <a:ext uri="{FF2B5EF4-FFF2-40B4-BE49-F238E27FC236}">
                  <a16:creationId xmlns:a16="http://schemas.microsoft.com/office/drawing/2014/main" id="{66C4D91A-446B-EB47-765E-2D7FF422CA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367323" cy="0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1">
            <a:extLst>
              <a:ext uri="{FF2B5EF4-FFF2-40B4-BE49-F238E27FC236}">
                <a16:creationId xmlns:a16="http://schemas.microsoft.com/office/drawing/2014/main" id="{EB5E1929-E064-7798-AC47-04DAAC22B374}"/>
              </a:ext>
            </a:extLst>
          </p:cNvPr>
          <p:cNvGrpSpPr/>
          <p:nvPr/>
        </p:nvGrpSpPr>
        <p:grpSpPr>
          <a:xfrm>
            <a:off x="4892415" y="2628148"/>
            <a:ext cx="2182762" cy="2377160"/>
            <a:chOff x="6125274" y="2328270"/>
            <a:chExt cx="2182762" cy="2377160"/>
          </a:xfrm>
        </p:grpSpPr>
        <p:sp>
          <p:nvSpPr>
            <p:cNvPr id="31" name="Graphic 18">
              <a:extLst>
                <a:ext uri="{FF2B5EF4-FFF2-40B4-BE49-F238E27FC236}">
                  <a16:creationId xmlns:a16="http://schemas.microsoft.com/office/drawing/2014/main" id="{1C4074CC-C095-8853-B906-E89B2B07894F}"/>
                </a:ext>
              </a:extLst>
            </p:cNvPr>
            <p:cNvSpPr/>
            <p:nvPr/>
          </p:nvSpPr>
          <p:spPr>
            <a:xfrm>
              <a:off x="6125274" y="2328270"/>
              <a:ext cx="2182762" cy="2377160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rgbClr val="F8FAFB"/>
            </a:solidFill>
            <a:ln w="12700" cap="flat">
              <a:gradFill flip="none" rotWithShape="1">
                <a:gsLst>
                  <a:gs pos="1500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path path="circle">
                  <a:fillToRect l="100000" t="100000"/>
                </a:path>
                <a:tileRect r="-100000" b="-100000"/>
              </a:gradFill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Graphic 18">
              <a:extLst>
                <a:ext uri="{FF2B5EF4-FFF2-40B4-BE49-F238E27FC236}">
                  <a16:creationId xmlns:a16="http://schemas.microsoft.com/office/drawing/2014/main" id="{1612E42E-5053-28B4-CC4B-D0AC53A77A2F}"/>
                </a:ext>
              </a:extLst>
            </p:cNvPr>
            <p:cNvSpPr/>
            <p:nvPr/>
          </p:nvSpPr>
          <p:spPr>
            <a:xfrm>
              <a:off x="6363511" y="2587722"/>
              <a:ext cx="1706289" cy="185825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3" name="TextBox 36">
              <a:extLst>
                <a:ext uri="{FF2B5EF4-FFF2-40B4-BE49-F238E27FC236}">
                  <a16:creationId xmlns:a16="http://schemas.microsoft.com/office/drawing/2014/main" id="{1F13643D-4C42-DBD9-FA15-EDF857173F93}"/>
                </a:ext>
              </a:extLst>
            </p:cNvPr>
            <p:cNvSpPr txBox="1"/>
            <p:nvPr/>
          </p:nvSpPr>
          <p:spPr>
            <a:xfrm>
              <a:off x="6370841" y="3116739"/>
              <a:ext cx="1691628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3200" b="1" dirty="0">
                  <a:solidFill>
                    <a:schemeClr val="bg1"/>
                  </a:solidFill>
                  <a:latin typeface="+mj-lt"/>
                  <a:cs typeface="Poppins" panose="00000500000000000000" pitchFamily="2" charset="0"/>
                </a:rPr>
                <a:t>前 端</a:t>
              </a:r>
              <a:endParaRPr lang="en-US" altLang="zh-TW" sz="3200" b="1" dirty="0">
                <a:solidFill>
                  <a:schemeClr val="bg1"/>
                </a:solidFill>
                <a:latin typeface="+mj-lt"/>
                <a:cs typeface="Poppins" panose="00000500000000000000" pitchFamily="2" charset="0"/>
              </a:endParaRPr>
            </a:p>
            <a:p>
              <a:pPr algn="ctr"/>
              <a:r>
                <a:rPr lang="en-US" sz="2000" dirty="0">
                  <a:solidFill>
                    <a:schemeClr val="bg1"/>
                  </a:solidFill>
                  <a:cs typeface="Poppins" panose="00000500000000000000" pitchFamily="2" charset="0"/>
                </a:rPr>
                <a:t>Frontend</a:t>
              </a:r>
            </a:p>
          </p:txBody>
        </p:sp>
      </p:grpSp>
      <p:grpSp>
        <p:nvGrpSpPr>
          <p:cNvPr id="2" name="群組 1">
            <a:extLst>
              <a:ext uri="{FF2B5EF4-FFF2-40B4-BE49-F238E27FC236}">
                <a16:creationId xmlns:a16="http://schemas.microsoft.com/office/drawing/2014/main" id="{CF7AFBAE-B4B5-4F0E-B826-35ACEC3CB191}"/>
              </a:ext>
            </a:extLst>
          </p:cNvPr>
          <p:cNvGrpSpPr/>
          <p:nvPr/>
        </p:nvGrpSpPr>
        <p:grpSpPr>
          <a:xfrm>
            <a:off x="1166812" y="1938108"/>
            <a:ext cx="2543086" cy="690188"/>
            <a:chOff x="1247775" y="2195283"/>
            <a:chExt cx="2543086" cy="690188"/>
          </a:xfrm>
        </p:grpSpPr>
        <p:sp>
          <p:nvSpPr>
            <p:cNvPr id="3" name="TextBox 44">
              <a:extLst>
                <a:ext uri="{FF2B5EF4-FFF2-40B4-BE49-F238E27FC236}">
                  <a16:creationId xmlns:a16="http://schemas.microsoft.com/office/drawing/2014/main" id="{25BE4B32-9B57-9198-F375-5A759F4C5035}"/>
                </a:ext>
              </a:extLst>
            </p:cNvPr>
            <p:cNvSpPr txBox="1"/>
            <p:nvPr/>
          </p:nvSpPr>
          <p:spPr>
            <a:xfrm>
              <a:off x="2120939" y="2195283"/>
              <a:ext cx="16699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b="1" dirty="0">
                  <a:solidFill>
                    <a:schemeClr val="tx2"/>
                  </a:solidFill>
                  <a:latin typeface="+mj-lt"/>
                  <a:cs typeface="Poppins" panose="00000500000000000000" pitchFamily="2" charset="0"/>
                </a:rPr>
                <a:t>Flutter SDK</a:t>
              </a:r>
            </a:p>
          </p:txBody>
        </p:sp>
        <p:sp>
          <p:nvSpPr>
            <p:cNvPr id="36" name="TextBox 56">
              <a:extLst>
                <a:ext uri="{FF2B5EF4-FFF2-40B4-BE49-F238E27FC236}">
                  <a16:creationId xmlns:a16="http://schemas.microsoft.com/office/drawing/2014/main" id="{8B24CFE3-9679-4D77-8BC8-52060DD8A72D}"/>
                </a:ext>
              </a:extLst>
            </p:cNvPr>
            <p:cNvSpPr txBox="1"/>
            <p:nvPr/>
          </p:nvSpPr>
          <p:spPr>
            <a:xfrm>
              <a:off x="1247775" y="2500109"/>
              <a:ext cx="2543086" cy="385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zh-TW" altLang="en-US" sz="1600" spc="50" dirty="0">
                  <a:solidFill>
                    <a:schemeClr val="accent1"/>
                  </a:solidFill>
                </a:rPr>
                <a:t>跨平台 </a:t>
              </a:r>
              <a:r>
                <a:rPr lang="en-US" altLang="zh-TW" sz="1600" spc="50" dirty="0">
                  <a:solidFill>
                    <a:schemeClr val="accent1"/>
                  </a:solidFill>
                </a:rPr>
                <a:t>UI </a:t>
              </a:r>
              <a:r>
                <a:rPr lang="zh-TW" altLang="en-US" sz="1600" spc="50" dirty="0">
                  <a:solidFill>
                    <a:schemeClr val="accent1"/>
                  </a:solidFill>
                </a:rPr>
                <a:t>框架</a:t>
              </a:r>
              <a:endParaRPr lang="en-US" altLang="zh-TW" sz="1600" spc="5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C84C60A6-7389-4DFC-96B0-82C36D3FF831}"/>
              </a:ext>
            </a:extLst>
          </p:cNvPr>
          <p:cNvGrpSpPr/>
          <p:nvPr/>
        </p:nvGrpSpPr>
        <p:grpSpPr>
          <a:xfrm>
            <a:off x="1062037" y="5054814"/>
            <a:ext cx="2647861" cy="674701"/>
            <a:chOff x="1143000" y="5321514"/>
            <a:chExt cx="2647861" cy="674701"/>
          </a:xfrm>
        </p:grpSpPr>
        <p:sp>
          <p:nvSpPr>
            <p:cNvPr id="10" name="TextBox 20">
              <a:extLst>
                <a:ext uri="{FF2B5EF4-FFF2-40B4-BE49-F238E27FC236}">
                  <a16:creationId xmlns:a16="http://schemas.microsoft.com/office/drawing/2014/main" id="{D8E43A4E-73E7-03F8-9D7D-B4E62E0F0D7F}"/>
                </a:ext>
              </a:extLst>
            </p:cNvPr>
            <p:cNvSpPr txBox="1"/>
            <p:nvPr/>
          </p:nvSpPr>
          <p:spPr>
            <a:xfrm>
              <a:off x="2120939" y="5321514"/>
              <a:ext cx="16699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000" b="1" dirty="0">
                  <a:solidFill>
                    <a:schemeClr val="tx2"/>
                  </a:solidFill>
                  <a:latin typeface="+mj-lt"/>
                  <a:cs typeface="Poppins" panose="00000500000000000000" pitchFamily="2" charset="0"/>
                </a:rPr>
                <a:t>iOS 15.5+</a:t>
              </a:r>
            </a:p>
          </p:txBody>
        </p:sp>
        <p:sp>
          <p:nvSpPr>
            <p:cNvPr id="41" name="TextBox 56">
              <a:extLst>
                <a:ext uri="{FF2B5EF4-FFF2-40B4-BE49-F238E27FC236}">
                  <a16:creationId xmlns:a16="http://schemas.microsoft.com/office/drawing/2014/main" id="{5C2EE22A-F8A5-47CF-BEE1-E3D0F1AA522E}"/>
                </a:ext>
              </a:extLst>
            </p:cNvPr>
            <p:cNvSpPr txBox="1"/>
            <p:nvPr/>
          </p:nvSpPr>
          <p:spPr>
            <a:xfrm>
              <a:off x="1143000" y="5610853"/>
              <a:ext cx="2647861" cy="385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zh-TW" altLang="en-US" sz="1600" spc="50" dirty="0">
                  <a:solidFill>
                    <a:schemeClr val="accent1"/>
                  </a:solidFill>
                </a:rPr>
                <a:t>支援 </a:t>
              </a:r>
              <a:r>
                <a:rPr lang="en-US" altLang="zh-TW" sz="1600" spc="50" dirty="0">
                  <a:solidFill>
                    <a:schemeClr val="accent1"/>
                  </a:solidFill>
                </a:rPr>
                <a:t>iPhone </a:t>
              </a:r>
              <a:r>
                <a:rPr lang="zh-TW" altLang="en-US" sz="1600" spc="50" dirty="0">
                  <a:solidFill>
                    <a:schemeClr val="accent1"/>
                  </a:solidFill>
                </a:rPr>
                <a:t>系統最低版本</a:t>
              </a:r>
              <a:endParaRPr lang="en-US" altLang="zh-TW" sz="1600" spc="5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C7816193-64B6-4AD1-9582-7B2DE3FFFB4B}"/>
              </a:ext>
            </a:extLst>
          </p:cNvPr>
          <p:cNvGrpSpPr/>
          <p:nvPr/>
        </p:nvGrpSpPr>
        <p:grpSpPr>
          <a:xfrm>
            <a:off x="8397514" y="5044654"/>
            <a:ext cx="2732449" cy="684861"/>
            <a:chOff x="8478477" y="5311354"/>
            <a:chExt cx="2732449" cy="684861"/>
          </a:xfrm>
        </p:grpSpPr>
        <p:sp>
          <p:nvSpPr>
            <p:cNvPr id="16" name="TextBox 23">
              <a:extLst>
                <a:ext uri="{FF2B5EF4-FFF2-40B4-BE49-F238E27FC236}">
                  <a16:creationId xmlns:a16="http://schemas.microsoft.com/office/drawing/2014/main" id="{05E4630B-E304-4EDC-397E-128D05498F73}"/>
                </a:ext>
              </a:extLst>
            </p:cNvPr>
            <p:cNvSpPr txBox="1"/>
            <p:nvPr/>
          </p:nvSpPr>
          <p:spPr>
            <a:xfrm flipH="1">
              <a:off x="8478477" y="5311354"/>
              <a:ext cx="22833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  <a:latin typeface="+mj-lt"/>
                  <a:cs typeface="Poppins" panose="00000500000000000000" pitchFamily="2" charset="0"/>
                </a:rPr>
                <a:t>Android 8.0+</a:t>
              </a:r>
            </a:p>
          </p:txBody>
        </p:sp>
        <p:sp>
          <p:nvSpPr>
            <p:cNvPr id="42" name="TextBox 56">
              <a:extLst>
                <a:ext uri="{FF2B5EF4-FFF2-40B4-BE49-F238E27FC236}">
                  <a16:creationId xmlns:a16="http://schemas.microsoft.com/office/drawing/2014/main" id="{657F1943-39BA-4AF8-A32F-5D5CA0BB584A}"/>
                </a:ext>
              </a:extLst>
            </p:cNvPr>
            <p:cNvSpPr txBox="1"/>
            <p:nvPr/>
          </p:nvSpPr>
          <p:spPr>
            <a:xfrm>
              <a:off x="8478478" y="5610853"/>
              <a:ext cx="2732448" cy="385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TW" altLang="en-US" sz="1600" spc="50" dirty="0">
                  <a:solidFill>
                    <a:schemeClr val="accent1"/>
                  </a:solidFill>
                </a:rPr>
                <a:t>支援 </a:t>
              </a:r>
              <a:r>
                <a:rPr lang="en-US" altLang="zh-TW" sz="1600" spc="50" dirty="0">
                  <a:solidFill>
                    <a:schemeClr val="accent1"/>
                  </a:solidFill>
                </a:rPr>
                <a:t>Android </a:t>
              </a:r>
              <a:r>
                <a:rPr lang="zh-TW" altLang="en-US" sz="1600" spc="50" dirty="0">
                  <a:solidFill>
                    <a:schemeClr val="accent1"/>
                  </a:solidFill>
                </a:rPr>
                <a:t>系統最低版本</a:t>
              </a:r>
              <a:endParaRPr lang="en-US" altLang="zh-TW" sz="1600" spc="5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1374137B-2812-4103-843C-2419D9E17733}"/>
              </a:ext>
            </a:extLst>
          </p:cNvPr>
          <p:cNvGrpSpPr/>
          <p:nvPr/>
        </p:nvGrpSpPr>
        <p:grpSpPr>
          <a:xfrm>
            <a:off x="8397514" y="1927815"/>
            <a:ext cx="2543086" cy="681431"/>
            <a:chOff x="8478477" y="2023065"/>
            <a:chExt cx="2543086" cy="681431"/>
          </a:xfrm>
        </p:grpSpPr>
        <p:sp>
          <p:nvSpPr>
            <p:cNvPr id="13" name="TextBox 50">
              <a:extLst>
                <a:ext uri="{FF2B5EF4-FFF2-40B4-BE49-F238E27FC236}">
                  <a16:creationId xmlns:a16="http://schemas.microsoft.com/office/drawing/2014/main" id="{77CFA3F3-868C-E57E-8439-9B7960A01316}"/>
                </a:ext>
              </a:extLst>
            </p:cNvPr>
            <p:cNvSpPr txBox="1"/>
            <p:nvPr/>
          </p:nvSpPr>
          <p:spPr>
            <a:xfrm flipH="1">
              <a:off x="8478480" y="2023065"/>
              <a:ext cx="13868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tx2"/>
                  </a:solidFill>
                  <a:latin typeface="+mj-lt"/>
                  <a:cs typeface="Poppins" panose="00000500000000000000" pitchFamily="2" charset="0"/>
                </a:rPr>
                <a:t>Figma</a:t>
              </a:r>
            </a:p>
          </p:txBody>
        </p:sp>
        <p:sp>
          <p:nvSpPr>
            <p:cNvPr id="43" name="TextBox 56">
              <a:extLst>
                <a:ext uri="{FF2B5EF4-FFF2-40B4-BE49-F238E27FC236}">
                  <a16:creationId xmlns:a16="http://schemas.microsoft.com/office/drawing/2014/main" id="{1ECF1DEC-0ABA-4DDB-A0F4-0A03E761DABC}"/>
                </a:ext>
              </a:extLst>
            </p:cNvPr>
            <p:cNvSpPr txBox="1"/>
            <p:nvPr/>
          </p:nvSpPr>
          <p:spPr>
            <a:xfrm>
              <a:off x="8478477" y="2319134"/>
              <a:ext cx="2543086" cy="385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TW" altLang="en-US" sz="1600" spc="50" dirty="0">
                  <a:solidFill>
                    <a:schemeClr val="accent1"/>
                  </a:solidFill>
                </a:rPr>
                <a:t>介面設計與互動原型</a:t>
              </a:r>
              <a:endParaRPr lang="en-US" altLang="zh-TW" sz="1600" spc="50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3967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719 0.12916 L -1.25E-6 3.7037E-6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59" y="-6458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37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37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37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37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E74A28-B41C-7FEE-B418-2F3684413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78491E42-0487-75C0-925A-FA314C0A65E9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35D58CCE-0B12-E2C2-94C7-B7CC75CF18FD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技術使用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6D0C7B1-18EB-35FD-2396-6E45A08C5B0B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TECH STACK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D25CF4B-0CDF-C810-7F31-F3528E0B2A3F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16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18" name="Group 46">
            <a:extLst>
              <a:ext uri="{FF2B5EF4-FFF2-40B4-BE49-F238E27FC236}">
                <a16:creationId xmlns:a16="http://schemas.microsoft.com/office/drawing/2014/main" id="{1C87ADEE-B0E9-2D8C-C3E5-BCC6F9274875}"/>
              </a:ext>
            </a:extLst>
          </p:cNvPr>
          <p:cNvGrpSpPr/>
          <p:nvPr/>
        </p:nvGrpSpPr>
        <p:grpSpPr>
          <a:xfrm flipH="1">
            <a:off x="3960050" y="2259877"/>
            <a:ext cx="1274874" cy="361956"/>
            <a:chOff x="5212074" y="2149193"/>
            <a:chExt cx="593495" cy="226171"/>
          </a:xfrm>
        </p:grpSpPr>
        <p:cxnSp>
          <p:nvCxnSpPr>
            <p:cNvPr id="19" name="Straight Arrow Connector 47">
              <a:extLst>
                <a:ext uri="{FF2B5EF4-FFF2-40B4-BE49-F238E27FC236}">
                  <a16:creationId xmlns:a16="http://schemas.microsoft.com/office/drawing/2014/main" id="{D81DF04A-3C29-86CD-87CC-2E31ECE016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48">
              <a:extLst>
                <a:ext uri="{FF2B5EF4-FFF2-40B4-BE49-F238E27FC236}">
                  <a16:creationId xmlns:a16="http://schemas.microsoft.com/office/drawing/2014/main" id="{344EBAD0-4FCA-EE20-F299-6DD430F453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367323" cy="0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52">
            <a:extLst>
              <a:ext uri="{FF2B5EF4-FFF2-40B4-BE49-F238E27FC236}">
                <a16:creationId xmlns:a16="http://schemas.microsoft.com/office/drawing/2014/main" id="{727E857C-2E49-C822-9183-279507AAD080}"/>
              </a:ext>
            </a:extLst>
          </p:cNvPr>
          <p:cNvGrpSpPr/>
          <p:nvPr/>
        </p:nvGrpSpPr>
        <p:grpSpPr>
          <a:xfrm>
            <a:off x="6826648" y="2259877"/>
            <a:ext cx="1274872" cy="361956"/>
            <a:chOff x="5212074" y="2149193"/>
            <a:chExt cx="593495" cy="226171"/>
          </a:xfrm>
        </p:grpSpPr>
        <p:cxnSp>
          <p:nvCxnSpPr>
            <p:cNvPr id="22" name="Straight Arrow Connector 53">
              <a:extLst>
                <a:ext uri="{FF2B5EF4-FFF2-40B4-BE49-F238E27FC236}">
                  <a16:creationId xmlns:a16="http://schemas.microsoft.com/office/drawing/2014/main" id="{A6195A8E-2C56-BE03-40E6-D3042E09D1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54">
              <a:extLst>
                <a:ext uri="{FF2B5EF4-FFF2-40B4-BE49-F238E27FC236}">
                  <a16:creationId xmlns:a16="http://schemas.microsoft.com/office/drawing/2014/main" id="{D0AFBD33-269D-8DA1-2001-BE1CA69176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367323" cy="0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6">
            <a:extLst>
              <a:ext uri="{FF2B5EF4-FFF2-40B4-BE49-F238E27FC236}">
                <a16:creationId xmlns:a16="http://schemas.microsoft.com/office/drawing/2014/main" id="{AC19853D-F079-979A-329F-C1905B0783CD}"/>
              </a:ext>
            </a:extLst>
          </p:cNvPr>
          <p:cNvGrpSpPr/>
          <p:nvPr/>
        </p:nvGrpSpPr>
        <p:grpSpPr>
          <a:xfrm flipH="1" flipV="1">
            <a:off x="3960049" y="5011624"/>
            <a:ext cx="1274876" cy="361958"/>
            <a:chOff x="5212074" y="2149193"/>
            <a:chExt cx="593495" cy="226171"/>
          </a:xfrm>
        </p:grpSpPr>
        <p:cxnSp>
          <p:nvCxnSpPr>
            <p:cNvPr id="25" name="Straight Arrow Connector 30">
              <a:extLst>
                <a:ext uri="{FF2B5EF4-FFF2-40B4-BE49-F238E27FC236}">
                  <a16:creationId xmlns:a16="http://schemas.microsoft.com/office/drawing/2014/main" id="{8CBBAD7D-98D0-CF36-C2F4-1936C9E4DD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31">
              <a:extLst>
                <a:ext uri="{FF2B5EF4-FFF2-40B4-BE49-F238E27FC236}">
                  <a16:creationId xmlns:a16="http://schemas.microsoft.com/office/drawing/2014/main" id="{5685AC59-5743-3484-F1D2-9F51403D79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367323" cy="0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8C7A68C6-5F82-5D85-7F9A-E765575B033C}"/>
              </a:ext>
            </a:extLst>
          </p:cNvPr>
          <p:cNvGrpSpPr/>
          <p:nvPr/>
        </p:nvGrpSpPr>
        <p:grpSpPr>
          <a:xfrm flipV="1">
            <a:off x="6826647" y="5011624"/>
            <a:ext cx="1274874" cy="361958"/>
            <a:chOff x="5212074" y="2149193"/>
            <a:chExt cx="593495" cy="226171"/>
          </a:xfrm>
        </p:grpSpPr>
        <p:cxnSp>
          <p:nvCxnSpPr>
            <p:cNvPr id="28" name="Straight Arrow Connector 28">
              <a:extLst>
                <a:ext uri="{FF2B5EF4-FFF2-40B4-BE49-F238E27FC236}">
                  <a16:creationId xmlns:a16="http://schemas.microsoft.com/office/drawing/2014/main" id="{8F4BC03E-E71D-DD10-8749-DD9A4B7D42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9">
              <a:extLst>
                <a:ext uri="{FF2B5EF4-FFF2-40B4-BE49-F238E27FC236}">
                  <a16:creationId xmlns:a16="http://schemas.microsoft.com/office/drawing/2014/main" id="{66C4D91A-446B-EB47-765E-2D7FF422CA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367323" cy="0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1">
            <a:extLst>
              <a:ext uri="{FF2B5EF4-FFF2-40B4-BE49-F238E27FC236}">
                <a16:creationId xmlns:a16="http://schemas.microsoft.com/office/drawing/2014/main" id="{EB5E1929-E064-7798-AC47-04DAAC22B374}"/>
              </a:ext>
            </a:extLst>
          </p:cNvPr>
          <p:cNvGrpSpPr/>
          <p:nvPr/>
        </p:nvGrpSpPr>
        <p:grpSpPr>
          <a:xfrm>
            <a:off x="4892415" y="2628148"/>
            <a:ext cx="2182762" cy="2377160"/>
            <a:chOff x="6125274" y="2328270"/>
            <a:chExt cx="2182762" cy="2377160"/>
          </a:xfrm>
        </p:grpSpPr>
        <p:sp>
          <p:nvSpPr>
            <p:cNvPr id="31" name="Graphic 18">
              <a:extLst>
                <a:ext uri="{FF2B5EF4-FFF2-40B4-BE49-F238E27FC236}">
                  <a16:creationId xmlns:a16="http://schemas.microsoft.com/office/drawing/2014/main" id="{1C4074CC-C095-8853-B906-E89B2B07894F}"/>
                </a:ext>
              </a:extLst>
            </p:cNvPr>
            <p:cNvSpPr/>
            <p:nvPr/>
          </p:nvSpPr>
          <p:spPr>
            <a:xfrm>
              <a:off x="6125274" y="2328270"/>
              <a:ext cx="2182762" cy="2377160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rgbClr val="F8FAFB"/>
            </a:solidFill>
            <a:ln w="12700" cap="flat">
              <a:gradFill flip="none" rotWithShape="1">
                <a:gsLst>
                  <a:gs pos="1500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path path="circle">
                  <a:fillToRect l="100000" t="100000"/>
                </a:path>
                <a:tileRect r="-100000" b="-100000"/>
              </a:gradFill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Graphic 18">
              <a:extLst>
                <a:ext uri="{FF2B5EF4-FFF2-40B4-BE49-F238E27FC236}">
                  <a16:creationId xmlns:a16="http://schemas.microsoft.com/office/drawing/2014/main" id="{1612E42E-5053-28B4-CC4B-D0AC53A77A2F}"/>
                </a:ext>
              </a:extLst>
            </p:cNvPr>
            <p:cNvSpPr/>
            <p:nvPr/>
          </p:nvSpPr>
          <p:spPr>
            <a:xfrm>
              <a:off x="6363511" y="2587722"/>
              <a:ext cx="1706289" cy="185825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3" name="TextBox 36">
              <a:extLst>
                <a:ext uri="{FF2B5EF4-FFF2-40B4-BE49-F238E27FC236}">
                  <a16:creationId xmlns:a16="http://schemas.microsoft.com/office/drawing/2014/main" id="{1F13643D-4C42-DBD9-FA15-EDF857173F93}"/>
                </a:ext>
              </a:extLst>
            </p:cNvPr>
            <p:cNvSpPr txBox="1"/>
            <p:nvPr/>
          </p:nvSpPr>
          <p:spPr>
            <a:xfrm>
              <a:off x="6370841" y="3116739"/>
              <a:ext cx="1691628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3200" b="1" dirty="0">
                  <a:solidFill>
                    <a:schemeClr val="bg1"/>
                  </a:solidFill>
                  <a:latin typeface="+mj-lt"/>
                  <a:cs typeface="Poppins" panose="00000500000000000000" pitchFamily="2" charset="0"/>
                </a:rPr>
                <a:t>後 端</a:t>
              </a:r>
              <a:endParaRPr lang="en-US" altLang="zh-TW" sz="3200" b="1" dirty="0">
                <a:solidFill>
                  <a:schemeClr val="bg1"/>
                </a:solidFill>
                <a:latin typeface="+mj-lt"/>
                <a:cs typeface="Poppins" panose="00000500000000000000" pitchFamily="2" charset="0"/>
              </a:endParaRPr>
            </a:p>
            <a:p>
              <a:pPr algn="ctr"/>
              <a:r>
                <a:rPr lang="en-US" altLang="zh-TW" sz="2000" dirty="0">
                  <a:solidFill>
                    <a:schemeClr val="bg1"/>
                  </a:solidFill>
                  <a:cs typeface="Poppins" panose="00000500000000000000" pitchFamily="2" charset="0"/>
                </a:rPr>
                <a:t>Backend</a:t>
              </a:r>
            </a:p>
          </p:txBody>
        </p:sp>
      </p:grpSp>
      <p:grpSp>
        <p:nvGrpSpPr>
          <p:cNvPr id="2" name="群組 1">
            <a:extLst>
              <a:ext uri="{FF2B5EF4-FFF2-40B4-BE49-F238E27FC236}">
                <a16:creationId xmlns:a16="http://schemas.microsoft.com/office/drawing/2014/main" id="{CF7AFBAE-B4B5-4F0E-B826-35ACEC3CB191}"/>
              </a:ext>
            </a:extLst>
          </p:cNvPr>
          <p:cNvGrpSpPr/>
          <p:nvPr/>
        </p:nvGrpSpPr>
        <p:grpSpPr>
          <a:xfrm>
            <a:off x="681136" y="1938108"/>
            <a:ext cx="3028762" cy="690188"/>
            <a:chOff x="762099" y="2195283"/>
            <a:chExt cx="3028762" cy="690188"/>
          </a:xfrm>
        </p:grpSpPr>
        <p:sp>
          <p:nvSpPr>
            <p:cNvPr id="3" name="TextBox 44">
              <a:extLst>
                <a:ext uri="{FF2B5EF4-FFF2-40B4-BE49-F238E27FC236}">
                  <a16:creationId xmlns:a16="http://schemas.microsoft.com/office/drawing/2014/main" id="{25BE4B32-9B57-9198-F375-5A759F4C5035}"/>
                </a:ext>
              </a:extLst>
            </p:cNvPr>
            <p:cNvSpPr txBox="1"/>
            <p:nvPr/>
          </p:nvSpPr>
          <p:spPr>
            <a:xfrm>
              <a:off x="1143000" y="2195283"/>
              <a:ext cx="26478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2000" b="1" dirty="0">
                  <a:solidFill>
                    <a:schemeClr val="tx2"/>
                  </a:solidFill>
                  <a:latin typeface="+mj-lt"/>
                  <a:cs typeface="Poppins" panose="00000500000000000000" pitchFamily="2" charset="0"/>
                </a:rPr>
                <a:t>Node.js + Express.js</a:t>
              </a:r>
            </a:p>
          </p:txBody>
        </p:sp>
        <p:sp>
          <p:nvSpPr>
            <p:cNvPr id="36" name="TextBox 56">
              <a:extLst>
                <a:ext uri="{FF2B5EF4-FFF2-40B4-BE49-F238E27FC236}">
                  <a16:creationId xmlns:a16="http://schemas.microsoft.com/office/drawing/2014/main" id="{8B24CFE3-9679-4D77-8BC8-52060DD8A72D}"/>
                </a:ext>
              </a:extLst>
            </p:cNvPr>
            <p:cNvSpPr txBox="1"/>
            <p:nvPr/>
          </p:nvSpPr>
          <p:spPr>
            <a:xfrm>
              <a:off x="762099" y="2500109"/>
              <a:ext cx="3028762" cy="385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zh-TW" altLang="en-US" sz="1600" spc="50" dirty="0">
                  <a:solidFill>
                    <a:schemeClr val="accent1"/>
                  </a:solidFill>
                </a:rPr>
                <a:t>伺服器執行環境與 </a:t>
              </a:r>
              <a:r>
                <a:rPr lang="en-US" altLang="zh-TW" sz="1600" spc="50" dirty="0">
                  <a:solidFill>
                    <a:schemeClr val="accent1"/>
                  </a:solidFill>
                </a:rPr>
                <a:t>API </a:t>
              </a:r>
              <a:r>
                <a:rPr lang="zh-TW" altLang="en-US" sz="1600" spc="50" dirty="0">
                  <a:solidFill>
                    <a:schemeClr val="accent1"/>
                  </a:solidFill>
                </a:rPr>
                <a:t>框架</a:t>
              </a:r>
              <a:endParaRPr lang="en-US" altLang="zh-TW" sz="1600" spc="5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C84C60A6-7389-4DFC-96B0-82C36D3FF831}"/>
              </a:ext>
            </a:extLst>
          </p:cNvPr>
          <p:cNvGrpSpPr/>
          <p:nvPr/>
        </p:nvGrpSpPr>
        <p:grpSpPr>
          <a:xfrm>
            <a:off x="1062037" y="5054814"/>
            <a:ext cx="2647861" cy="674701"/>
            <a:chOff x="1143000" y="5321514"/>
            <a:chExt cx="2647861" cy="674701"/>
          </a:xfrm>
        </p:grpSpPr>
        <p:sp>
          <p:nvSpPr>
            <p:cNvPr id="10" name="TextBox 20">
              <a:extLst>
                <a:ext uri="{FF2B5EF4-FFF2-40B4-BE49-F238E27FC236}">
                  <a16:creationId xmlns:a16="http://schemas.microsoft.com/office/drawing/2014/main" id="{D8E43A4E-73E7-03F8-9D7D-B4E62E0F0D7F}"/>
                </a:ext>
              </a:extLst>
            </p:cNvPr>
            <p:cNvSpPr txBox="1"/>
            <p:nvPr/>
          </p:nvSpPr>
          <p:spPr>
            <a:xfrm>
              <a:off x="2120939" y="5321514"/>
              <a:ext cx="16699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2000" b="1" dirty="0">
                  <a:solidFill>
                    <a:schemeClr val="tx2"/>
                  </a:solidFill>
                  <a:latin typeface="+mj-lt"/>
                  <a:cs typeface="Poppins" panose="00000500000000000000" pitchFamily="2" charset="0"/>
                </a:rPr>
                <a:t>MySQL 8.0</a:t>
              </a:r>
            </a:p>
          </p:txBody>
        </p:sp>
        <p:sp>
          <p:nvSpPr>
            <p:cNvPr id="41" name="TextBox 56">
              <a:extLst>
                <a:ext uri="{FF2B5EF4-FFF2-40B4-BE49-F238E27FC236}">
                  <a16:creationId xmlns:a16="http://schemas.microsoft.com/office/drawing/2014/main" id="{5C2EE22A-F8A5-47CF-BEE1-E3D0F1AA522E}"/>
                </a:ext>
              </a:extLst>
            </p:cNvPr>
            <p:cNvSpPr txBox="1"/>
            <p:nvPr/>
          </p:nvSpPr>
          <p:spPr>
            <a:xfrm>
              <a:off x="1143000" y="5610853"/>
              <a:ext cx="2647861" cy="385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zh-TW" altLang="en-US" sz="1600" spc="50" dirty="0">
                  <a:solidFill>
                    <a:schemeClr val="accent1"/>
                  </a:solidFill>
                </a:rPr>
                <a:t>關聯式資料庫</a:t>
              </a:r>
              <a:endParaRPr lang="en-US" altLang="zh-TW" sz="1600" spc="5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C7816193-64B6-4AD1-9582-7B2DE3FFFB4B}"/>
              </a:ext>
            </a:extLst>
          </p:cNvPr>
          <p:cNvGrpSpPr/>
          <p:nvPr/>
        </p:nvGrpSpPr>
        <p:grpSpPr>
          <a:xfrm>
            <a:off x="8397512" y="5044654"/>
            <a:ext cx="3352431" cy="684861"/>
            <a:chOff x="8478475" y="5311354"/>
            <a:chExt cx="3352431" cy="684861"/>
          </a:xfrm>
        </p:grpSpPr>
        <p:sp>
          <p:nvSpPr>
            <p:cNvPr id="16" name="TextBox 23">
              <a:extLst>
                <a:ext uri="{FF2B5EF4-FFF2-40B4-BE49-F238E27FC236}">
                  <a16:creationId xmlns:a16="http://schemas.microsoft.com/office/drawing/2014/main" id="{05E4630B-E304-4EDC-397E-128D05498F73}"/>
                </a:ext>
              </a:extLst>
            </p:cNvPr>
            <p:cNvSpPr txBox="1"/>
            <p:nvPr/>
          </p:nvSpPr>
          <p:spPr>
            <a:xfrm flipH="1">
              <a:off x="8478475" y="5311354"/>
              <a:ext cx="28610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b="1" dirty="0">
                  <a:solidFill>
                    <a:schemeClr val="tx2"/>
                  </a:solidFill>
                  <a:latin typeface="+mj-lt"/>
                  <a:cs typeface="Poppins" panose="00000500000000000000" pitchFamily="2" charset="0"/>
                </a:rPr>
                <a:t>NGINX + Cloudflare</a:t>
              </a:r>
            </a:p>
          </p:txBody>
        </p:sp>
        <p:sp>
          <p:nvSpPr>
            <p:cNvPr id="42" name="TextBox 56">
              <a:extLst>
                <a:ext uri="{FF2B5EF4-FFF2-40B4-BE49-F238E27FC236}">
                  <a16:creationId xmlns:a16="http://schemas.microsoft.com/office/drawing/2014/main" id="{657F1943-39BA-4AF8-A32F-5D5CA0BB584A}"/>
                </a:ext>
              </a:extLst>
            </p:cNvPr>
            <p:cNvSpPr txBox="1"/>
            <p:nvPr/>
          </p:nvSpPr>
          <p:spPr>
            <a:xfrm>
              <a:off x="8478477" y="5610853"/>
              <a:ext cx="3352429" cy="385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TW" altLang="en-US" sz="1600" spc="50" dirty="0">
                  <a:solidFill>
                    <a:schemeClr val="accent1"/>
                  </a:solidFill>
                </a:rPr>
                <a:t>反向代理與資安防護</a:t>
              </a:r>
              <a:endParaRPr lang="en-US" altLang="zh-TW" sz="1600" spc="5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1374137B-2812-4103-843C-2419D9E17733}"/>
              </a:ext>
            </a:extLst>
          </p:cNvPr>
          <p:cNvGrpSpPr/>
          <p:nvPr/>
        </p:nvGrpSpPr>
        <p:grpSpPr>
          <a:xfrm>
            <a:off x="8397513" y="1927815"/>
            <a:ext cx="3035597" cy="681431"/>
            <a:chOff x="8478476" y="2023065"/>
            <a:chExt cx="3035597" cy="681431"/>
          </a:xfrm>
        </p:grpSpPr>
        <p:sp>
          <p:nvSpPr>
            <p:cNvPr id="13" name="TextBox 50">
              <a:extLst>
                <a:ext uri="{FF2B5EF4-FFF2-40B4-BE49-F238E27FC236}">
                  <a16:creationId xmlns:a16="http://schemas.microsoft.com/office/drawing/2014/main" id="{77CFA3F3-868C-E57E-8439-9B7960A01316}"/>
                </a:ext>
              </a:extLst>
            </p:cNvPr>
            <p:cNvSpPr txBox="1"/>
            <p:nvPr/>
          </p:nvSpPr>
          <p:spPr>
            <a:xfrm flipH="1">
              <a:off x="8478479" y="2023065"/>
              <a:ext cx="228330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b="1" dirty="0">
                  <a:solidFill>
                    <a:schemeClr val="tx2"/>
                  </a:solidFill>
                  <a:latin typeface="+mj-lt"/>
                  <a:cs typeface="Poppins" panose="00000500000000000000" pitchFamily="2" charset="0"/>
                </a:rPr>
                <a:t>Prisma ORM</a:t>
              </a:r>
            </a:p>
          </p:txBody>
        </p:sp>
        <p:sp>
          <p:nvSpPr>
            <p:cNvPr id="43" name="TextBox 56">
              <a:extLst>
                <a:ext uri="{FF2B5EF4-FFF2-40B4-BE49-F238E27FC236}">
                  <a16:creationId xmlns:a16="http://schemas.microsoft.com/office/drawing/2014/main" id="{1ECF1DEC-0ABA-4DDB-A0F4-0A03E761DABC}"/>
                </a:ext>
              </a:extLst>
            </p:cNvPr>
            <p:cNvSpPr txBox="1"/>
            <p:nvPr/>
          </p:nvSpPr>
          <p:spPr>
            <a:xfrm>
              <a:off x="8478476" y="2319134"/>
              <a:ext cx="3035597" cy="385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TW" altLang="en-US" sz="1600" spc="50" dirty="0">
                  <a:solidFill>
                    <a:schemeClr val="accent1"/>
                  </a:solidFill>
                </a:rPr>
                <a:t>資料庫物件對映</a:t>
              </a:r>
              <a:endParaRPr lang="en-US" altLang="zh-TW" sz="1600" spc="50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2536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719 0.12916 L -1.25E-6 3.7037E-6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59" y="-6458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37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37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37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37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E74A28-B41C-7FEE-B418-2F3684413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78491E42-0487-75C0-925A-FA314C0A65E9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35D58CCE-0B12-E2C2-94C7-B7CC75CF18FD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技術使用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6D0C7B1-18EB-35FD-2396-6E45A08C5B0B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TECH STACK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D25CF4B-0CDF-C810-7F31-F3528E0B2A3F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17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18" name="Group 46">
            <a:extLst>
              <a:ext uri="{FF2B5EF4-FFF2-40B4-BE49-F238E27FC236}">
                <a16:creationId xmlns:a16="http://schemas.microsoft.com/office/drawing/2014/main" id="{1C87ADEE-B0E9-2D8C-C3E5-BCC6F9274875}"/>
              </a:ext>
            </a:extLst>
          </p:cNvPr>
          <p:cNvGrpSpPr/>
          <p:nvPr/>
        </p:nvGrpSpPr>
        <p:grpSpPr>
          <a:xfrm flipH="1">
            <a:off x="3960050" y="2259877"/>
            <a:ext cx="1274874" cy="361956"/>
            <a:chOff x="5212074" y="2149193"/>
            <a:chExt cx="593495" cy="226171"/>
          </a:xfrm>
        </p:grpSpPr>
        <p:cxnSp>
          <p:nvCxnSpPr>
            <p:cNvPr id="19" name="Straight Arrow Connector 47">
              <a:extLst>
                <a:ext uri="{FF2B5EF4-FFF2-40B4-BE49-F238E27FC236}">
                  <a16:creationId xmlns:a16="http://schemas.microsoft.com/office/drawing/2014/main" id="{D81DF04A-3C29-86CD-87CC-2E31ECE016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48">
              <a:extLst>
                <a:ext uri="{FF2B5EF4-FFF2-40B4-BE49-F238E27FC236}">
                  <a16:creationId xmlns:a16="http://schemas.microsoft.com/office/drawing/2014/main" id="{344EBAD0-4FCA-EE20-F299-6DD430F453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367323" cy="0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52">
            <a:extLst>
              <a:ext uri="{FF2B5EF4-FFF2-40B4-BE49-F238E27FC236}">
                <a16:creationId xmlns:a16="http://schemas.microsoft.com/office/drawing/2014/main" id="{727E857C-2E49-C822-9183-279507AAD080}"/>
              </a:ext>
            </a:extLst>
          </p:cNvPr>
          <p:cNvGrpSpPr/>
          <p:nvPr/>
        </p:nvGrpSpPr>
        <p:grpSpPr>
          <a:xfrm>
            <a:off x="6826648" y="2259877"/>
            <a:ext cx="1274872" cy="361956"/>
            <a:chOff x="5212074" y="2149193"/>
            <a:chExt cx="593495" cy="226171"/>
          </a:xfrm>
        </p:grpSpPr>
        <p:cxnSp>
          <p:nvCxnSpPr>
            <p:cNvPr id="22" name="Straight Arrow Connector 53">
              <a:extLst>
                <a:ext uri="{FF2B5EF4-FFF2-40B4-BE49-F238E27FC236}">
                  <a16:creationId xmlns:a16="http://schemas.microsoft.com/office/drawing/2014/main" id="{A6195A8E-2C56-BE03-40E6-D3042E09D1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54">
              <a:extLst>
                <a:ext uri="{FF2B5EF4-FFF2-40B4-BE49-F238E27FC236}">
                  <a16:creationId xmlns:a16="http://schemas.microsoft.com/office/drawing/2014/main" id="{D0AFBD33-269D-8DA1-2001-BE1CA69176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367323" cy="0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6">
            <a:extLst>
              <a:ext uri="{FF2B5EF4-FFF2-40B4-BE49-F238E27FC236}">
                <a16:creationId xmlns:a16="http://schemas.microsoft.com/office/drawing/2014/main" id="{AC19853D-F079-979A-329F-C1905B0783CD}"/>
              </a:ext>
            </a:extLst>
          </p:cNvPr>
          <p:cNvGrpSpPr/>
          <p:nvPr/>
        </p:nvGrpSpPr>
        <p:grpSpPr>
          <a:xfrm flipH="1" flipV="1">
            <a:off x="3960049" y="5011624"/>
            <a:ext cx="1274876" cy="361958"/>
            <a:chOff x="5212074" y="2149193"/>
            <a:chExt cx="593495" cy="226171"/>
          </a:xfrm>
        </p:grpSpPr>
        <p:cxnSp>
          <p:nvCxnSpPr>
            <p:cNvPr id="25" name="Straight Arrow Connector 30">
              <a:extLst>
                <a:ext uri="{FF2B5EF4-FFF2-40B4-BE49-F238E27FC236}">
                  <a16:creationId xmlns:a16="http://schemas.microsoft.com/office/drawing/2014/main" id="{8CBBAD7D-98D0-CF36-C2F4-1936C9E4DD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31">
              <a:extLst>
                <a:ext uri="{FF2B5EF4-FFF2-40B4-BE49-F238E27FC236}">
                  <a16:creationId xmlns:a16="http://schemas.microsoft.com/office/drawing/2014/main" id="{5685AC59-5743-3484-F1D2-9F51403D79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367323" cy="0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8C7A68C6-5F82-5D85-7F9A-E765575B033C}"/>
              </a:ext>
            </a:extLst>
          </p:cNvPr>
          <p:cNvGrpSpPr/>
          <p:nvPr/>
        </p:nvGrpSpPr>
        <p:grpSpPr>
          <a:xfrm flipV="1">
            <a:off x="6826647" y="5011624"/>
            <a:ext cx="1274874" cy="361958"/>
            <a:chOff x="5212074" y="2149193"/>
            <a:chExt cx="593495" cy="226171"/>
          </a:xfrm>
        </p:grpSpPr>
        <p:cxnSp>
          <p:nvCxnSpPr>
            <p:cNvPr id="28" name="Straight Arrow Connector 28">
              <a:extLst>
                <a:ext uri="{FF2B5EF4-FFF2-40B4-BE49-F238E27FC236}">
                  <a16:creationId xmlns:a16="http://schemas.microsoft.com/office/drawing/2014/main" id="{8F4BC03E-E71D-DD10-8749-DD9A4B7D42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2074" y="2149193"/>
              <a:ext cx="226172" cy="226171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9">
              <a:extLst>
                <a:ext uri="{FF2B5EF4-FFF2-40B4-BE49-F238E27FC236}">
                  <a16:creationId xmlns:a16="http://schemas.microsoft.com/office/drawing/2014/main" id="{66C4D91A-446B-EB47-765E-2D7FF422CA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38246" y="2149724"/>
              <a:ext cx="367323" cy="0"/>
            </a:xfrm>
            <a:prstGeom prst="straightConnector1">
              <a:avLst/>
            </a:prstGeom>
            <a:ln w="9525" cap="rnd">
              <a:solidFill>
                <a:schemeClr val="accent1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1">
            <a:extLst>
              <a:ext uri="{FF2B5EF4-FFF2-40B4-BE49-F238E27FC236}">
                <a16:creationId xmlns:a16="http://schemas.microsoft.com/office/drawing/2014/main" id="{EB5E1929-E064-7798-AC47-04DAAC22B374}"/>
              </a:ext>
            </a:extLst>
          </p:cNvPr>
          <p:cNvGrpSpPr/>
          <p:nvPr/>
        </p:nvGrpSpPr>
        <p:grpSpPr>
          <a:xfrm>
            <a:off x="4892415" y="2628148"/>
            <a:ext cx="2182762" cy="2377160"/>
            <a:chOff x="6125274" y="2328270"/>
            <a:chExt cx="2182762" cy="2377160"/>
          </a:xfrm>
        </p:grpSpPr>
        <p:sp>
          <p:nvSpPr>
            <p:cNvPr id="31" name="Graphic 18">
              <a:extLst>
                <a:ext uri="{FF2B5EF4-FFF2-40B4-BE49-F238E27FC236}">
                  <a16:creationId xmlns:a16="http://schemas.microsoft.com/office/drawing/2014/main" id="{1C4074CC-C095-8853-B906-E89B2B07894F}"/>
                </a:ext>
              </a:extLst>
            </p:cNvPr>
            <p:cNvSpPr/>
            <p:nvPr/>
          </p:nvSpPr>
          <p:spPr>
            <a:xfrm>
              <a:off x="6125274" y="2328270"/>
              <a:ext cx="2182762" cy="2377160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rgbClr val="F8FAFB"/>
            </a:solidFill>
            <a:ln w="12700" cap="flat">
              <a:gradFill flip="none" rotWithShape="1">
                <a:gsLst>
                  <a:gs pos="15000">
                    <a:schemeClr val="accent1">
                      <a:lumMod val="60000"/>
                      <a:lumOff val="40000"/>
                    </a:schemeClr>
                  </a:gs>
                  <a:gs pos="75000">
                    <a:schemeClr val="accent1"/>
                  </a:gs>
                </a:gsLst>
                <a:path path="circle">
                  <a:fillToRect l="100000" t="100000"/>
                </a:path>
                <a:tileRect r="-100000" b="-100000"/>
              </a:gradFill>
              <a:prstDash val="solid"/>
              <a:miter/>
            </a:ln>
            <a:effectLst/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Graphic 18">
              <a:extLst>
                <a:ext uri="{FF2B5EF4-FFF2-40B4-BE49-F238E27FC236}">
                  <a16:creationId xmlns:a16="http://schemas.microsoft.com/office/drawing/2014/main" id="{1612E42E-5053-28B4-CC4B-D0AC53A77A2F}"/>
                </a:ext>
              </a:extLst>
            </p:cNvPr>
            <p:cNvSpPr/>
            <p:nvPr/>
          </p:nvSpPr>
          <p:spPr>
            <a:xfrm>
              <a:off x="6363511" y="2587722"/>
              <a:ext cx="1706289" cy="185825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15000">
                  <a:schemeClr val="accent1">
                    <a:lumMod val="60000"/>
                    <a:lumOff val="40000"/>
                  </a:schemeClr>
                </a:gs>
                <a:gs pos="75000">
                  <a:schemeClr val="accent1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33" name="TextBox 36">
              <a:extLst>
                <a:ext uri="{FF2B5EF4-FFF2-40B4-BE49-F238E27FC236}">
                  <a16:creationId xmlns:a16="http://schemas.microsoft.com/office/drawing/2014/main" id="{1F13643D-4C42-DBD9-FA15-EDF857173F93}"/>
                </a:ext>
              </a:extLst>
            </p:cNvPr>
            <p:cNvSpPr txBox="1"/>
            <p:nvPr/>
          </p:nvSpPr>
          <p:spPr>
            <a:xfrm>
              <a:off x="6370841" y="3116739"/>
              <a:ext cx="1691628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3200" b="1" dirty="0">
                  <a:solidFill>
                    <a:schemeClr val="bg1"/>
                  </a:solidFill>
                  <a:latin typeface="+mj-lt"/>
                  <a:cs typeface="Poppins" panose="00000500000000000000" pitchFamily="2" charset="0"/>
                </a:rPr>
                <a:t>硬 體</a:t>
              </a:r>
              <a:endParaRPr lang="en-US" altLang="zh-TW" sz="3200" b="1" dirty="0">
                <a:solidFill>
                  <a:schemeClr val="bg1"/>
                </a:solidFill>
                <a:latin typeface="+mj-lt"/>
                <a:cs typeface="Poppins" panose="00000500000000000000" pitchFamily="2" charset="0"/>
              </a:endParaRPr>
            </a:p>
            <a:p>
              <a:pPr algn="ctr"/>
              <a:r>
                <a:rPr lang="en-US" altLang="zh-TW" sz="2000" dirty="0">
                  <a:solidFill>
                    <a:schemeClr val="bg1"/>
                  </a:solidFill>
                  <a:cs typeface="Poppins" panose="00000500000000000000" pitchFamily="2" charset="0"/>
                </a:rPr>
                <a:t>Hardware</a:t>
              </a:r>
            </a:p>
          </p:txBody>
        </p:sp>
      </p:grpSp>
      <p:grpSp>
        <p:nvGrpSpPr>
          <p:cNvPr id="2" name="群組 1">
            <a:extLst>
              <a:ext uri="{FF2B5EF4-FFF2-40B4-BE49-F238E27FC236}">
                <a16:creationId xmlns:a16="http://schemas.microsoft.com/office/drawing/2014/main" id="{CF7AFBAE-B4B5-4F0E-B826-35ACEC3CB191}"/>
              </a:ext>
            </a:extLst>
          </p:cNvPr>
          <p:cNvGrpSpPr/>
          <p:nvPr/>
        </p:nvGrpSpPr>
        <p:grpSpPr>
          <a:xfrm>
            <a:off x="1166812" y="1938108"/>
            <a:ext cx="2543086" cy="690188"/>
            <a:chOff x="1247775" y="2195283"/>
            <a:chExt cx="2543086" cy="690188"/>
          </a:xfrm>
        </p:grpSpPr>
        <p:sp>
          <p:nvSpPr>
            <p:cNvPr id="3" name="TextBox 44">
              <a:extLst>
                <a:ext uri="{FF2B5EF4-FFF2-40B4-BE49-F238E27FC236}">
                  <a16:creationId xmlns:a16="http://schemas.microsoft.com/office/drawing/2014/main" id="{25BE4B32-9B57-9198-F375-5A759F4C5035}"/>
                </a:ext>
              </a:extLst>
            </p:cNvPr>
            <p:cNvSpPr txBox="1"/>
            <p:nvPr/>
          </p:nvSpPr>
          <p:spPr>
            <a:xfrm>
              <a:off x="1452563" y="2195283"/>
              <a:ext cx="23382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2000" b="1" dirty="0">
                  <a:solidFill>
                    <a:schemeClr val="tx2"/>
                  </a:solidFill>
                  <a:latin typeface="+mj-lt"/>
                  <a:cs typeface="Poppins" panose="00000500000000000000" pitchFamily="2" charset="0"/>
                </a:rPr>
                <a:t>ESP32 + Wi-Fi</a:t>
              </a:r>
            </a:p>
          </p:txBody>
        </p:sp>
        <p:sp>
          <p:nvSpPr>
            <p:cNvPr id="36" name="TextBox 56">
              <a:extLst>
                <a:ext uri="{FF2B5EF4-FFF2-40B4-BE49-F238E27FC236}">
                  <a16:creationId xmlns:a16="http://schemas.microsoft.com/office/drawing/2014/main" id="{8B24CFE3-9679-4D77-8BC8-52060DD8A72D}"/>
                </a:ext>
              </a:extLst>
            </p:cNvPr>
            <p:cNvSpPr txBox="1"/>
            <p:nvPr/>
          </p:nvSpPr>
          <p:spPr>
            <a:xfrm>
              <a:off x="1247775" y="2500109"/>
              <a:ext cx="2543086" cy="385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zh-TW" altLang="en-US" sz="1600" spc="50" dirty="0">
                  <a:solidFill>
                    <a:schemeClr val="accent1"/>
                  </a:solidFill>
                </a:rPr>
                <a:t>聯網微控制器</a:t>
              </a:r>
              <a:endParaRPr lang="en-US" altLang="zh-TW" sz="1600" spc="5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C84C60A6-7389-4DFC-96B0-82C36D3FF831}"/>
              </a:ext>
            </a:extLst>
          </p:cNvPr>
          <p:cNvGrpSpPr/>
          <p:nvPr/>
        </p:nvGrpSpPr>
        <p:grpSpPr>
          <a:xfrm>
            <a:off x="1062037" y="5054814"/>
            <a:ext cx="2647861" cy="674701"/>
            <a:chOff x="1143000" y="5321514"/>
            <a:chExt cx="2647861" cy="674701"/>
          </a:xfrm>
        </p:grpSpPr>
        <p:sp>
          <p:nvSpPr>
            <p:cNvPr id="10" name="TextBox 20">
              <a:extLst>
                <a:ext uri="{FF2B5EF4-FFF2-40B4-BE49-F238E27FC236}">
                  <a16:creationId xmlns:a16="http://schemas.microsoft.com/office/drawing/2014/main" id="{D8E43A4E-73E7-03F8-9D7D-B4E62E0F0D7F}"/>
                </a:ext>
              </a:extLst>
            </p:cNvPr>
            <p:cNvSpPr txBox="1"/>
            <p:nvPr/>
          </p:nvSpPr>
          <p:spPr>
            <a:xfrm>
              <a:off x="2120939" y="5321514"/>
              <a:ext cx="16699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TW" sz="2000" b="1" dirty="0">
                  <a:solidFill>
                    <a:schemeClr val="tx2"/>
                  </a:solidFill>
                  <a:latin typeface="+mj-lt"/>
                  <a:cs typeface="Poppins" panose="00000500000000000000" pitchFamily="2" charset="0"/>
                </a:rPr>
                <a:t>TMC2209</a:t>
              </a:r>
            </a:p>
          </p:txBody>
        </p:sp>
        <p:sp>
          <p:nvSpPr>
            <p:cNvPr id="41" name="TextBox 56">
              <a:extLst>
                <a:ext uri="{FF2B5EF4-FFF2-40B4-BE49-F238E27FC236}">
                  <a16:creationId xmlns:a16="http://schemas.microsoft.com/office/drawing/2014/main" id="{5C2EE22A-F8A5-47CF-BEE1-E3D0F1AA522E}"/>
                </a:ext>
              </a:extLst>
            </p:cNvPr>
            <p:cNvSpPr txBox="1"/>
            <p:nvPr/>
          </p:nvSpPr>
          <p:spPr>
            <a:xfrm>
              <a:off x="1143000" y="5610853"/>
              <a:ext cx="2647861" cy="385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zh-TW" altLang="en-US" sz="1600" spc="50" dirty="0">
                  <a:solidFill>
                    <a:schemeClr val="accent1"/>
                  </a:solidFill>
                </a:rPr>
                <a:t>步進馬達驅動</a:t>
              </a:r>
              <a:endParaRPr lang="en-US" altLang="zh-TW" sz="1600" spc="5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C7816193-64B6-4AD1-9582-7B2DE3FFFB4B}"/>
              </a:ext>
            </a:extLst>
          </p:cNvPr>
          <p:cNvGrpSpPr/>
          <p:nvPr/>
        </p:nvGrpSpPr>
        <p:grpSpPr>
          <a:xfrm>
            <a:off x="8397514" y="5044654"/>
            <a:ext cx="2732449" cy="684861"/>
            <a:chOff x="8478477" y="5311354"/>
            <a:chExt cx="2732449" cy="684861"/>
          </a:xfrm>
        </p:grpSpPr>
        <p:sp>
          <p:nvSpPr>
            <p:cNvPr id="16" name="TextBox 23">
              <a:extLst>
                <a:ext uri="{FF2B5EF4-FFF2-40B4-BE49-F238E27FC236}">
                  <a16:creationId xmlns:a16="http://schemas.microsoft.com/office/drawing/2014/main" id="{05E4630B-E304-4EDC-397E-128D05498F73}"/>
                </a:ext>
              </a:extLst>
            </p:cNvPr>
            <p:cNvSpPr txBox="1"/>
            <p:nvPr/>
          </p:nvSpPr>
          <p:spPr>
            <a:xfrm flipH="1">
              <a:off x="8478477" y="5311354"/>
              <a:ext cx="228330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b="1" dirty="0">
                  <a:solidFill>
                    <a:schemeClr val="tx2"/>
                  </a:solidFill>
                  <a:latin typeface="+mj-lt"/>
                  <a:cs typeface="Poppins" panose="00000500000000000000" pitchFamily="2" charset="0"/>
                </a:rPr>
                <a:t>NEMA 17</a:t>
              </a:r>
            </a:p>
          </p:txBody>
        </p:sp>
        <p:sp>
          <p:nvSpPr>
            <p:cNvPr id="42" name="TextBox 56">
              <a:extLst>
                <a:ext uri="{FF2B5EF4-FFF2-40B4-BE49-F238E27FC236}">
                  <a16:creationId xmlns:a16="http://schemas.microsoft.com/office/drawing/2014/main" id="{657F1943-39BA-4AF8-A32F-5D5CA0BB584A}"/>
                </a:ext>
              </a:extLst>
            </p:cNvPr>
            <p:cNvSpPr txBox="1"/>
            <p:nvPr/>
          </p:nvSpPr>
          <p:spPr>
            <a:xfrm>
              <a:off x="8478478" y="5610853"/>
              <a:ext cx="2732448" cy="385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TW" altLang="en-US" sz="1600" spc="50" dirty="0">
                  <a:solidFill>
                    <a:schemeClr val="accent1"/>
                  </a:solidFill>
                </a:rPr>
                <a:t>步進馬達</a:t>
              </a:r>
              <a:endParaRPr lang="en-US" altLang="zh-TW" sz="1600" spc="5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1374137B-2812-4103-843C-2419D9E17733}"/>
              </a:ext>
            </a:extLst>
          </p:cNvPr>
          <p:cNvGrpSpPr/>
          <p:nvPr/>
        </p:nvGrpSpPr>
        <p:grpSpPr>
          <a:xfrm>
            <a:off x="8397514" y="1927815"/>
            <a:ext cx="2543086" cy="681431"/>
            <a:chOff x="8478477" y="2023065"/>
            <a:chExt cx="2543086" cy="681431"/>
          </a:xfrm>
        </p:grpSpPr>
        <p:sp>
          <p:nvSpPr>
            <p:cNvPr id="13" name="TextBox 50">
              <a:extLst>
                <a:ext uri="{FF2B5EF4-FFF2-40B4-BE49-F238E27FC236}">
                  <a16:creationId xmlns:a16="http://schemas.microsoft.com/office/drawing/2014/main" id="{77CFA3F3-868C-E57E-8439-9B7960A01316}"/>
                </a:ext>
              </a:extLst>
            </p:cNvPr>
            <p:cNvSpPr txBox="1"/>
            <p:nvPr/>
          </p:nvSpPr>
          <p:spPr>
            <a:xfrm flipH="1">
              <a:off x="8478479" y="2023065"/>
              <a:ext cx="23260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b="1" dirty="0">
                  <a:solidFill>
                    <a:schemeClr val="tx2"/>
                  </a:solidFill>
                  <a:latin typeface="+mj-lt"/>
                  <a:cs typeface="Poppins" panose="00000500000000000000" pitchFamily="2" charset="0"/>
                </a:rPr>
                <a:t>Arduino Core</a:t>
              </a:r>
            </a:p>
          </p:txBody>
        </p:sp>
        <p:sp>
          <p:nvSpPr>
            <p:cNvPr id="43" name="TextBox 56">
              <a:extLst>
                <a:ext uri="{FF2B5EF4-FFF2-40B4-BE49-F238E27FC236}">
                  <a16:creationId xmlns:a16="http://schemas.microsoft.com/office/drawing/2014/main" id="{1ECF1DEC-0ABA-4DDB-A0F4-0A03E761DABC}"/>
                </a:ext>
              </a:extLst>
            </p:cNvPr>
            <p:cNvSpPr txBox="1"/>
            <p:nvPr/>
          </p:nvSpPr>
          <p:spPr>
            <a:xfrm>
              <a:off x="8478477" y="2319134"/>
              <a:ext cx="2543086" cy="385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TW" altLang="en-US" sz="1600" spc="50" dirty="0">
                  <a:solidFill>
                    <a:schemeClr val="accent1"/>
                  </a:solidFill>
                </a:rPr>
                <a:t>韌體開發環境</a:t>
              </a:r>
              <a:endParaRPr lang="en-US" altLang="zh-TW" sz="1600" spc="50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2853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719 0.12917 L 4.79167E-6 -1.48148E-6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59" y="-6458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37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37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37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37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5259F3-9A21-EE7F-42C6-DABCD5136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8B3371E3-FD1F-EC49-A8B4-4C308AE85658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AD2E6CAC-4FB9-9A48-31A1-292D964DB8A4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賣家上架流程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68C8E45-D0F0-E942-0FD8-888F68A72BB0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SELLER LISTING FLOW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CBCE16EC-A6A7-89C8-C533-DB685FE62CEC}"/>
              </a:ext>
            </a:extLst>
          </p:cNvPr>
          <p:cNvGrpSpPr/>
          <p:nvPr/>
        </p:nvGrpSpPr>
        <p:grpSpPr>
          <a:xfrm>
            <a:off x="2046000" y="3296563"/>
            <a:ext cx="8100000" cy="0"/>
            <a:chOff x="1776000" y="3259447"/>
            <a:chExt cx="8386769" cy="0"/>
          </a:xfrm>
        </p:grpSpPr>
        <p:cxnSp>
          <p:nvCxnSpPr>
            <p:cNvPr id="33" name="Straight Connector 25">
              <a:extLst>
                <a:ext uri="{FF2B5EF4-FFF2-40B4-BE49-F238E27FC236}">
                  <a16:creationId xmlns:a16="http://schemas.microsoft.com/office/drawing/2014/main" id="{E76E318B-A5FF-A5B1-67A1-6F2ECD8772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6000" y="3259447"/>
              <a:ext cx="12600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1">
              <a:extLst>
                <a:ext uri="{FF2B5EF4-FFF2-40B4-BE49-F238E27FC236}">
                  <a16:creationId xmlns:a16="http://schemas.microsoft.com/office/drawing/2014/main" id="{0E7A0828-BBD4-1006-313A-ADFB13989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51590" y="3259447"/>
              <a:ext cx="12600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2">
              <a:extLst>
                <a:ext uri="{FF2B5EF4-FFF2-40B4-BE49-F238E27FC236}">
                  <a16:creationId xmlns:a16="http://schemas.microsoft.com/office/drawing/2014/main" id="{20E793B9-7B50-569B-34D9-FFDE698B44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27179" y="3259447"/>
              <a:ext cx="12600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33">
              <a:extLst>
                <a:ext uri="{FF2B5EF4-FFF2-40B4-BE49-F238E27FC236}">
                  <a16:creationId xmlns:a16="http://schemas.microsoft.com/office/drawing/2014/main" id="{CD43FA01-AB86-2ABC-8736-A28F4D82A8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02769" y="3259447"/>
              <a:ext cx="12600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CA1965CE-C793-812B-CAAF-DFB3AA44F88C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18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A3DAC870-C8DE-9149-C76D-7F65C25B7250}"/>
              </a:ext>
            </a:extLst>
          </p:cNvPr>
          <p:cNvGrpSpPr/>
          <p:nvPr/>
        </p:nvGrpSpPr>
        <p:grpSpPr>
          <a:xfrm>
            <a:off x="9855059" y="2881667"/>
            <a:ext cx="1735369" cy="1773119"/>
            <a:chOff x="9855059" y="2881667"/>
            <a:chExt cx="1735369" cy="1773119"/>
          </a:xfrm>
        </p:grpSpPr>
        <p:sp>
          <p:nvSpPr>
            <p:cNvPr id="61" name="Graphic 18">
              <a:extLst>
                <a:ext uri="{FF2B5EF4-FFF2-40B4-BE49-F238E27FC236}">
                  <a16:creationId xmlns:a16="http://schemas.microsoft.com/office/drawing/2014/main" id="{CDADE9BA-7942-69AD-A47C-EB7935C766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62767" y="2881667"/>
              <a:ext cx="719952" cy="78407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8" name="TextBox 55">
              <a:extLst>
                <a:ext uri="{FF2B5EF4-FFF2-40B4-BE49-F238E27FC236}">
                  <a16:creationId xmlns:a16="http://schemas.microsoft.com/office/drawing/2014/main" id="{6595DB26-B917-513F-F91A-5206B31DE3F2}"/>
                </a:ext>
              </a:extLst>
            </p:cNvPr>
            <p:cNvSpPr txBox="1"/>
            <p:nvPr/>
          </p:nvSpPr>
          <p:spPr>
            <a:xfrm>
              <a:off x="9855059" y="3919905"/>
              <a:ext cx="1735369" cy="734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TW" altLang="en-US" spc="100" dirty="0">
                  <a:solidFill>
                    <a:schemeClr val="accent6"/>
                  </a:solidFill>
                  <a:latin typeface="+mj-lt"/>
                  <a:ea typeface="Noto Sans TC Medium" panose="020B0200000000000000" pitchFamily="34" charset="-120"/>
                </a:rPr>
                <a:t>完成上架</a:t>
              </a:r>
              <a:endParaRPr lang="en-US" altLang="zh-TW" spc="100" dirty="0">
                <a:solidFill>
                  <a:schemeClr val="accent6"/>
                </a:solidFill>
                <a:latin typeface="+mj-lt"/>
                <a:ea typeface="Noto Sans TC Medium" panose="020B0200000000000000" pitchFamily="34" charset="-120"/>
              </a:endParaRPr>
            </a:p>
            <a:p>
              <a:pPr algn="ctr">
                <a:lnSpc>
                  <a:spcPct val="120000"/>
                </a:lnSpc>
              </a:pPr>
              <a:r>
                <a:rPr lang="zh-TW" altLang="en-US" spc="100" dirty="0">
                  <a:solidFill>
                    <a:schemeClr val="accent6"/>
                  </a:solidFill>
                  <a:latin typeface="+mj-lt"/>
                  <a:ea typeface="Noto Sans TC Medium" panose="020B0200000000000000" pitchFamily="34" charset="-120"/>
                </a:rPr>
                <a:t>首頁顯示</a:t>
              </a:r>
              <a:endParaRPr lang="en-US" spc="100" dirty="0">
                <a:solidFill>
                  <a:schemeClr val="accent6"/>
                </a:solidFill>
                <a:latin typeface="+mj-lt"/>
                <a:ea typeface="Noto Sans TC Medium" panose="020B0200000000000000" pitchFamily="34" charset="-120"/>
              </a:endParaRPr>
            </a:p>
          </p:txBody>
        </p:sp>
        <p:pic>
          <p:nvPicPr>
            <p:cNvPr id="3" name="圖形 2">
              <a:extLst>
                <a:ext uri="{FF2B5EF4-FFF2-40B4-BE49-F238E27FC236}">
                  <a16:creationId xmlns:a16="http://schemas.microsoft.com/office/drawing/2014/main" id="{998BD0F0-20FF-BDFD-659C-08B11D3047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488743" y="3039703"/>
              <a:ext cx="468000" cy="468000"/>
            </a:xfrm>
            <a:prstGeom prst="rect">
              <a:avLst/>
            </a:prstGeom>
          </p:spPr>
        </p:pic>
      </p:grp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C45DD538-8D30-FB45-7F56-A92FEDE0A515}"/>
              </a:ext>
            </a:extLst>
          </p:cNvPr>
          <p:cNvGrpSpPr/>
          <p:nvPr/>
        </p:nvGrpSpPr>
        <p:grpSpPr>
          <a:xfrm>
            <a:off x="653869" y="2881667"/>
            <a:ext cx="1735369" cy="1773119"/>
            <a:chOff x="653869" y="2881667"/>
            <a:chExt cx="1735369" cy="1773119"/>
          </a:xfrm>
        </p:grpSpPr>
        <p:sp>
          <p:nvSpPr>
            <p:cNvPr id="63" name="TextBox 55">
              <a:extLst>
                <a:ext uri="{FF2B5EF4-FFF2-40B4-BE49-F238E27FC236}">
                  <a16:creationId xmlns:a16="http://schemas.microsoft.com/office/drawing/2014/main" id="{E7EC0325-A291-7C4A-9B00-5309A798E61E}"/>
                </a:ext>
              </a:extLst>
            </p:cNvPr>
            <p:cNvSpPr txBox="1"/>
            <p:nvPr/>
          </p:nvSpPr>
          <p:spPr>
            <a:xfrm>
              <a:off x="653869" y="3919905"/>
              <a:ext cx="1735369" cy="734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TW" altLang="en-US" spc="100" dirty="0">
                  <a:solidFill>
                    <a:schemeClr val="accent6"/>
                  </a:solidFill>
                  <a:latin typeface="+mj-lt"/>
                  <a:ea typeface="Noto Sans TC Medium" panose="020B0200000000000000" pitchFamily="34" charset="-120"/>
                </a:rPr>
                <a:t>點擊下方 </a:t>
              </a:r>
              <a:r>
                <a:rPr lang="en-US" altLang="zh-TW" b="1" spc="100" dirty="0">
                  <a:solidFill>
                    <a:schemeClr val="accent6"/>
                  </a:solidFill>
                  <a:latin typeface="+mj-lt"/>
                  <a:ea typeface="Noto Sans TC Medium" panose="020B0200000000000000" pitchFamily="34" charset="-120"/>
                </a:rPr>
                <a:t>+</a:t>
              </a:r>
            </a:p>
            <a:p>
              <a:pPr algn="ctr">
                <a:lnSpc>
                  <a:spcPct val="120000"/>
                </a:lnSpc>
              </a:pPr>
              <a:r>
                <a:rPr lang="zh-TW" altLang="en-US" spc="100" dirty="0">
                  <a:solidFill>
                    <a:schemeClr val="accent6"/>
                  </a:solidFill>
                  <a:latin typeface="+mj-lt"/>
                  <a:ea typeface="Noto Sans TC Medium" panose="020B0200000000000000" pitchFamily="34" charset="-120"/>
                </a:rPr>
                <a:t>新增書籍</a:t>
              </a:r>
              <a:endParaRPr lang="en-US" spc="100" dirty="0">
                <a:solidFill>
                  <a:schemeClr val="accent6"/>
                </a:solidFill>
                <a:latin typeface="+mj-lt"/>
                <a:ea typeface="Noto Sans TC Medium" panose="020B0200000000000000" pitchFamily="34" charset="-120"/>
              </a:endParaRPr>
            </a:p>
          </p:txBody>
        </p:sp>
        <p:sp>
          <p:nvSpPr>
            <p:cNvPr id="62" name="Graphic 18">
              <a:extLst>
                <a:ext uri="{FF2B5EF4-FFF2-40B4-BE49-F238E27FC236}">
                  <a16:creationId xmlns:a16="http://schemas.microsoft.com/office/drawing/2014/main" id="{42688AB2-E776-2060-B485-6D4D72354A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55703" y="2881667"/>
              <a:ext cx="719952" cy="78407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3">
                <a:lumMod val="90000"/>
              </a:schemeClr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8" name="圖形 7">
              <a:extLst>
                <a:ext uri="{FF2B5EF4-FFF2-40B4-BE49-F238E27FC236}">
                  <a16:creationId xmlns:a16="http://schemas.microsoft.com/office/drawing/2014/main" id="{B3744280-4DAC-90D1-66AB-8F35246465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81679" y="3039703"/>
              <a:ext cx="468000" cy="468000"/>
            </a:xfrm>
            <a:prstGeom prst="rect">
              <a:avLst/>
            </a:prstGeom>
          </p:spPr>
        </p:pic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4BD70CF9-1D34-B20A-8B5B-1909E9A71E2E}"/>
              </a:ext>
            </a:extLst>
          </p:cNvPr>
          <p:cNvGrpSpPr/>
          <p:nvPr/>
        </p:nvGrpSpPr>
        <p:grpSpPr>
          <a:xfrm>
            <a:off x="2935600" y="2881667"/>
            <a:ext cx="1735369" cy="1773119"/>
            <a:chOff x="2935600" y="2881667"/>
            <a:chExt cx="1735369" cy="1773119"/>
          </a:xfrm>
        </p:grpSpPr>
        <p:sp>
          <p:nvSpPr>
            <p:cNvPr id="65" name="TextBox 55">
              <a:extLst>
                <a:ext uri="{FF2B5EF4-FFF2-40B4-BE49-F238E27FC236}">
                  <a16:creationId xmlns:a16="http://schemas.microsoft.com/office/drawing/2014/main" id="{777ECA19-26D6-539F-9A90-98984AF73BA9}"/>
                </a:ext>
              </a:extLst>
            </p:cNvPr>
            <p:cNvSpPr txBox="1"/>
            <p:nvPr/>
          </p:nvSpPr>
          <p:spPr>
            <a:xfrm>
              <a:off x="2935600" y="3919905"/>
              <a:ext cx="1735369" cy="734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TW" altLang="en-US" spc="100" dirty="0">
                  <a:solidFill>
                    <a:schemeClr val="accent6"/>
                  </a:solidFill>
                  <a:latin typeface="+mj-lt"/>
                  <a:ea typeface="Noto Sans TC Medium" panose="020B0200000000000000" pitchFamily="34" charset="-120"/>
                </a:rPr>
                <a:t>點擊 </a:t>
              </a:r>
              <a:r>
                <a:rPr lang="en-US" altLang="zh-TW" b="1" spc="100" dirty="0">
                  <a:solidFill>
                    <a:schemeClr val="accent6"/>
                  </a:solidFill>
                  <a:latin typeface="+mj-lt"/>
                  <a:ea typeface="Noto Sans TC Medium" panose="020B0200000000000000" pitchFamily="34" charset="-120"/>
                </a:rPr>
                <a:t>ISBN</a:t>
              </a:r>
            </a:p>
            <a:p>
              <a:pPr algn="ctr">
                <a:lnSpc>
                  <a:spcPct val="120000"/>
                </a:lnSpc>
              </a:pPr>
              <a:r>
                <a:rPr lang="zh-TW" altLang="en-US" spc="100" dirty="0">
                  <a:solidFill>
                    <a:schemeClr val="accent6"/>
                  </a:solidFill>
                  <a:latin typeface="+mj-lt"/>
                  <a:ea typeface="Noto Sans TC Medium" panose="020B0200000000000000" pitchFamily="34" charset="-120"/>
                </a:rPr>
                <a:t>掃描符號</a:t>
              </a:r>
              <a:endParaRPr lang="en-US" spc="100" dirty="0">
                <a:solidFill>
                  <a:schemeClr val="accent6"/>
                </a:solidFill>
                <a:latin typeface="+mj-lt"/>
                <a:ea typeface="Noto Sans TC Medium" panose="020B0200000000000000" pitchFamily="34" charset="-120"/>
              </a:endParaRPr>
            </a:p>
          </p:txBody>
        </p:sp>
        <p:sp>
          <p:nvSpPr>
            <p:cNvPr id="47" name="Graphic 18">
              <a:extLst>
                <a:ext uri="{FF2B5EF4-FFF2-40B4-BE49-F238E27FC236}">
                  <a16:creationId xmlns:a16="http://schemas.microsoft.com/office/drawing/2014/main" id="{98873B02-EB36-D79B-7F78-E6A66CDD3E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3308" y="2881667"/>
              <a:ext cx="719952" cy="78407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10" name="圖形 9">
              <a:extLst>
                <a:ext uri="{FF2B5EF4-FFF2-40B4-BE49-F238E27FC236}">
                  <a16:creationId xmlns:a16="http://schemas.microsoft.com/office/drawing/2014/main" id="{852A8081-2F0D-27F4-7EA6-C5A995EDACE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569284" y="3039703"/>
              <a:ext cx="468000" cy="468000"/>
            </a:xfrm>
            <a:prstGeom prst="rect">
              <a:avLst/>
            </a:prstGeom>
          </p:spPr>
        </p:pic>
      </p:grp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3D3C1554-D250-9FED-0B92-409D29DFA21E}"/>
              </a:ext>
            </a:extLst>
          </p:cNvPr>
          <p:cNvGrpSpPr/>
          <p:nvPr/>
        </p:nvGrpSpPr>
        <p:grpSpPr>
          <a:xfrm>
            <a:off x="5191183" y="2903573"/>
            <a:ext cx="1809636" cy="1771900"/>
            <a:chOff x="5191183" y="2903573"/>
            <a:chExt cx="1809636" cy="1771900"/>
          </a:xfrm>
        </p:grpSpPr>
        <p:sp>
          <p:nvSpPr>
            <p:cNvPr id="66" name="TextBox 55">
              <a:extLst>
                <a:ext uri="{FF2B5EF4-FFF2-40B4-BE49-F238E27FC236}">
                  <a16:creationId xmlns:a16="http://schemas.microsoft.com/office/drawing/2014/main" id="{3BBBB2B5-3175-556E-F878-95FC86F2D76B}"/>
                </a:ext>
              </a:extLst>
            </p:cNvPr>
            <p:cNvSpPr txBox="1"/>
            <p:nvPr/>
          </p:nvSpPr>
          <p:spPr>
            <a:xfrm>
              <a:off x="5191183" y="3941811"/>
              <a:ext cx="1809636" cy="733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TW" b="1" spc="100" dirty="0">
                  <a:solidFill>
                    <a:schemeClr val="accent6"/>
                  </a:solidFill>
                  <a:latin typeface="+mj-lt"/>
                  <a:ea typeface="Noto Sans TC Medium" panose="020B0200000000000000" pitchFamily="34" charset="-120"/>
                </a:rPr>
                <a:t>API</a:t>
              </a:r>
              <a:r>
                <a:rPr lang="zh-TW" altLang="en-US" spc="100" dirty="0">
                  <a:solidFill>
                    <a:schemeClr val="accent6"/>
                  </a:solidFill>
                  <a:latin typeface="+mj-lt"/>
                  <a:ea typeface="Noto Sans TC Medium" panose="020B0200000000000000" pitchFamily="34" charset="-120"/>
                </a:rPr>
                <a:t>自動</a:t>
              </a:r>
              <a:endParaRPr lang="en-US" altLang="zh-TW" spc="100" dirty="0">
                <a:solidFill>
                  <a:schemeClr val="accent6"/>
                </a:solidFill>
                <a:latin typeface="+mj-lt"/>
                <a:ea typeface="Noto Sans TC Medium" panose="020B0200000000000000" pitchFamily="34" charset="-120"/>
              </a:endParaRPr>
            </a:p>
            <a:p>
              <a:pPr algn="ctr">
                <a:lnSpc>
                  <a:spcPct val="120000"/>
                </a:lnSpc>
              </a:pPr>
              <a:r>
                <a:rPr lang="zh-TW" altLang="en-US" spc="100" dirty="0">
                  <a:solidFill>
                    <a:schemeClr val="accent6"/>
                  </a:solidFill>
                  <a:latin typeface="+mj-lt"/>
                  <a:ea typeface="Noto Sans TC Medium" panose="020B0200000000000000" pitchFamily="34" charset="-120"/>
                </a:rPr>
                <a:t>帶入資訊</a:t>
              </a:r>
              <a:endParaRPr lang="en-US" b="1" spc="50" dirty="0">
                <a:solidFill>
                  <a:schemeClr val="accent6"/>
                </a:solidFill>
                <a:latin typeface="+mj-lt"/>
                <a:ea typeface="Noto Sans TC Medium" panose="020B0200000000000000" pitchFamily="34" charset="-120"/>
              </a:endParaRPr>
            </a:p>
          </p:txBody>
        </p:sp>
        <p:sp>
          <p:nvSpPr>
            <p:cNvPr id="59" name="Graphic 18">
              <a:extLst>
                <a:ext uri="{FF2B5EF4-FFF2-40B4-BE49-F238E27FC236}">
                  <a16:creationId xmlns:a16="http://schemas.microsoft.com/office/drawing/2014/main" id="{FD94205C-CB15-9DC7-BDAD-A7A267750A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36024" y="2903573"/>
              <a:ext cx="719952" cy="78407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17" name="圖形 16">
              <a:extLst>
                <a:ext uri="{FF2B5EF4-FFF2-40B4-BE49-F238E27FC236}">
                  <a16:creationId xmlns:a16="http://schemas.microsoft.com/office/drawing/2014/main" id="{3CAFBB40-9328-22AE-FD0B-A57552AC7E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862000" y="3061609"/>
              <a:ext cx="468000" cy="468000"/>
            </a:xfrm>
            <a:prstGeom prst="rect">
              <a:avLst/>
            </a:prstGeom>
          </p:spPr>
        </p:pic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C545724A-B2FC-00DA-506F-1DD7E9C89CBA}"/>
              </a:ext>
            </a:extLst>
          </p:cNvPr>
          <p:cNvGrpSpPr/>
          <p:nvPr/>
        </p:nvGrpSpPr>
        <p:grpSpPr>
          <a:xfrm>
            <a:off x="7521033" y="2903573"/>
            <a:ext cx="1735369" cy="1749994"/>
            <a:chOff x="7521033" y="2903573"/>
            <a:chExt cx="1735369" cy="1749994"/>
          </a:xfrm>
        </p:grpSpPr>
        <p:sp>
          <p:nvSpPr>
            <p:cNvPr id="60" name="Graphic 18">
              <a:extLst>
                <a:ext uri="{FF2B5EF4-FFF2-40B4-BE49-F238E27FC236}">
                  <a16:creationId xmlns:a16="http://schemas.microsoft.com/office/drawing/2014/main" id="{CB84B9D7-AA30-ECD4-3956-35BBA34C70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30385" y="2903573"/>
              <a:ext cx="719952" cy="78407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55">
              <a:extLst>
                <a:ext uri="{FF2B5EF4-FFF2-40B4-BE49-F238E27FC236}">
                  <a16:creationId xmlns:a16="http://schemas.microsoft.com/office/drawing/2014/main" id="{21E90E44-DC22-01AE-13B6-DA1C1F8E0304}"/>
                </a:ext>
              </a:extLst>
            </p:cNvPr>
            <p:cNvSpPr txBox="1"/>
            <p:nvPr/>
          </p:nvSpPr>
          <p:spPr>
            <a:xfrm>
              <a:off x="7521033" y="3919905"/>
              <a:ext cx="1735369" cy="733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TW" altLang="en-US" spc="100" dirty="0">
                  <a:solidFill>
                    <a:schemeClr val="accent6"/>
                  </a:solidFill>
                  <a:latin typeface="+mj-lt"/>
                  <a:ea typeface="Noto Sans TC Medium" panose="020B0200000000000000" pitchFamily="34" charset="-120"/>
                </a:rPr>
                <a:t>書籍進行</a:t>
              </a:r>
              <a:endParaRPr lang="en-US" altLang="zh-TW" spc="100" dirty="0">
                <a:solidFill>
                  <a:schemeClr val="accent6"/>
                </a:solidFill>
                <a:latin typeface="+mj-lt"/>
                <a:ea typeface="Noto Sans TC Medium" panose="020B0200000000000000" pitchFamily="34" charset="-120"/>
              </a:endParaRPr>
            </a:p>
            <a:p>
              <a:pPr algn="ctr">
                <a:lnSpc>
                  <a:spcPct val="120000"/>
                </a:lnSpc>
              </a:pPr>
              <a:r>
                <a:rPr lang="zh-TW" altLang="en-US" spc="100" dirty="0">
                  <a:solidFill>
                    <a:schemeClr val="accent6"/>
                  </a:solidFill>
                  <a:latin typeface="+mj-lt"/>
                  <a:ea typeface="Noto Sans TC Medium" panose="020B0200000000000000" pitchFamily="34" charset="-120"/>
                </a:rPr>
                <a:t>拍照上傳</a:t>
              </a:r>
              <a:endParaRPr lang="en-US" spc="100" dirty="0">
                <a:solidFill>
                  <a:schemeClr val="accent6"/>
                </a:solidFill>
                <a:latin typeface="+mj-lt"/>
                <a:ea typeface="Noto Sans TC Medium" panose="020B0200000000000000" pitchFamily="34" charset="-120"/>
              </a:endParaRPr>
            </a:p>
          </p:txBody>
        </p:sp>
        <p:pic>
          <p:nvPicPr>
            <p:cNvPr id="19" name="圖形 18">
              <a:extLst>
                <a:ext uri="{FF2B5EF4-FFF2-40B4-BE49-F238E27FC236}">
                  <a16:creationId xmlns:a16="http://schemas.microsoft.com/office/drawing/2014/main" id="{278988F8-1BA5-9665-C24A-CF9BAAA814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156361" y="3061609"/>
              <a:ext cx="468000" cy="46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52368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0" presetClass="path" presetSubtype="0" accel="26000" decel="74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031 0.06412 L -0.01042 0.06412 C -0.00612 0.06412 4.16667E-7 0.04629 4.16667E-7 0.03171 L 4.16667E-7 4.44444E-6 " pathEditMode="relative" rAng="0" ptsTypes="AAAA">
                                      <p:cBhvr>
                                        <p:cTn id="1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6" y="-3218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0" presetClass="path" presetSubtype="0" accel="26000" decel="74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0.02031 0.06412 L -0.01042 0.06412 C -0.00612 0.06412 4.16667E-7 0.04629 4.16667E-7 0.03171 L 4.16667E-7 4.44444E-6 " pathEditMode="relative" rAng="0" ptsTypes="AAAA">
                                      <p:cBhvr>
                                        <p:cTn id="1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6" y="-3218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0" presetClass="path" presetSubtype="0" accel="26000" decel="74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0.02031 0.06412 L -0.01042 0.06412 C -0.00612 0.06412 4.16667E-7 0.04629 4.16667E-7 0.03171 L 4.16667E-7 4.44444E-6 " pathEditMode="relative" rAng="0" ptsTypes="AAAA">
                                      <p:cBhvr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6" y="-321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0" presetClass="path" presetSubtype="0" accel="26000" decel="74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-0.02031 0.06412 L -0.01042 0.06412 C -0.00612 0.06412 4.16667E-7 0.04629 4.16667E-7 0.03171 L 4.16667E-7 4.44444E-6 " pathEditMode="relative" rAng="0" ptsTypes="AAAA">
                                      <p:cBhvr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6" y="-3218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0" presetClass="path" presetSubtype="0" accel="26000" decel="74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0.02031 0.06412 L -0.01042 0.06412 C -0.00612 0.06412 4.16667E-7 0.04629 4.16667E-7 0.03171 L 4.16667E-7 4.44444E-6 " pathEditMode="relative" rAng="0" ptsTypes="AAAA">
                                      <p:cBhvr>
                                        <p:cTn id="3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6" y="-32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5259F3-9A21-EE7F-42C6-DABCD5136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8B3371E3-FD1F-EC49-A8B4-4C308AE85658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AD2E6CAC-4FB9-9A48-31A1-292D964DB8A4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買家取書流程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68C8E45-D0F0-E942-0FD8-888F68A72BB0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BUYER PICK-UP FLOW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CBCE16EC-A6A7-89C8-C533-DB685FE62CEC}"/>
              </a:ext>
            </a:extLst>
          </p:cNvPr>
          <p:cNvGrpSpPr/>
          <p:nvPr/>
        </p:nvGrpSpPr>
        <p:grpSpPr>
          <a:xfrm>
            <a:off x="2046000" y="3296563"/>
            <a:ext cx="8100000" cy="0"/>
            <a:chOff x="1776000" y="3259447"/>
            <a:chExt cx="8386769" cy="0"/>
          </a:xfrm>
        </p:grpSpPr>
        <p:cxnSp>
          <p:nvCxnSpPr>
            <p:cNvPr id="33" name="Straight Connector 25">
              <a:extLst>
                <a:ext uri="{FF2B5EF4-FFF2-40B4-BE49-F238E27FC236}">
                  <a16:creationId xmlns:a16="http://schemas.microsoft.com/office/drawing/2014/main" id="{E76E318B-A5FF-A5B1-67A1-6F2ECD8772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6000" y="3259447"/>
              <a:ext cx="12600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1">
              <a:extLst>
                <a:ext uri="{FF2B5EF4-FFF2-40B4-BE49-F238E27FC236}">
                  <a16:creationId xmlns:a16="http://schemas.microsoft.com/office/drawing/2014/main" id="{0E7A0828-BBD4-1006-313A-ADFB13989E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51590" y="3259447"/>
              <a:ext cx="12600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2">
              <a:extLst>
                <a:ext uri="{FF2B5EF4-FFF2-40B4-BE49-F238E27FC236}">
                  <a16:creationId xmlns:a16="http://schemas.microsoft.com/office/drawing/2014/main" id="{20E793B9-7B50-569B-34D9-FFDE698B44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27179" y="3259447"/>
              <a:ext cx="12600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33">
              <a:extLst>
                <a:ext uri="{FF2B5EF4-FFF2-40B4-BE49-F238E27FC236}">
                  <a16:creationId xmlns:a16="http://schemas.microsoft.com/office/drawing/2014/main" id="{CD43FA01-AB86-2ABC-8736-A28F4D82A8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02769" y="3259447"/>
              <a:ext cx="1260000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2C0F9107-7D47-BADB-0BF2-A7EFB4FC2BCE}"/>
              </a:ext>
            </a:extLst>
          </p:cNvPr>
          <p:cNvGrpSpPr/>
          <p:nvPr/>
        </p:nvGrpSpPr>
        <p:grpSpPr>
          <a:xfrm>
            <a:off x="653869" y="2881667"/>
            <a:ext cx="1735369" cy="1767348"/>
            <a:chOff x="653869" y="2881667"/>
            <a:chExt cx="1735369" cy="1767348"/>
          </a:xfrm>
        </p:grpSpPr>
        <p:sp>
          <p:nvSpPr>
            <p:cNvPr id="63" name="TextBox 55">
              <a:extLst>
                <a:ext uri="{FF2B5EF4-FFF2-40B4-BE49-F238E27FC236}">
                  <a16:creationId xmlns:a16="http://schemas.microsoft.com/office/drawing/2014/main" id="{E7EC0325-A291-7C4A-9B00-5309A798E61E}"/>
                </a:ext>
              </a:extLst>
            </p:cNvPr>
            <p:cNvSpPr txBox="1"/>
            <p:nvPr/>
          </p:nvSpPr>
          <p:spPr>
            <a:xfrm>
              <a:off x="653869" y="3919905"/>
              <a:ext cx="1735369" cy="729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TW" altLang="en-US" spc="100" dirty="0">
                  <a:solidFill>
                    <a:schemeClr val="accent6"/>
                  </a:solidFill>
                  <a:latin typeface="+mj-lt"/>
                  <a:ea typeface="Noto Sans TC Medium" panose="020B0200000000000000" pitchFamily="34" charset="-120"/>
                </a:rPr>
                <a:t>買家到達</a:t>
              </a:r>
              <a:endParaRPr lang="en-US" altLang="zh-TW" spc="100" dirty="0">
                <a:solidFill>
                  <a:schemeClr val="accent6"/>
                </a:solidFill>
                <a:latin typeface="+mj-lt"/>
                <a:ea typeface="Noto Sans TC Medium" panose="020B0200000000000000" pitchFamily="34" charset="-120"/>
              </a:endParaRPr>
            </a:p>
            <a:p>
              <a:pPr algn="ctr">
                <a:lnSpc>
                  <a:spcPct val="120000"/>
                </a:lnSpc>
              </a:pPr>
              <a:r>
                <a:rPr lang="zh-TW" altLang="en-US" spc="100" dirty="0">
                  <a:solidFill>
                    <a:schemeClr val="accent6"/>
                  </a:solidFill>
                  <a:latin typeface="+mj-lt"/>
                  <a:ea typeface="Noto Sans TC Medium" panose="020B0200000000000000" pitchFamily="34" charset="-120"/>
                </a:rPr>
                <a:t>實體書櫃前</a:t>
              </a:r>
              <a:endParaRPr lang="en-US" spc="100" dirty="0">
                <a:solidFill>
                  <a:schemeClr val="accent6"/>
                </a:solidFill>
                <a:latin typeface="+mj-lt"/>
                <a:ea typeface="Noto Sans TC Medium" panose="020B0200000000000000" pitchFamily="34" charset="-120"/>
              </a:endParaRPr>
            </a:p>
          </p:txBody>
        </p:sp>
        <p:sp>
          <p:nvSpPr>
            <p:cNvPr id="62" name="Graphic 18">
              <a:extLst>
                <a:ext uri="{FF2B5EF4-FFF2-40B4-BE49-F238E27FC236}">
                  <a16:creationId xmlns:a16="http://schemas.microsoft.com/office/drawing/2014/main" id="{42688AB2-E776-2060-B485-6D4D72354A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55703" y="2881667"/>
              <a:ext cx="719952" cy="78407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3">
                <a:lumMod val="90000"/>
              </a:schemeClr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72" name="圖形 71">
              <a:extLst>
                <a:ext uri="{FF2B5EF4-FFF2-40B4-BE49-F238E27FC236}">
                  <a16:creationId xmlns:a16="http://schemas.microsoft.com/office/drawing/2014/main" id="{1A65F803-37FA-A2E9-3664-E64AAF5E9D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81679" y="3039703"/>
              <a:ext cx="468000" cy="468000"/>
            </a:xfrm>
            <a:prstGeom prst="rect">
              <a:avLst/>
            </a:prstGeom>
          </p:spPr>
        </p:pic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45AF6455-D207-9D56-F42A-73374240BFAF}"/>
              </a:ext>
            </a:extLst>
          </p:cNvPr>
          <p:cNvGrpSpPr/>
          <p:nvPr/>
        </p:nvGrpSpPr>
        <p:grpSpPr>
          <a:xfrm>
            <a:off x="2935600" y="2881667"/>
            <a:ext cx="1735369" cy="1767348"/>
            <a:chOff x="2935600" y="2881667"/>
            <a:chExt cx="1735369" cy="1767348"/>
          </a:xfrm>
        </p:grpSpPr>
        <p:sp>
          <p:nvSpPr>
            <p:cNvPr id="65" name="TextBox 55">
              <a:extLst>
                <a:ext uri="{FF2B5EF4-FFF2-40B4-BE49-F238E27FC236}">
                  <a16:creationId xmlns:a16="http://schemas.microsoft.com/office/drawing/2014/main" id="{777ECA19-26D6-539F-9A90-98984AF73BA9}"/>
                </a:ext>
              </a:extLst>
            </p:cNvPr>
            <p:cNvSpPr txBox="1"/>
            <p:nvPr/>
          </p:nvSpPr>
          <p:spPr>
            <a:xfrm>
              <a:off x="2935600" y="3919905"/>
              <a:ext cx="1735369" cy="729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TW" b="1" spc="100" dirty="0">
                  <a:solidFill>
                    <a:schemeClr val="accent6"/>
                  </a:solidFill>
                  <a:latin typeface="+mj-lt"/>
                  <a:ea typeface="Noto Sans TC Medium" panose="020B0200000000000000" pitchFamily="34" charset="-120"/>
                </a:rPr>
                <a:t>App </a:t>
              </a:r>
              <a:r>
                <a:rPr lang="zh-TW" altLang="en-US" spc="100" dirty="0">
                  <a:solidFill>
                    <a:schemeClr val="accent6"/>
                  </a:solidFill>
                  <a:latin typeface="+mj-lt"/>
                  <a:ea typeface="Noto Sans TC Medium" panose="020B0200000000000000" pitchFamily="34" charset="-120"/>
                </a:rPr>
                <a:t>點擊</a:t>
              </a:r>
              <a:endParaRPr lang="en-US" altLang="zh-TW" spc="100" dirty="0">
                <a:solidFill>
                  <a:schemeClr val="accent6"/>
                </a:solidFill>
                <a:latin typeface="+mj-lt"/>
                <a:ea typeface="Noto Sans TC Medium" panose="020B0200000000000000" pitchFamily="34" charset="-120"/>
              </a:endParaRPr>
            </a:p>
            <a:p>
              <a:pPr algn="ctr">
                <a:lnSpc>
                  <a:spcPct val="120000"/>
                </a:lnSpc>
              </a:pPr>
              <a:r>
                <a:rPr lang="zh-TW" altLang="en-US" spc="100" dirty="0">
                  <a:solidFill>
                    <a:schemeClr val="accent6"/>
                  </a:solidFill>
                  <a:latin typeface="+mj-lt"/>
                  <a:ea typeface="Noto Sans TC Medium" panose="020B0200000000000000" pitchFamily="34" charset="-120"/>
                </a:rPr>
                <a:t>「取書」</a:t>
              </a:r>
              <a:endParaRPr lang="en-US" spc="100" dirty="0">
                <a:solidFill>
                  <a:schemeClr val="accent6"/>
                </a:solidFill>
                <a:latin typeface="+mj-lt"/>
                <a:ea typeface="Noto Sans TC Medium" panose="020B0200000000000000" pitchFamily="34" charset="-120"/>
              </a:endParaRPr>
            </a:p>
          </p:txBody>
        </p:sp>
        <p:sp>
          <p:nvSpPr>
            <p:cNvPr id="47" name="Graphic 18">
              <a:extLst>
                <a:ext uri="{FF2B5EF4-FFF2-40B4-BE49-F238E27FC236}">
                  <a16:creationId xmlns:a16="http://schemas.microsoft.com/office/drawing/2014/main" id="{98873B02-EB36-D79B-7F78-E6A66CDD3E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3308" y="2881667"/>
              <a:ext cx="719952" cy="78407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74" name="圖片 73">
              <a:extLst>
                <a:ext uri="{FF2B5EF4-FFF2-40B4-BE49-F238E27FC236}">
                  <a16:creationId xmlns:a16="http://schemas.microsoft.com/office/drawing/2014/main" id="{2E61A8FA-DC9C-76B3-E236-262EBB821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69284" y="3039703"/>
              <a:ext cx="468000" cy="468000"/>
            </a:xfrm>
            <a:prstGeom prst="rect">
              <a:avLst/>
            </a:prstGeom>
          </p:spPr>
        </p:pic>
      </p:grp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C6FEB1FD-1D63-354E-AF81-0C34E104EB09}"/>
              </a:ext>
            </a:extLst>
          </p:cNvPr>
          <p:cNvGrpSpPr/>
          <p:nvPr/>
        </p:nvGrpSpPr>
        <p:grpSpPr>
          <a:xfrm>
            <a:off x="5191183" y="2903573"/>
            <a:ext cx="1809636" cy="1771900"/>
            <a:chOff x="5191183" y="2903573"/>
            <a:chExt cx="1809636" cy="1771900"/>
          </a:xfrm>
        </p:grpSpPr>
        <p:sp>
          <p:nvSpPr>
            <p:cNvPr id="66" name="TextBox 55">
              <a:extLst>
                <a:ext uri="{FF2B5EF4-FFF2-40B4-BE49-F238E27FC236}">
                  <a16:creationId xmlns:a16="http://schemas.microsoft.com/office/drawing/2014/main" id="{3BBBB2B5-3175-556E-F878-95FC86F2D76B}"/>
                </a:ext>
              </a:extLst>
            </p:cNvPr>
            <p:cNvSpPr txBox="1"/>
            <p:nvPr/>
          </p:nvSpPr>
          <p:spPr>
            <a:xfrm>
              <a:off x="5191183" y="3941811"/>
              <a:ext cx="1809636" cy="733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TW" altLang="en-US" spc="100" dirty="0">
                  <a:solidFill>
                    <a:schemeClr val="accent6"/>
                  </a:solidFill>
                  <a:latin typeface="+mj-lt"/>
                  <a:ea typeface="Noto Sans TC Medium" panose="020B0200000000000000" pitchFamily="34" charset="-120"/>
                </a:rPr>
                <a:t>驗證 </a:t>
              </a:r>
              <a:r>
                <a:rPr lang="pt-PT" altLang="zh-TW" b="1" spc="50" dirty="0">
                  <a:solidFill>
                    <a:schemeClr val="accent6"/>
                  </a:solidFill>
                  <a:latin typeface="+mj-lt"/>
                  <a:ea typeface="Noto Sans TC Medium" panose="020B0200000000000000" pitchFamily="34" charset="-120"/>
                </a:rPr>
                <a:t>GPS &amp; </a:t>
              </a:r>
            </a:p>
            <a:p>
              <a:pPr algn="ctr">
                <a:lnSpc>
                  <a:spcPct val="120000"/>
                </a:lnSpc>
              </a:pPr>
              <a:r>
                <a:rPr lang="zh-TW" altLang="en-US" spc="100" dirty="0">
                  <a:solidFill>
                    <a:schemeClr val="accent6"/>
                  </a:solidFill>
                  <a:latin typeface="+mj-lt"/>
                  <a:ea typeface="Noto Sans TC Medium" panose="020B0200000000000000" pitchFamily="34" charset="-120"/>
                </a:rPr>
                <a:t>掃描 </a:t>
              </a:r>
              <a:r>
                <a:rPr lang="pt-PT" altLang="zh-TW" b="1" spc="50" dirty="0">
                  <a:solidFill>
                    <a:schemeClr val="accent6"/>
                  </a:solidFill>
                  <a:latin typeface="+mj-lt"/>
                  <a:ea typeface="Noto Sans TC Medium" panose="020B0200000000000000" pitchFamily="34" charset="-120"/>
                </a:rPr>
                <a:t>QR Code</a:t>
              </a:r>
              <a:endParaRPr lang="en-US" b="1" spc="50" dirty="0">
                <a:solidFill>
                  <a:schemeClr val="accent6"/>
                </a:solidFill>
                <a:latin typeface="+mj-lt"/>
                <a:ea typeface="Noto Sans TC Medium" panose="020B0200000000000000" pitchFamily="34" charset="-120"/>
              </a:endParaRPr>
            </a:p>
          </p:txBody>
        </p:sp>
        <p:sp>
          <p:nvSpPr>
            <p:cNvPr id="59" name="Graphic 18">
              <a:extLst>
                <a:ext uri="{FF2B5EF4-FFF2-40B4-BE49-F238E27FC236}">
                  <a16:creationId xmlns:a16="http://schemas.microsoft.com/office/drawing/2014/main" id="{FD94205C-CB15-9DC7-BDAD-A7A267750AF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36024" y="2903573"/>
              <a:ext cx="719952" cy="78407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76" name="圖片 75">
              <a:extLst>
                <a:ext uri="{FF2B5EF4-FFF2-40B4-BE49-F238E27FC236}">
                  <a16:creationId xmlns:a16="http://schemas.microsoft.com/office/drawing/2014/main" id="{F928027C-5A29-97A3-7F8C-7404CA4E1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4000" y="3043609"/>
              <a:ext cx="504000" cy="504000"/>
            </a:xfrm>
            <a:prstGeom prst="rect">
              <a:avLst/>
            </a:prstGeom>
          </p:spPr>
        </p:pic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EC83476B-58D7-29A1-DD69-55597A7433A1}"/>
              </a:ext>
            </a:extLst>
          </p:cNvPr>
          <p:cNvGrpSpPr/>
          <p:nvPr/>
        </p:nvGrpSpPr>
        <p:grpSpPr>
          <a:xfrm>
            <a:off x="7521033" y="2903573"/>
            <a:ext cx="1735369" cy="1745442"/>
            <a:chOff x="7521033" y="2903573"/>
            <a:chExt cx="1735369" cy="1745442"/>
          </a:xfrm>
        </p:grpSpPr>
        <p:sp>
          <p:nvSpPr>
            <p:cNvPr id="60" name="Graphic 18">
              <a:extLst>
                <a:ext uri="{FF2B5EF4-FFF2-40B4-BE49-F238E27FC236}">
                  <a16:creationId xmlns:a16="http://schemas.microsoft.com/office/drawing/2014/main" id="{CB84B9D7-AA30-ECD4-3956-35BBA34C70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30385" y="2903573"/>
              <a:ext cx="719952" cy="78407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55">
              <a:extLst>
                <a:ext uri="{FF2B5EF4-FFF2-40B4-BE49-F238E27FC236}">
                  <a16:creationId xmlns:a16="http://schemas.microsoft.com/office/drawing/2014/main" id="{21E90E44-DC22-01AE-13B6-DA1C1F8E0304}"/>
                </a:ext>
              </a:extLst>
            </p:cNvPr>
            <p:cNvSpPr txBox="1"/>
            <p:nvPr/>
          </p:nvSpPr>
          <p:spPr>
            <a:xfrm>
              <a:off x="7521033" y="3919905"/>
              <a:ext cx="1735369" cy="729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TW" altLang="en-US" spc="100" dirty="0">
                  <a:solidFill>
                    <a:schemeClr val="accent6"/>
                  </a:solidFill>
                  <a:latin typeface="+mj-lt"/>
                  <a:ea typeface="Noto Sans TC Medium" panose="020B0200000000000000" pitchFamily="34" charset="-120"/>
                </a:rPr>
                <a:t>雲端發送</a:t>
              </a:r>
              <a:endParaRPr lang="en-US" altLang="zh-TW" spc="100" dirty="0">
                <a:solidFill>
                  <a:schemeClr val="accent6"/>
                </a:solidFill>
                <a:latin typeface="+mj-lt"/>
                <a:ea typeface="Noto Sans TC Medium" panose="020B0200000000000000" pitchFamily="34" charset="-120"/>
              </a:endParaRPr>
            </a:p>
            <a:p>
              <a:pPr algn="ctr">
                <a:lnSpc>
                  <a:spcPct val="120000"/>
                </a:lnSpc>
              </a:pPr>
              <a:r>
                <a:rPr lang="zh-TW" altLang="en-US" spc="100" dirty="0">
                  <a:solidFill>
                    <a:schemeClr val="accent6"/>
                  </a:solidFill>
                  <a:latin typeface="+mj-lt"/>
                  <a:ea typeface="Noto Sans TC Medium" panose="020B0200000000000000" pitchFamily="34" charset="-120"/>
                </a:rPr>
                <a:t>加密訊號</a:t>
              </a:r>
              <a:endParaRPr lang="en-US" spc="100" dirty="0">
                <a:solidFill>
                  <a:schemeClr val="accent6"/>
                </a:solidFill>
                <a:latin typeface="+mj-lt"/>
                <a:ea typeface="Noto Sans TC Medium" panose="020B0200000000000000" pitchFamily="34" charset="-120"/>
              </a:endParaRPr>
            </a:p>
          </p:txBody>
        </p:sp>
        <p:pic>
          <p:nvPicPr>
            <p:cNvPr id="78" name="圖片 77">
              <a:extLst>
                <a:ext uri="{FF2B5EF4-FFF2-40B4-BE49-F238E27FC236}">
                  <a16:creationId xmlns:a16="http://schemas.microsoft.com/office/drawing/2014/main" id="{6602543F-5175-AC75-0459-DF846972DD0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56361" y="3061609"/>
              <a:ext cx="468000" cy="468000"/>
            </a:xfrm>
            <a:prstGeom prst="rect">
              <a:avLst/>
            </a:prstGeom>
          </p:spPr>
        </p:pic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F5C480BD-480B-8E3E-0E80-D18EF8636398}"/>
              </a:ext>
            </a:extLst>
          </p:cNvPr>
          <p:cNvGrpSpPr/>
          <p:nvPr/>
        </p:nvGrpSpPr>
        <p:grpSpPr>
          <a:xfrm>
            <a:off x="9855059" y="2881667"/>
            <a:ext cx="1735369" cy="1767348"/>
            <a:chOff x="9855059" y="2881667"/>
            <a:chExt cx="1735369" cy="1767348"/>
          </a:xfrm>
        </p:grpSpPr>
        <p:sp>
          <p:nvSpPr>
            <p:cNvPr id="61" name="Graphic 18">
              <a:extLst>
                <a:ext uri="{FF2B5EF4-FFF2-40B4-BE49-F238E27FC236}">
                  <a16:creationId xmlns:a16="http://schemas.microsoft.com/office/drawing/2014/main" id="{CDADE9BA-7942-69AD-A47C-EB7935C7663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62767" y="2881667"/>
              <a:ext cx="719952" cy="78407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8" name="TextBox 55">
              <a:extLst>
                <a:ext uri="{FF2B5EF4-FFF2-40B4-BE49-F238E27FC236}">
                  <a16:creationId xmlns:a16="http://schemas.microsoft.com/office/drawing/2014/main" id="{6595DB26-B917-513F-F91A-5206B31DE3F2}"/>
                </a:ext>
              </a:extLst>
            </p:cNvPr>
            <p:cNvSpPr txBox="1"/>
            <p:nvPr/>
          </p:nvSpPr>
          <p:spPr>
            <a:xfrm>
              <a:off x="9855059" y="3919905"/>
              <a:ext cx="1735369" cy="729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TW" altLang="en-US" spc="100" dirty="0">
                  <a:solidFill>
                    <a:schemeClr val="accent6"/>
                  </a:solidFill>
                  <a:latin typeface="+mj-lt"/>
                  <a:ea typeface="Noto Sans TC Medium" panose="020B0200000000000000" pitchFamily="34" charset="-120"/>
                </a:rPr>
                <a:t>馬達帶動</a:t>
              </a:r>
              <a:endParaRPr lang="en-US" altLang="zh-TW" spc="100" dirty="0">
                <a:solidFill>
                  <a:schemeClr val="accent6"/>
                </a:solidFill>
                <a:latin typeface="+mj-lt"/>
                <a:ea typeface="Noto Sans TC Medium" panose="020B0200000000000000" pitchFamily="34" charset="-120"/>
              </a:endParaRPr>
            </a:p>
            <a:p>
              <a:pPr algn="ctr">
                <a:lnSpc>
                  <a:spcPct val="120000"/>
                </a:lnSpc>
              </a:pPr>
              <a:r>
                <a:rPr lang="zh-TW" altLang="en-US" spc="100" dirty="0">
                  <a:solidFill>
                    <a:schemeClr val="accent6"/>
                  </a:solidFill>
                  <a:latin typeface="+mj-lt"/>
                  <a:ea typeface="Noto Sans TC Medium" panose="020B0200000000000000" pitchFamily="34" charset="-120"/>
                </a:rPr>
                <a:t>櫃門開啟</a:t>
              </a:r>
              <a:endParaRPr lang="en-US" spc="100" dirty="0">
                <a:solidFill>
                  <a:schemeClr val="accent6"/>
                </a:solidFill>
                <a:latin typeface="+mj-lt"/>
                <a:ea typeface="Noto Sans TC Medium" panose="020B0200000000000000" pitchFamily="34" charset="-120"/>
              </a:endParaRPr>
            </a:p>
          </p:txBody>
        </p:sp>
        <p:pic>
          <p:nvPicPr>
            <p:cNvPr id="80" name="圖片 79">
              <a:extLst>
                <a:ext uri="{FF2B5EF4-FFF2-40B4-BE49-F238E27FC236}">
                  <a16:creationId xmlns:a16="http://schemas.microsoft.com/office/drawing/2014/main" id="{B76129AA-ABD7-997E-0715-BD099D01C62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88743" y="3039703"/>
              <a:ext cx="468000" cy="468000"/>
            </a:xfrm>
            <a:prstGeom prst="rect">
              <a:avLst/>
            </a:prstGeom>
          </p:spPr>
        </p:pic>
      </p:grp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CA1965CE-C793-812B-CAAF-DFB3AA44F88C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19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8231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0" presetClass="path" presetSubtype="0" accel="26000" decel="74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031 0.06412 L -0.01042 0.06412 C -0.00612 0.06412 2.5E-6 0.04629 2.5E-6 0.03171 L 2.5E-6 1.48148E-6 " pathEditMode="relative" rAng="0" ptsTypes="AAAA">
                                      <p:cBhvr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6" y="-3218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0" presetClass="path" presetSubtype="0" accel="26000" decel="74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0.02031 0.06412 L -0.01042 0.06412 C -0.00612 0.06412 2.5E-6 0.04629 2.5E-6 0.03171 L 2.5E-6 1.48148E-6 " pathEditMode="relative" rAng="0" ptsTypes="AAAA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6" y="-3218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0" presetClass="path" presetSubtype="0" accel="26000" decel="74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0.02031 0.06412 L -0.01042 0.06412 C -0.00612 0.06412 2.5E-6 0.04629 2.5E-6 0.03171 L 2.5E-6 1.48148E-6 " pathEditMode="relative" rAng="0" ptsTypes="AAAA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6" y="-321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0" presetClass="path" presetSubtype="0" accel="26000" decel="74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-0.02031 0.06412 L -0.01042 0.06412 C -0.00612 0.06412 2.5E-6 0.04629 2.5E-6 0.03171 L 2.5E-6 1.48148E-6 " pathEditMode="relative" rAng="0" ptsTypes="AAAA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6" y="-3218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0" presetClass="path" presetSubtype="0" accel="26000" decel="74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0.02031 0.06412 L -0.01042 0.06412 C -0.00612 0.06412 2.5E-6 0.04629 2.5E-6 0.03171 L 2.5E-6 1.48148E-6 " pathEditMode="relative" rAng="0" ptsTypes="AAAA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6" y="-32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1"/>
          </a:fgClr>
          <a:bgClr>
            <a:schemeClr val="accent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3A50B6-0815-C170-64FD-7C21C5A57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字方塊 28">
            <a:extLst>
              <a:ext uri="{FF2B5EF4-FFF2-40B4-BE49-F238E27FC236}">
                <a16:creationId xmlns:a16="http://schemas.microsoft.com/office/drawing/2014/main" id="{DB7A4A5A-C340-5334-9172-D17424C50A8B}"/>
              </a:ext>
            </a:extLst>
          </p:cNvPr>
          <p:cNvSpPr txBox="1"/>
          <p:nvPr/>
        </p:nvSpPr>
        <p:spPr>
          <a:xfrm>
            <a:off x="981143" y="1814922"/>
            <a:ext cx="469394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0" b="1" spc="100" dirty="0">
                <a:gradFill flip="none"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03</a:t>
            </a:r>
            <a:endParaRPr lang="zh-TW" altLang="en-US" sz="20000" b="1" spc="100" dirty="0">
              <a:gradFill flip="none" rotWithShape="1">
                <a:gsLst>
                  <a:gs pos="35000">
                    <a:schemeClr val="accent2"/>
                  </a:gs>
                  <a:gs pos="77000">
                    <a:schemeClr val="accent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62A7DDC1-F603-EC07-2109-F8234476EE4F}"/>
              </a:ext>
            </a:extLst>
          </p:cNvPr>
          <p:cNvSpPr txBox="1"/>
          <p:nvPr/>
        </p:nvSpPr>
        <p:spPr>
          <a:xfrm>
            <a:off x="1132114" y="4028981"/>
            <a:ext cx="9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altLang="zh-TW" sz="6000" b="1" spc="300" dirty="0">
                <a:solidFill>
                  <a:schemeClr val="bg1"/>
                </a:solidFill>
                <a:latin typeface="+mj-ea"/>
                <a:ea typeface="+mj-ea"/>
              </a:rPr>
              <a:t>APP</a:t>
            </a:r>
            <a:r>
              <a:rPr lang="zh-TW" altLang="en-US" sz="6000" b="1" spc="300" dirty="0">
                <a:solidFill>
                  <a:schemeClr val="bg1"/>
                </a:solidFill>
                <a:latin typeface="+mj-ea"/>
                <a:ea typeface="+mj-ea"/>
              </a:rPr>
              <a:t>畫面展示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40274695-8668-78B2-C9E2-4A4A2912893C}"/>
              </a:ext>
            </a:extLst>
          </p:cNvPr>
          <p:cNvSpPr txBox="1"/>
          <p:nvPr/>
        </p:nvSpPr>
        <p:spPr>
          <a:xfrm>
            <a:off x="1132114" y="5273745"/>
            <a:ext cx="4627663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報告人</a:t>
            </a:r>
            <a:r>
              <a:rPr lang="zh-TW" altLang="en-US" sz="2800" b="1" spc="100" dirty="0">
                <a:solidFill>
                  <a:srgbClr val="F8FAFB"/>
                </a:solidFill>
                <a:latin typeface="+mj-ea"/>
                <a:ea typeface="+mj-ea"/>
              </a:rPr>
              <a:t>｜</a:t>
            </a: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陳秉鴻、許凱俊</a:t>
            </a:r>
            <a:endParaRPr lang="en-US" altLang="zh-TW" sz="2800" spc="100" dirty="0">
              <a:solidFill>
                <a:srgbClr val="F8FAFB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069453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7384 L 0 -3.7037E-6 " pathEditMode="relative" rAng="0" ptsTypes="AA">
                                      <p:cBhvr>
                                        <p:cTn id="14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8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8" grpId="0"/>
      <p:bldP spid="28" grpId="1"/>
      <p:bldP spid="3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172AC9-9BE2-770E-0F9F-720E78F9D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8B3110A3-47E6-31F1-6B05-5A0E120016F9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B6E64186-C7F9-8B55-8065-984AC1974C61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會員註冊與登入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4AE6386-F855-258A-1779-0FB03B4EB7CF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SIGNUP &amp; LOGIN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B3EA4A2-56FB-EB64-3555-ACFD8C9DE5E7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21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996F6CFF-96B5-959D-2FC6-4405367B7904}"/>
              </a:ext>
            </a:extLst>
          </p:cNvPr>
          <p:cNvGrpSpPr/>
          <p:nvPr/>
        </p:nvGrpSpPr>
        <p:grpSpPr>
          <a:xfrm>
            <a:off x="1204773" y="1804102"/>
            <a:ext cx="1829828" cy="4406577"/>
            <a:chOff x="1204773" y="1804102"/>
            <a:chExt cx="1829828" cy="4406577"/>
          </a:xfrm>
        </p:grpSpPr>
        <p:sp>
          <p:nvSpPr>
            <p:cNvPr id="20" name="TextBox 55">
              <a:extLst>
                <a:ext uri="{FF2B5EF4-FFF2-40B4-BE49-F238E27FC236}">
                  <a16:creationId xmlns:a16="http://schemas.microsoft.com/office/drawing/2014/main" id="{CE3D4497-322B-988B-7E04-9BC71649175C}"/>
                </a:ext>
              </a:extLst>
            </p:cNvPr>
            <p:cNvSpPr txBox="1"/>
            <p:nvPr/>
          </p:nvSpPr>
          <p:spPr>
            <a:xfrm>
              <a:off x="1204773" y="5653101"/>
              <a:ext cx="18298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1200"/>
                </a:spcBef>
              </a:pPr>
              <a:r>
                <a:rPr lang="pt-PT" altLang="zh-TW" sz="1000" b="1" spc="200" dirty="0">
                  <a:solidFill>
                    <a:schemeClr val="accent1"/>
                  </a:solidFill>
                </a:rPr>
                <a:t>SCREEN 01</a:t>
              </a:r>
              <a:endParaRPr lang="en-US" sz="1000" b="1" spc="200" dirty="0">
                <a:solidFill>
                  <a:schemeClr val="accent1"/>
                </a:solidFill>
              </a:endParaRPr>
            </a:p>
          </p:txBody>
        </p:sp>
        <p:sp>
          <p:nvSpPr>
            <p:cNvPr id="21" name="TextBox 56">
              <a:extLst>
                <a:ext uri="{FF2B5EF4-FFF2-40B4-BE49-F238E27FC236}">
                  <a16:creationId xmlns:a16="http://schemas.microsoft.com/office/drawing/2014/main" id="{14E78368-54D5-FECA-38BE-3EAECA2049B2}"/>
                </a:ext>
              </a:extLst>
            </p:cNvPr>
            <p:cNvSpPr txBox="1"/>
            <p:nvPr/>
          </p:nvSpPr>
          <p:spPr>
            <a:xfrm>
              <a:off x="1204773" y="5843591"/>
              <a:ext cx="1829828" cy="367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TW" altLang="en-US" sz="1500" spc="50" dirty="0">
                  <a:solidFill>
                    <a:schemeClr val="tx2"/>
                  </a:solidFill>
                  <a:ea typeface="Noto Sans TC Medium" panose="020B0200000000000000" pitchFamily="34" charset="-120"/>
                </a:rPr>
                <a:t>註冊與登入頁面</a:t>
              </a:r>
              <a:endParaRPr lang="en-ID" sz="1500" spc="50" dirty="0">
                <a:solidFill>
                  <a:schemeClr val="tx2"/>
                </a:solidFill>
                <a:ea typeface="Noto Sans TC Medium" panose="020B0200000000000000" pitchFamily="34" charset="-120"/>
              </a:endParaRPr>
            </a:p>
          </p:txBody>
        </p:sp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D15E8B2E-BAA5-9476-B513-3ED731D3D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9087" y="1869656"/>
              <a:ext cx="1681200" cy="3644740"/>
            </a:xfrm>
            <a:prstGeom prst="roundRect">
              <a:avLst>
                <a:gd name="adj" fmla="val 13892"/>
              </a:avLst>
            </a:prstGeom>
          </p:spPr>
        </p:pic>
        <p:sp>
          <p:nvSpPr>
            <p:cNvPr id="3" name="Freeform 4">
              <a:extLst>
                <a:ext uri="{FF2B5EF4-FFF2-40B4-BE49-F238E27FC236}">
                  <a16:creationId xmlns:a16="http://schemas.microsoft.com/office/drawing/2014/main" id="{56F267C0-714F-784C-6071-5E2A4FC8AF86}"/>
                </a:ext>
              </a:extLst>
            </p:cNvPr>
            <p:cNvSpPr/>
            <p:nvPr/>
          </p:nvSpPr>
          <p:spPr>
            <a:xfrm>
              <a:off x="1204773" y="1804102"/>
              <a:ext cx="1829828" cy="3786922"/>
            </a:xfrm>
            <a:custGeom>
              <a:avLst/>
              <a:gdLst/>
              <a:ahLst/>
              <a:cxnLst/>
              <a:rect l="l" t="t" r="r" b="b"/>
              <a:pathLst>
                <a:path w="3252473" h="6671740">
                  <a:moveTo>
                    <a:pt x="0" y="0"/>
                  </a:moveTo>
                  <a:lnTo>
                    <a:pt x="3252474" y="0"/>
                  </a:lnTo>
                  <a:lnTo>
                    <a:pt x="3252474" y="6671740"/>
                  </a:lnTo>
                  <a:lnTo>
                    <a:pt x="0" y="6671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C4E3B6BF-F4CF-04D2-D70B-7DB188660090}"/>
              </a:ext>
            </a:extLst>
          </p:cNvPr>
          <p:cNvGrpSpPr/>
          <p:nvPr/>
        </p:nvGrpSpPr>
        <p:grpSpPr>
          <a:xfrm>
            <a:off x="6506523" y="1804102"/>
            <a:ext cx="1829828" cy="4406577"/>
            <a:chOff x="6506523" y="1804102"/>
            <a:chExt cx="1829828" cy="4406577"/>
          </a:xfrm>
        </p:grpSpPr>
        <p:sp>
          <p:nvSpPr>
            <p:cNvPr id="24" name="TextBox 55">
              <a:extLst>
                <a:ext uri="{FF2B5EF4-FFF2-40B4-BE49-F238E27FC236}">
                  <a16:creationId xmlns:a16="http://schemas.microsoft.com/office/drawing/2014/main" id="{59ED1FD3-438B-ACB0-B61E-F629328295A3}"/>
                </a:ext>
              </a:extLst>
            </p:cNvPr>
            <p:cNvSpPr txBox="1"/>
            <p:nvPr/>
          </p:nvSpPr>
          <p:spPr>
            <a:xfrm>
              <a:off x="6506523" y="5653101"/>
              <a:ext cx="18298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1200"/>
                </a:spcBef>
              </a:pPr>
              <a:r>
                <a:rPr lang="pt-PT" altLang="zh-TW" sz="1000" b="1" spc="200" dirty="0">
                  <a:solidFill>
                    <a:schemeClr val="accent1"/>
                  </a:solidFill>
                </a:rPr>
                <a:t>SCREEN 0</a:t>
              </a:r>
              <a:r>
                <a:rPr lang="en-US" altLang="zh-TW" sz="1000" b="1" spc="200" dirty="0">
                  <a:solidFill>
                    <a:schemeClr val="accent1"/>
                  </a:solidFill>
                </a:rPr>
                <a:t>3</a:t>
              </a:r>
              <a:endParaRPr lang="en-US" sz="1000" b="1" spc="200" dirty="0">
                <a:solidFill>
                  <a:schemeClr val="accent1"/>
                </a:solidFill>
              </a:endParaRPr>
            </a:p>
          </p:txBody>
        </p:sp>
        <p:sp>
          <p:nvSpPr>
            <p:cNvPr id="25" name="TextBox 56">
              <a:extLst>
                <a:ext uri="{FF2B5EF4-FFF2-40B4-BE49-F238E27FC236}">
                  <a16:creationId xmlns:a16="http://schemas.microsoft.com/office/drawing/2014/main" id="{C8E21087-1A2B-30A4-4DF8-179962B041D7}"/>
                </a:ext>
              </a:extLst>
            </p:cNvPr>
            <p:cNvSpPr txBox="1"/>
            <p:nvPr/>
          </p:nvSpPr>
          <p:spPr>
            <a:xfrm>
              <a:off x="6506523" y="5843591"/>
              <a:ext cx="1829828" cy="367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TW" altLang="en-US" sz="1500" spc="50" dirty="0">
                  <a:solidFill>
                    <a:schemeClr val="tx2"/>
                  </a:solidFill>
                  <a:ea typeface="Noto Sans TC Medium" panose="020B0200000000000000" pitchFamily="34" charset="-120"/>
                </a:rPr>
                <a:t>驗證帳號密碼</a:t>
              </a:r>
              <a:endParaRPr lang="en-ID" sz="1500" spc="50" dirty="0">
                <a:solidFill>
                  <a:schemeClr val="tx2"/>
                </a:solidFill>
                <a:ea typeface="Noto Sans TC Medium" panose="020B0200000000000000" pitchFamily="34" charset="-120"/>
              </a:endParaRPr>
            </a:p>
          </p:txBody>
        </p:sp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C9BF79EF-9C71-8105-05DD-CA6A88C8D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80837" y="1869656"/>
              <a:ext cx="1681199" cy="3644738"/>
            </a:xfrm>
            <a:prstGeom prst="roundRect">
              <a:avLst>
                <a:gd name="adj" fmla="val 12227"/>
              </a:avLst>
            </a:prstGeom>
          </p:spPr>
        </p:pic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48BAEC3E-BFF4-2156-F58D-A5C3D439F0E4}"/>
                </a:ext>
              </a:extLst>
            </p:cNvPr>
            <p:cNvSpPr/>
            <p:nvPr/>
          </p:nvSpPr>
          <p:spPr>
            <a:xfrm>
              <a:off x="6506523" y="1804102"/>
              <a:ext cx="1829828" cy="3786922"/>
            </a:xfrm>
            <a:custGeom>
              <a:avLst/>
              <a:gdLst/>
              <a:ahLst/>
              <a:cxnLst/>
              <a:rect l="l" t="t" r="r" b="b"/>
              <a:pathLst>
                <a:path w="3252473" h="6671740">
                  <a:moveTo>
                    <a:pt x="0" y="0"/>
                  </a:moveTo>
                  <a:lnTo>
                    <a:pt x="3252474" y="0"/>
                  </a:lnTo>
                  <a:lnTo>
                    <a:pt x="3252474" y="6671740"/>
                  </a:lnTo>
                  <a:lnTo>
                    <a:pt x="0" y="6671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908A02C4-80DF-A1C8-3670-346DA998D3C5}"/>
              </a:ext>
            </a:extLst>
          </p:cNvPr>
          <p:cNvGrpSpPr/>
          <p:nvPr/>
        </p:nvGrpSpPr>
        <p:grpSpPr>
          <a:xfrm>
            <a:off x="9157399" y="1804102"/>
            <a:ext cx="1829828" cy="4406577"/>
            <a:chOff x="9157399" y="1804102"/>
            <a:chExt cx="1829828" cy="4406577"/>
          </a:xfrm>
        </p:grpSpPr>
        <p:sp>
          <p:nvSpPr>
            <p:cNvPr id="26" name="TextBox 55">
              <a:extLst>
                <a:ext uri="{FF2B5EF4-FFF2-40B4-BE49-F238E27FC236}">
                  <a16:creationId xmlns:a16="http://schemas.microsoft.com/office/drawing/2014/main" id="{71830954-3AEE-2EF6-0D66-34F12CFE1FD2}"/>
                </a:ext>
              </a:extLst>
            </p:cNvPr>
            <p:cNvSpPr txBox="1"/>
            <p:nvPr/>
          </p:nvSpPr>
          <p:spPr>
            <a:xfrm>
              <a:off x="9157399" y="5653101"/>
              <a:ext cx="18298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1200"/>
                </a:spcBef>
              </a:pPr>
              <a:r>
                <a:rPr lang="pt-PT" altLang="zh-TW" sz="1000" b="1" spc="200" dirty="0">
                  <a:solidFill>
                    <a:schemeClr val="accent1"/>
                  </a:solidFill>
                </a:rPr>
                <a:t>SCREEN 0</a:t>
              </a:r>
              <a:r>
                <a:rPr lang="en-US" altLang="zh-TW" sz="1000" b="1" spc="200" dirty="0">
                  <a:solidFill>
                    <a:schemeClr val="accent1"/>
                  </a:solidFill>
                </a:rPr>
                <a:t>4</a:t>
              </a:r>
              <a:endParaRPr lang="en-US" sz="1000" b="1" spc="200" dirty="0">
                <a:solidFill>
                  <a:schemeClr val="accent1"/>
                </a:solidFill>
              </a:endParaRPr>
            </a:p>
          </p:txBody>
        </p:sp>
        <p:sp>
          <p:nvSpPr>
            <p:cNvPr id="27" name="TextBox 56">
              <a:extLst>
                <a:ext uri="{FF2B5EF4-FFF2-40B4-BE49-F238E27FC236}">
                  <a16:creationId xmlns:a16="http://schemas.microsoft.com/office/drawing/2014/main" id="{DB6804DE-8C63-CBE4-4DF1-D98F9D9D81F7}"/>
                </a:ext>
              </a:extLst>
            </p:cNvPr>
            <p:cNvSpPr txBox="1"/>
            <p:nvPr/>
          </p:nvSpPr>
          <p:spPr>
            <a:xfrm>
              <a:off x="9157399" y="5843591"/>
              <a:ext cx="1829828" cy="367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TW" altLang="en-US" sz="1500" spc="50" dirty="0">
                  <a:solidFill>
                    <a:schemeClr val="tx2"/>
                  </a:solidFill>
                  <a:ea typeface="Noto Sans TC Medium" panose="020B0200000000000000" pitchFamily="34" charset="-120"/>
                </a:rPr>
                <a:t>成功進入首頁</a:t>
              </a:r>
              <a:endParaRPr lang="en-ID" sz="1500" spc="50" dirty="0">
                <a:solidFill>
                  <a:schemeClr val="tx2"/>
                </a:solidFill>
                <a:ea typeface="Noto Sans TC Medium" panose="020B0200000000000000" pitchFamily="34" charset="-120"/>
              </a:endParaRPr>
            </a:p>
          </p:txBody>
        </p:sp>
        <p:pic>
          <p:nvPicPr>
            <p:cNvPr id="19" name="圖片 18">
              <a:extLst>
                <a:ext uri="{FF2B5EF4-FFF2-40B4-BE49-F238E27FC236}">
                  <a16:creationId xmlns:a16="http://schemas.microsoft.com/office/drawing/2014/main" id="{50FDB9C0-6C70-A1EE-7BC5-740606555A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31714" y="1869656"/>
              <a:ext cx="1681199" cy="3644736"/>
            </a:xfrm>
            <a:prstGeom prst="roundRect">
              <a:avLst>
                <a:gd name="adj" fmla="val 13337"/>
              </a:avLst>
            </a:prstGeom>
          </p:spPr>
        </p:pic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A6316690-EB57-E9BA-E5CF-2EF5245D93CA}"/>
                </a:ext>
              </a:extLst>
            </p:cNvPr>
            <p:cNvSpPr/>
            <p:nvPr/>
          </p:nvSpPr>
          <p:spPr>
            <a:xfrm>
              <a:off x="9157399" y="1804102"/>
              <a:ext cx="1829828" cy="3786922"/>
            </a:xfrm>
            <a:custGeom>
              <a:avLst/>
              <a:gdLst/>
              <a:ahLst/>
              <a:cxnLst/>
              <a:rect l="l" t="t" r="r" b="b"/>
              <a:pathLst>
                <a:path w="3252473" h="6671740">
                  <a:moveTo>
                    <a:pt x="0" y="0"/>
                  </a:moveTo>
                  <a:lnTo>
                    <a:pt x="3252474" y="0"/>
                  </a:lnTo>
                  <a:lnTo>
                    <a:pt x="3252474" y="6671740"/>
                  </a:lnTo>
                  <a:lnTo>
                    <a:pt x="0" y="6671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81753CBF-C64B-2888-2416-04E9E2CB8E71}"/>
              </a:ext>
            </a:extLst>
          </p:cNvPr>
          <p:cNvGrpSpPr/>
          <p:nvPr/>
        </p:nvGrpSpPr>
        <p:grpSpPr>
          <a:xfrm>
            <a:off x="3855648" y="1804102"/>
            <a:ext cx="1829828" cy="4406577"/>
            <a:chOff x="3855648" y="1804102"/>
            <a:chExt cx="1829828" cy="4406577"/>
          </a:xfrm>
        </p:grpSpPr>
        <p:sp>
          <p:nvSpPr>
            <p:cNvPr id="22" name="TextBox 55">
              <a:extLst>
                <a:ext uri="{FF2B5EF4-FFF2-40B4-BE49-F238E27FC236}">
                  <a16:creationId xmlns:a16="http://schemas.microsoft.com/office/drawing/2014/main" id="{025A6C25-0D4F-A38D-1D12-CFB246FEF1F7}"/>
                </a:ext>
              </a:extLst>
            </p:cNvPr>
            <p:cNvSpPr txBox="1"/>
            <p:nvPr/>
          </p:nvSpPr>
          <p:spPr>
            <a:xfrm>
              <a:off x="3855648" y="5653101"/>
              <a:ext cx="18298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1200"/>
                </a:spcBef>
              </a:pPr>
              <a:r>
                <a:rPr lang="pt-PT" altLang="zh-TW" sz="1000" b="1" spc="200" dirty="0">
                  <a:solidFill>
                    <a:schemeClr val="accent1"/>
                  </a:solidFill>
                </a:rPr>
                <a:t>SCREEN 0</a:t>
              </a:r>
              <a:r>
                <a:rPr lang="en-US" altLang="zh-TW" sz="1000" b="1" spc="200" dirty="0">
                  <a:solidFill>
                    <a:schemeClr val="accent1"/>
                  </a:solidFill>
                </a:rPr>
                <a:t>2</a:t>
              </a:r>
              <a:endParaRPr lang="en-US" sz="1000" b="1" spc="200" dirty="0">
                <a:solidFill>
                  <a:schemeClr val="accent1"/>
                </a:solidFill>
              </a:endParaRPr>
            </a:p>
          </p:txBody>
        </p:sp>
        <p:sp>
          <p:nvSpPr>
            <p:cNvPr id="23" name="TextBox 56">
              <a:extLst>
                <a:ext uri="{FF2B5EF4-FFF2-40B4-BE49-F238E27FC236}">
                  <a16:creationId xmlns:a16="http://schemas.microsoft.com/office/drawing/2014/main" id="{26952B67-6266-3114-3A88-F9A4C879FFA2}"/>
                </a:ext>
              </a:extLst>
            </p:cNvPr>
            <p:cNvSpPr txBox="1"/>
            <p:nvPr/>
          </p:nvSpPr>
          <p:spPr>
            <a:xfrm>
              <a:off x="3855648" y="5843591"/>
              <a:ext cx="1829828" cy="367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TW" altLang="en-US" sz="1500" spc="50" dirty="0">
                  <a:solidFill>
                    <a:schemeClr val="tx2"/>
                  </a:solidFill>
                  <a:ea typeface="Noto Sans TC Medium" panose="020B0200000000000000" pitchFamily="34" charset="-120"/>
                </a:rPr>
                <a:t>註冊頁面</a:t>
              </a:r>
              <a:endParaRPr lang="en-ID" sz="1500" spc="50" dirty="0">
                <a:solidFill>
                  <a:schemeClr val="tx2"/>
                </a:solidFill>
                <a:ea typeface="Noto Sans TC Medium" panose="020B0200000000000000" pitchFamily="34" charset="-120"/>
              </a:endParaRPr>
            </a:p>
          </p:txBody>
        </p:sp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5817D9FF-D48D-02B9-796B-69FC1E467F1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9962" y="1869657"/>
              <a:ext cx="1681200" cy="3644739"/>
            </a:xfrm>
            <a:prstGeom prst="roundRect">
              <a:avLst>
                <a:gd name="adj" fmla="val 13892"/>
              </a:avLst>
            </a:prstGeom>
          </p:spPr>
        </p:pic>
        <p:sp>
          <p:nvSpPr>
            <p:cNvPr id="14" name="Freeform 4">
              <a:extLst>
                <a:ext uri="{FF2B5EF4-FFF2-40B4-BE49-F238E27FC236}">
                  <a16:creationId xmlns:a16="http://schemas.microsoft.com/office/drawing/2014/main" id="{942ACD1A-CCF2-9DB0-C5C3-6DBF50534DBB}"/>
                </a:ext>
              </a:extLst>
            </p:cNvPr>
            <p:cNvSpPr/>
            <p:nvPr/>
          </p:nvSpPr>
          <p:spPr>
            <a:xfrm>
              <a:off x="3855648" y="1804102"/>
              <a:ext cx="1829828" cy="3786922"/>
            </a:xfrm>
            <a:custGeom>
              <a:avLst/>
              <a:gdLst/>
              <a:ahLst/>
              <a:cxnLst/>
              <a:rect l="l" t="t" r="r" b="b"/>
              <a:pathLst>
                <a:path w="3252473" h="6671740">
                  <a:moveTo>
                    <a:pt x="0" y="0"/>
                  </a:moveTo>
                  <a:lnTo>
                    <a:pt x="3252474" y="0"/>
                  </a:lnTo>
                  <a:lnTo>
                    <a:pt x="3252474" y="6671740"/>
                  </a:lnTo>
                  <a:lnTo>
                    <a:pt x="0" y="6671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473746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D5025C-7549-3BCB-B92E-25661A372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DD73AFA3-1569-F554-B7FE-5DA82AFCBED0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7FFFC68F-639B-FE25-C098-64FD99A175A6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首頁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B476CEE-D017-D9F1-A5AB-16FFEB8463CF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HOME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FA56962-4C96-60C5-1AD3-CA93656C308A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22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A3C43463-0997-01A4-9523-7A2EAA3E5BE0}"/>
              </a:ext>
            </a:extLst>
          </p:cNvPr>
          <p:cNvGrpSpPr/>
          <p:nvPr/>
        </p:nvGrpSpPr>
        <p:grpSpPr>
          <a:xfrm>
            <a:off x="1204773" y="1804102"/>
            <a:ext cx="1829828" cy="4406577"/>
            <a:chOff x="1204773" y="1804102"/>
            <a:chExt cx="1829828" cy="4406577"/>
          </a:xfrm>
        </p:grpSpPr>
        <p:sp>
          <p:nvSpPr>
            <p:cNvPr id="20" name="TextBox 55">
              <a:extLst>
                <a:ext uri="{FF2B5EF4-FFF2-40B4-BE49-F238E27FC236}">
                  <a16:creationId xmlns:a16="http://schemas.microsoft.com/office/drawing/2014/main" id="{5BCEC28C-76B0-FF42-05D0-E5F7FD331A8F}"/>
                </a:ext>
              </a:extLst>
            </p:cNvPr>
            <p:cNvSpPr txBox="1"/>
            <p:nvPr/>
          </p:nvSpPr>
          <p:spPr>
            <a:xfrm>
              <a:off x="1204773" y="5653101"/>
              <a:ext cx="18298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1200"/>
                </a:spcBef>
              </a:pPr>
              <a:r>
                <a:rPr lang="pt-PT" altLang="zh-TW" sz="1000" b="1" spc="200" dirty="0">
                  <a:solidFill>
                    <a:schemeClr val="accent1"/>
                  </a:solidFill>
                </a:rPr>
                <a:t>SCREEN 01</a:t>
              </a:r>
              <a:endParaRPr lang="en-US" sz="1000" b="1" spc="200" dirty="0">
                <a:solidFill>
                  <a:schemeClr val="accent1"/>
                </a:solidFill>
              </a:endParaRPr>
            </a:p>
          </p:txBody>
        </p:sp>
        <p:sp>
          <p:nvSpPr>
            <p:cNvPr id="21" name="TextBox 56">
              <a:extLst>
                <a:ext uri="{FF2B5EF4-FFF2-40B4-BE49-F238E27FC236}">
                  <a16:creationId xmlns:a16="http://schemas.microsoft.com/office/drawing/2014/main" id="{FF17A3CC-A4B2-A7ED-9FDA-E92E1721111A}"/>
                </a:ext>
              </a:extLst>
            </p:cNvPr>
            <p:cNvSpPr txBox="1"/>
            <p:nvPr/>
          </p:nvSpPr>
          <p:spPr>
            <a:xfrm>
              <a:off x="1204773" y="5843591"/>
              <a:ext cx="1829828" cy="367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TW" altLang="en-US" sz="1500" spc="50" dirty="0">
                  <a:solidFill>
                    <a:schemeClr val="tx2"/>
                  </a:solidFill>
                  <a:ea typeface="Noto Sans TC Medium" panose="020B0200000000000000" pitchFamily="34" charset="-120"/>
                </a:rPr>
                <a:t>多分類過濾與排序</a:t>
              </a:r>
              <a:endParaRPr lang="en-ID" sz="1500" spc="50" dirty="0">
                <a:solidFill>
                  <a:schemeClr val="tx2"/>
                </a:solidFill>
                <a:ea typeface="Noto Sans TC Medium" panose="020B0200000000000000" pitchFamily="34" charset="-120"/>
              </a:endParaRPr>
            </a:p>
          </p:txBody>
        </p:sp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B66B2FE3-7AF0-44A6-2F5D-BBE73C3465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9442" y="1863771"/>
              <a:ext cx="1680490" cy="3643200"/>
            </a:xfrm>
            <a:prstGeom prst="roundRect">
              <a:avLst>
                <a:gd name="adj" fmla="val 14128"/>
              </a:avLst>
            </a:prstGeom>
          </p:spPr>
        </p:pic>
        <p:sp>
          <p:nvSpPr>
            <p:cNvPr id="3" name="Freeform 4">
              <a:extLst>
                <a:ext uri="{FF2B5EF4-FFF2-40B4-BE49-F238E27FC236}">
                  <a16:creationId xmlns:a16="http://schemas.microsoft.com/office/drawing/2014/main" id="{15860EC6-3094-21EB-5551-CE3275D0C13F}"/>
                </a:ext>
              </a:extLst>
            </p:cNvPr>
            <p:cNvSpPr/>
            <p:nvPr/>
          </p:nvSpPr>
          <p:spPr>
            <a:xfrm>
              <a:off x="1204773" y="1804102"/>
              <a:ext cx="1829828" cy="3786922"/>
            </a:xfrm>
            <a:custGeom>
              <a:avLst/>
              <a:gdLst/>
              <a:ahLst/>
              <a:cxnLst/>
              <a:rect l="l" t="t" r="r" b="b"/>
              <a:pathLst>
                <a:path w="3252473" h="6671740">
                  <a:moveTo>
                    <a:pt x="0" y="0"/>
                  </a:moveTo>
                  <a:lnTo>
                    <a:pt x="3252474" y="0"/>
                  </a:lnTo>
                  <a:lnTo>
                    <a:pt x="3252474" y="6671740"/>
                  </a:lnTo>
                  <a:lnTo>
                    <a:pt x="0" y="6671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EB9E7689-6752-8A72-AE75-D081823313CF}"/>
              </a:ext>
            </a:extLst>
          </p:cNvPr>
          <p:cNvGrpSpPr/>
          <p:nvPr/>
        </p:nvGrpSpPr>
        <p:grpSpPr>
          <a:xfrm>
            <a:off x="6209112" y="1804102"/>
            <a:ext cx="2424650" cy="4406577"/>
            <a:chOff x="6209112" y="1804102"/>
            <a:chExt cx="2424650" cy="4406577"/>
          </a:xfrm>
        </p:grpSpPr>
        <p:sp>
          <p:nvSpPr>
            <p:cNvPr id="24" name="TextBox 55">
              <a:extLst>
                <a:ext uri="{FF2B5EF4-FFF2-40B4-BE49-F238E27FC236}">
                  <a16:creationId xmlns:a16="http://schemas.microsoft.com/office/drawing/2014/main" id="{BC2450E7-3DBC-353F-4B95-941235C39ECD}"/>
                </a:ext>
              </a:extLst>
            </p:cNvPr>
            <p:cNvSpPr txBox="1"/>
            <p:nvPr/>
          </p:nvSpPr>
          <p:spPr>
            <a:xfrm>
              <a:off x="6506523" y="5653101"/>
              <a:ext cx="18298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1200"/>
                </a:spcBef>
              </a:pPr>
              <a:r>
                <a:rPr lang="pt-PT" altLang="zh-TW" sz="1000" b="1" spc="200" dirty="0">
                  <a:solidFill>
                    <a:schemeClr val="accent1"/>
                  </a:solidFill>
                </a:rPr>
                <a:t>SCREEN 0</a:t>
              </a:r>
              <a:r>
                <a:rPr lang="en-US" altLang="zh-TW" sz="1000" b="1" spc="200" dirty="0">
                  <a:solidFill>
                    <a:schemeClr val="accent1"/>
                  </a:solidFill>
                </a:rPr>
                <a:t>3</a:t>
              </a:r>
              <a:endParaRPr lang="en-US" sz="1000" b="1" spc="200" dirty="0">
                <a:solidFill>
                  <a:schemeClr val="accent1"/>
                </a:solidFill>
              </a:endParaRPr>
            </a:p>
          </p:txBody>
        </p:sp>
        <p:sp>
          <p:nvSpPr>
            <p:cNvPr id="25" name="TextBox 56">
              <a:extLst>
                <a:ext uri="{FF2B5EF4-FFF2-40B4-BE49-F238E27FC236}">
                  <a16:creationId xmlns:a16="http://schemas.microsoft.com/office/drawing/2014/main" id="{97FB6DB8-B063-3D3E-DB2F-7AD101B80ED8}"/>
                </a:ext>
              </a:extLst>
            </p:cNvPr>
            <p:cNvSpPr txBox="1"/>
            <p:nvPr/>
          </p:nvSpPr>
          <p:spPr>
            <a:xfrm>
              <a:off x="6209112" y="5843591"/>
              <a:ext cx="2424650" cy="367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TW" altLang="en-US" sz="1500" spc="50" dirty="0">
                  <a:solidFill>
                    <a:schemeClr val="tx2"/>
                  </a:solidFill>
                  <a:ea typeface="Noto Sans TC Medium" panose="020B0200000000000000" pitchFamily="34" charset="-120"/>
                </a:rPr>
                <a:t>搜尋書名 </a:t>
              </a:r>
              <a:r>
                <a:rPr lang="en-US" altLang="zh-TW" sz="1500" spc="50" dirty="0">
                  <a:solidFill>
                    <a:schemeClr val="tx2"/>
                  </a:solidFill>
                  <a:ea typeface="Noto Sans TC Medium" panose="020B0200000000000000" pitchFamily="34" charset="-120"/>
                </a:rPr>
                <a:t>/ </a:t>
              </a:r>
              <a:r>
                <a:rPr lang="zh-TW" altLang="en-US" sz="1500" spc="50" dirty="0">
                  <a:solidFill>
                    <a:schemeClr val="tx2"/>
                  </a:solidFill>
                  <a:ea typeface="Noto Sans TC Medium" panose="020B0200000000000000" pitchFamily="34" charset="-120"/>
                </a:rPr>
                <a:t>作者 </a:t>
              </a:r>
              <a:r>
                <a:rPr lang="en-US" altLang="zh-TW" sz="1500" spc="50" dirty="0">
                  <a:solidFill>
                    <a:schemeClr val="tx2"/>
                  </a:solidFill>
                  <a:ea typeface="Noto Sans TC Medium" panose="020B0200000000000000" pitchFamily="34" charset="-120"/>
                </a:rPr>
                <a:t>/ </a:t>
              </a:r>
              <a:r>
                <a:rPr lang="en-US" altLang="zh-TW" sz="1500" b="1" spc="50" dirty="0">
                  <a:solidFill>
                    <a:schemeClr val="tx2"/>
                  </a:solidFill>
                  <a:ea typeface="Noto Sans TC Medium" panose="020B0200000000000000" pitchFamily="34" charset="-120"/>
                </a:rPr>
                <a:t>ISBN</a:t>
              </a:r>
              <a:endParaRPr lang="en-ID" sz="1500" b="1" spc="50" dirty="0">
                <a:solidFill>
                  <a:schemeClr val="tx2"/>
                </a:solidFill>
                <a:ea typeface="Noto Sans TC Medium" panose="020B0200000000000000" pitchFamily="34" charset="-120"/>
              </a:endParaRPr>
            </a:p>
          </p:txBody>
        </p:sp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8CB7E501-4A15-1750-0319-E85F2BD02E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81192" y="1863457"/>
              <a:ext cx="1680490" cy="3643200"/>
            </a:xfrm>
            <a:prstGeom prst="roundRect">
              <a:avLst>
                <a:gd name="adj" fmla="val 11951"/>
              </a:avLst>
            </a:prstGeom>
          </p:spPr>
        </p:pic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BA7C7299-0BC3-31D3-5A4E-4EE6CD54F017}"/>
                </a:ext>
              </a:extLst>
            </p:cNvPr>
            <p:cNvSpPr/>
            <p:nvPr/>
          </p:nvSpPr>
          <p:spPr>
            <a:xfrm>
              <a:off x="6506523" y="1804102"/>
              <a:ext cx="1829828" cy="3786922"/>
            </a:xfrm>
            <a:custGeom>
              <a:avLst/>
              <a:gdLst/>
              <a:ahLst/>
              <a:cxnLst/>
              <a:rect l="l" t="t" r="r" b="b"/>
              <a:pathLst>
                <a:path w="3252473" h="6671740">
                  <a:moveTo>
                    <a:pt x="0" y="0"/>
                  </a:moveTo>
                  <a:lnTo>
                    <a:pt x="3252474" y="0"/>
                  </a:lnTo>
                  <a:lnTo>
                    <a:pt x="3252474" y="6671740"/>
                  </a:lnTo>
                  <a:lnTo>
                    <a:pt x="0" y="6671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2203624F-7678-86ED-8A53-D471583E8662}"/>
              </a:ext>
            </a:extLst>
          </p:cNvPr>
          <p:cNvGrpSpPr/>
          <p:nvPr/>
        </p:nvGrpSpPr>
        <p:grpSpPr>
          <a:xfrm>
            <a:off x="9157399" y="1804102"/>
            <a:ext cx="1829828" cy="4406577"/>
            <a:chOff x="9157399" y="1804102"/>
            <a:chExt cx="1829828" cy="4406577"/>
          </a:xfrm>
        </p:grpSpPr>
        <p:sp>
          <p:nvSpPr>
            <p:cNvPr id="26" name="TextBox 55">
              <a:extLst>
                <a:ext uri="{FF2B5EF4-FFF2-40B4-BE49-F238E27FC236}">
                  <a16:creationId xmlns:a16="http://schemas.microsoft.com/office/drawing/2014/main" id="{C67D3832-B0CA-53BB-5236-32C52DBDBA77}"/>
                </a:ext>
              </a:extLst>
            </p:cNvPr>
            <p:cNvSpPr txBox="1"/>
            <p:nvPr/>
          </p:nvSpPr>
          <p:spPr>
            <a:xfrm>
              <a:off x="9157399" y="5653101"/>
              <a:ext cx="18298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1200"/>
                </a:spcBef>
              </a:pPr>
              <a:r>
                <a:rPr lang="pt-PT" altLang="zh-TW" sz="1000" b="1" spc="200" dirty="0">
                  <a:solidFill>
                    <a:schemeClr val="accent1"/>
                  </a:solidFill>
                </a:rPr>
                <a:t>SCREEN 0</a:t>
              </a:r>
              <a:r>
                <a:rPr lang="en-US" altLang="zh-TW" sz="1000" b="1" spc="200" dirty="0">
                  <a:solidFill>
                    <a:schemeClr val="accent1"/>
                  </a:solidFill>
                </a:rPr>
                <a:t>4</a:t>
              </a:r>
              <a:endParaRPr lang="en-US" sz="1000" b="1" spc="200" dirty="0">
                <a:solidFill>
                  <a:schemeClr val="accent1"/>
                </a:solidFill>
              </a:endParaRPr>
            </a:p>
          </p:txBody>
        </p:sp>
        <p:sp>
          <p:nvSpPr>
            <p:cNvPr id="27" name="TextBox 56">
              <a:extLst>
                <a:ext uri="{FF2B5EF4-FFF2-40B4-BE49-F238E27FC236}">
                  <a16:creationId xmlns:a16="http://schemas.microsoft.com/office/drawing/2014/main" id="{AAE78B83-7994-4231-A64E-58116418945C}"/>
                </a:ext>
              </a:extLst>
            </p:cNvPr>
            <p:cNvSpPr txBox="1"/>
            <p:nvPr/>
          </p:nvSpPr>
          <p:spPr>
            <a:xfrm>
              <a:off x="9157399" y="5843591"/>
              <a:ext cx="1829828" cy="367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TW" altLang="en-US" sz="1500" spc="50" dirty="0">
                  <a:solidFill>
                    <a:schemeClr val="tx2"/>
                  </a:solidFill>
                  <a:ea typeface="Noto Sans TC Medium" panose="020B0200000000000000" pitchFamily="34" charset="-120"/>
                </a:rPr>
                <a:t>書籍詳情頁</a:t>
              </a:r>
              <a:endParaRPr lang="en-ID" sz="1500" spc="50" dirty="0">
                <a:solidFill>
                  <a:schemeClr val="tx2"/>
                </a:solidFill>
                <a:ea typeface="Noto Sans TC Medium" panose="020B0200000000000000" pitchFamily="34" charset="-120"/>
              </a:endParaRPr>
            </a:p>
          </p:txBody>
        </p:sp>
        <p:pic>
          <p:nvPicPr>
            <p:cNvPr id="19" name="圖片 18">
              <a:extLst>
                <a:ext uri="{FF2B5EF4-FFF2-40B4-BE49-F238E27FC236}">
                  <a16:creationId xmlns:a16="http://schemas.microsoft.com/office/drawing/2014/main" id="{8E1BCB11-5AFE-39D8-3AD2-074DB873C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32068" y="1863457"/>
              <a:ext cx="1680490" cy="3643200"/>
            </a:xfrm>
            <a:prstGeom prst="roundRect">
              <a:avLst>
                <a:gd name="adj" fmla="val 13402"/>
              </a:avLst>
            </a:prstGeom>
          </p:spPr>
        </p:pic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E368199C-6FD5-4E84-70DE-85D9458D942F}"/>
                </a:ext>
              </a:extLst>
            </p:cNvPr>
            <p:cNvSpPr/>
            <p:nvPr/>
          </p:nvSpPr>
          <p:spPr>
            <a:xfrm>
              <a:off x="9157399" y="1804102"/>
              <a:ext cx="1829828" cy="3786922"/>
            </a:xfrm>
            <a:custGeom>
              <a:avLst/>
              <a:gdLst/>
              <a:ahLst/>
              <a:cxnLst/>
              <a:rect l="l" t="t" r="r" b="b"/>
              <a:pathLst>
                <a:path w="3252473" h="6671740">
                  <a:moveTo>
                    <a:pt x="0" y="0"/>
                  </a:moveTo>
                  <a:lnTo>
                    <a:pt x="3252474" y="0"/>
                  </a:lnTo>
                  <a:lnTo>
                    <a:pt x="3252474" y="6671740"/>
                  </a:lnTo>
                  <a:lnTo>
                    <a:pt x="0" y="6671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2938EE01-DAE2-1167-8E3C-78BDADEC842A}"/>
              </a:ext>
            </a:extLst>
          </p:cNvPr>
          <p:cNvGrpSpPr/>
          <p:nvPr/>
        </p:nvGrpSpPr>
        <p:grpSpPr>
          <a:xfrm>
            <a:off x="3855648" y="1804102"/>
            <a:ext cx="1829828" cy="4406577"/>
            <a:chOff x="3855648" y="1804102"/>
            <a:chExt cx="1829828" cy="4406577"/>
          </a:xfrm>
        </p:grpSpPr>
        <p:sp>
          <p:nvSpPr>
            <p:cNvPr id="22" name="TextBox 55">
              <a:extLst>
                <a:ext uri="{FF2B5EF4-FFF2-40B4-BE49-F238E27FC236}">
                  <a16:creationId xmlns:a16="http://schemas.microsoft.com/office/drawing/2014/main" id="{961CE3F7-080F-D2A8-F0D4-89728273D843}"/>
                </a:ext>
              </a:extLst>
            </p:cNvPr>
            <p:cNvSpPr txBox="1"/>
            <p:nvPr/>
          </p:nvSpPr>
          <p:spPr>
            <a:xfrm>
              <a:off x="3855648" y="5653101"/>
              <a:ext cx="18298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1200"/>
                </a:spcBef>
              </a:pPr>
              <a:r>
                <a:rPr lang="pt-PT" altLang="zh-TW" sz="1000" b="1" spc="200" dirty="0">
                  <a:solidFill>
                    <a:schemeClr val="accent1"/>
                  </a:solidFill>
                </a:rPr>
                <a:t>SCREEN 0</a:t>
              </a:r>
              <a:r>
                <a:rPr lang="en-US" altLang="zh-TW" sz="1000" b="1" spc="200" dirty="0">
                  <a:solidFill>
                    <a:schemeClr val="accent1"/>
                  </a:solidFill>
                </a:rPr>
                <a:t>2</a:t>
              </a:r>
              <a:endParaRPr lang="en-US" sz="1000" b="1" spc="200" dirty="0">
                <a:solidFill>
                  <a:schemeClr val="accent1"/>
                </a:solidFill>
              </a:endParaRPr>
            </a:p>
          </p:txBody>
        </p:sp>
        <p:sp>
          <p:nvSpPr>
            <p:cNvPr id="23" name="TextBox 56">
              <a:extLst>
                <a:ext uri="{FF2B5EF4-FFF2-40B4-BE49-F238E27FC236}">
                  <a16:creationId xmlns:a16="http://schemas.microsoft.com/office/drawing/2014/main" id="{BDAEBB4C-0F25-350E-6FCE-AAADA2A72BB5}"/>
                </a:ext>
              </a:extLst>
            </p:cNvPr>
            <p:cNvSpPr txBox="1"/>
            <p:nvPr/>
          </p:nvSpPr>
          <p:spPr>
            <a:xfrm>
              <a:off x="3855648" y="5843591"/>
              <a:ext cx="1829828" cy="367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TW" altLang="en-US" sz="1500" spc="50" dirty="0">
                  <a:solidFill>
                    <a:schemeClr val="tx2"/>
                  </a:solidFill>
                  <a:ea typeface="Noto Sans TC Medium" panose="020B0200000000000000" pitchFamily="34" charset="-120"/>
                </a:rPr>
                <a:t>橫向卡片模式</a:t>
              </a:r>
              <a:endParaRPr lang="en-ID" sz="1500" spc="50" dirty="0">
                <a:solidFill>
                  <a:schemeClr val="tx2"/>
                </a:solidFill>
                <a:ea typeface="Noto Sans TC Medium" panose="020B0200000000000000" pitchFamily="34" charset="-120"/>
              </a:endParaRPr>
            </a:p>
          </p:txBody>
        </p:sp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17F4A48A-EB8F-5D5A-6D74-C5F91CC2CCC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36449" y="1863457"/>
              <a:ext cx="1680490" cy="3643200"/>
            </a:xfrm>
            <a:prstGeom prst="roundRect">
              <a:avLst>
                <a:gd name="adj" fmla="val 14853"/>
              </a:avLst>
            </a:prstGeom>
          </p:spPr>
        </p:pic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A5EEF7A-989E-255C-971C-8B2FB2D6AEA2}"/>
                </a:ext>
              </a:extLst>
            </p:cNvPr>
            <p:cNvSpPr/>
            <p:nvPr/>
          </p:nvSpPr>
          <p:spPr>
            <a:xfrm>
              <a:off x="3855648" y="1804102"/>
              <a:ext cx="1829828" cy="3786922"/>
            </a:xfrm>
            <a:custGeom>
              <a:avLst/>
              <a:gdLst/>
              <a:ahLst/>
              <a:cxnLst/>
              <a:rect l="l" t="t" r="r" b="b"/>
              <a:pathLst>
                <a:path w="3252473" h="6671740">
                  <a:moveTo>
                    <a:pt x="0" y="0"/>
                  </a:moveTo>
                  <a:lnTo>
                    <a:pt x="3252474" y="0"/>
                  </a:lnTo>
                  <a:lnTo>
                    <a:pt x="3252474" y="6671740"/>
                  </a:lnTo>
                  <a:lnTo>
                    <a:pt x="0" y="6671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85645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1862C3-AAA3-8A08-425D-D07743242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B47CF790-EFA5-4373-5917-3C6CF8CD58B7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2EF56180-2B87-C60D-75A4-A16523F2A4C9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賣家上架書籍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1B4833A-F3C2-869B-5A53-ABBEA1B5EC57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SELLER · LIST A BOOK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DE49E0E-5763-45EB-6C5C-3B3A5153109B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23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BA388DBC-53FE-27A4-D89D-148A2DE47073}"/>
              </a:ext>
            </a:extLst>
          </p:cNvPr>
          <p:cNvGrpSpPr/>
          <p:nvPr/>
        </p:nvGrpSpPr>
        <p:grpSpPr>
          <a:xfrm>
            <a:off x="1204773" y="1804102"/>
            <a:ext cx="1829828" cy="4406577"/>
            <a:chOff x="1204773" y="1804102"/>
            <a:chExt cx="1829828" cy="4406577"/>
          </a:xfrm>
        </p:grpSpPr>
        <p:sp>
          <p:nvSpPr>
            <p:cNvPr id="20" name="TextBox 55">
              <a:extLst>
                <a:ext uri="{FF2B5EF4-FFF2-40B4-BE49-F238E27FC236}">
                  <a16:creationId xmlns:a16="http://schemas.microsoft.com/office/drawing/2014/main" id="{B741DA24-53DC-911C-851E-25C264DF6888}"/>
                </a:ext>
              </a:extLst>
            </p:cNvPr>
            <p:cNvSpPr txBox="1"/>
            <p:nvPr/>
          </p:nvSpPr>
          <p:spPr>
            <a:xfrm>
              <a:off x="1204773" y="5653101"/>
              <a:ext cx="18298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1200"/>
                </a:spcBef>
              </a:pPr>
              <a:r>
                <a:rPr lang="pt-PT" altLang="zh-TW" sz="1000" b="1" spc="200" dirty="0">
                  <a:solidFill>
                    <a:schemeClr val="accent1"/>
                  </a:solidFill>
                </a:rPr>
                <a:t>SCREEN 01</a:t>
              </a:r>
              <a:endParaRPr lang="en-US" sz="1000" b="1" spc="200" dirty="0">
                <a:solidFill>
                  <a:schemeClr val="accent1"/>
                </a:solidFill>
              </a:endParaRPr>
            </a:p>
          </p:txBody>
        </p:sp>
        <p:sp>
          <p:nvSpPr>
            <p:cNvPr id="21" name="TextBox 56">
              <a:extLst>
                <a:ext uri="{FF2B5EF4-FFF2-40B4-BE49-F238E27FC236}">
                  <a16:creationId xmlns:a16="http://schemas.microsoft.com/office/drawing/2014/main" id="{098C7D8D-3CED-F3FA-D1EE-A927DCC4168D}"/>
                </a:ext>
              </a:extLst>
            </p:cNvPr>
            <p:cNvSpPr txBox="1"/>
            <p:nvPr/>
          </p:nvSpPr>
          <p:spPr>
            <a:xfrm>
              <a:off x="1204773" y="5843591"/>
              <a:ext cx="1829828" cy="367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TW" altLang="en-US" sz="1500" spc="50" dirty="0">
                  <a:solidFill>
                    <a:schemeClr val="tx2"/>
                  </a:solidFill>
                  <a:ea typeface="Noto Sans TC Medium" panose="020B0200000000000000" pitchFamily="34" charset="-120"/>
                </a:rPr>
                <a:t>上架書籍頁面</a:t>
              </a:r>
              <a:endParaRPr lang="en-ID" sz="1500" spc="50" dirty="0">
                <a:solidFill>
                  <a:schemeClr val="tx2"/>
                </a:solidFill>
                <a:ea typeface="Noto Sans TC Medium" panose="020B0200000000000000" pitchFamily="34" charset="-120"/>
              </a:endParaRPr>
            </a:p>
          </p:txBody>
        </p:sp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E7C2D8DA-04DA-90B6-EA79-9878533D9B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0441" y="1865100"/>
              <a:ext cx="1680490" cy="3643200"/>
            </a:xfrm>
            <a:prstGeom prst="roundRect">
              <a:avLst>
                <a:gd name="adj" fmla="val 13039"/>
              </a:avLst>
            </a:prstGeom>
          </p:spPr>
        </p:pic>
        <p:sp>
          <p:nvSpPr>
            <p:cNvPr id="3" name="Freeform 4">
              <a:extLst>
                <a:ext uri="{FF2B5EF4-FFF2-40B4-BE49-F238E27FC236}">
                  <a16:creationId xmlns:a16="http://schemas.microsoft.com/office/drawing/2014/main" id="{F130EEBF-7FC1-D8CB-DDE8-E9B20D078C99}"/>
                </a:ext>
              </a:extLst>
            </p:cNvPr>
            <p:cNvSpPr/>
            <p:nvPr/>
          </p:nvSpPr>
          <p:spPr>
            <a:xfrm>
              <a:off x="1204773" y="1804102"/>
              <a:ext cx="1829828" cy="3786922"/>
            </a:xfrm>
            <a:custGeom>
              <a:avLst/>
              <a:gdLst/>
              <a:ahLst/>
              <a:cxnLst/>
              <a:rect l="l" t="t" r="r" b="b"/>
              <a:pathLst>
                <a:path w="3252473" h="6671740">
                  <a:moveTo>
                    <a:pt x="0" y="0"/>
                  </a:moveTo>
                  <a:lnTo>
                    <a:pt x="3252474" y="0"/>
                  </a:lnTo>
                  <a:lnTo>
                    <a:pt x="3252474" y="6671740"/>
                  </a:lnTo>
                  <a:lnTo>
                    <a:pt x="0" y="6671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F35C6510-9E88-43B1-4794-17B2CAC72A08}"/>
              </a:ext>
            </a:extLst>
          </p:cNvPr>
          <p:cNvGrpSpPr/>
          <p:nvPr/>
        </p:nvGrpSpPr>
        <p:grpSpPr>
          <a:xfrm>
            <a:off x="6209112" y="1804102"/>
            <a:ext cx="2424650" cy="4406577"/>
            <a:chOff x="6209112" y="1804102"/>
            <a:chExt cx="2424650" cy="4406577"/>
          </a:xfrm>
        </p:grpSpPr>
        <p:sp>
          <p:nvSpPr>
            <p:cNvPr id="24" name="TextBox 55">
              <a:extLst>
                <a:ext uri="{FF2B5EF4-FFF2-40B4-BE49-F238E27FC236}">
                  <a16:creationId xmlns:a16="http://schemas.microsoft.com/office/drawing/2014/main" id="{308D4DCD-0812-CA3F-69CA-738470F4EA29}"/>
                </a:ext>
              </a:extLst>
            </p:cNvPr>
            <p:cNvSpPr txBox="1"/>
            <p:nvPr/>
          </p:nvSpPr>
          <p:spPr>
            <a:xfrm>
              <a:off x="6506523" y="5653101"/>
              <a:ext cx="18298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1200"/>
                </a:spcBef>
              </a:pPr>
              <a:r>
                <a:rPr lang="pt-PT" altLang="zh-TW" sz="1000" b="1" spc="200" dirty="0">
                  <a:solidFill>
                    <a:schemeClr val="accent1"/>
                  </a:solidFill>
                </a:rPr>
                <a:t>SCREEN 0</a:t>
              </a:r>
              <a:r>
                <a:rPr lang="en-US" altLang="zh-TW" sz="1000" b="1" spc="200" dirty="0">
                  <a:solidFill>
                    <a:schemeClr val="accent1"/>
                  </a:solidFill>
                </a:rPr>
                <a:t>3</a:t>
              </a:r>
              <a:endParaRPr lang="en-US" sz="1000" b="1" spc="200" dirty="0">
                <a:solidFill>
                  <a:schemeClr val="accent1"/>
                </a:solidFill>
              </a:endParaRPr>
            </a:p>
          </p:txBody>
        </p:sp>
        <p:sp>
          <p:nvSpPr>
            <p:cNvPr id="25" name="TextBox 56">
              <a:extLst>
                <a:ext uri="{FF2B5EF4-FFF2-40B4-BE49-F238E27FC236}">
                  <a16:creationId xmlns:a16="http://schemas.microsoft.com/office/drawing/2014/main" id="{DBC18789-5A6D-85FC-AEDD-EDF7A42F2D4B}"/>
                </a:ext>
              </a:extLst>
            </p:cNvPr>
            <p:cNvSpPr txBox="1"/>
            <p:nvPr/>
          </p:nvSpPr>
          <p:spPr>
            <a:xfrm>
              <a:off x="6209112" y="5843591"/>
              <a:ext cx="2424650" cy="367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TW" altLang="en-US" sz="1500" spc="50" dirty="0">
                  <a:solidFill>
                    <a:schemeClr val="tx2"/>
                  </a:solidFill>
                  <a:ea typeface="Noto Sans TC Medium" panose="020B0200000000000000" pitchFamily="34" charset="-120"/>
                </a:rPr>
                <a:t>自動帶入書籍資訊</a:t>
              </a:r>
              <a:endParaRPr lang="en-ID" sz="1500" spc="50" dirty="0">
                <a:solidFill>
                  <a:schemeClr val="tx2"/>
                </a:solidFill>
                <a:ea typeface="Noto Sans TC Medium" panose="020B0200000000000000" pitchFamily="34" charset="-120"/>
              </a:endParaRPr>
            </a:p>
          </p:txBody>
        </p:sp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29F680C0-49B4-B788-0AEB-FCFA3C4FA5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81192" y="1865100"/>
              <a:ext cx="1680490" cy="3643200"/>
            </a:xfrm>
            <a:prstGeom prst="roundRect">
              <a:avLst>
                <a:gd name="adj" fmla="val 13039"/>
              </a:avLst>
            </a:prstGeom>
          </p:spPr>
        </p:pic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C483173C-BE99-1818-03A8-DE2E4A009292}"/>
                </a:ext>
              </a:extLst>
            </p:cNvPr>
            <p:cNvSpPr/>
            <p:nvPr/>
          </p:nvSpPr>
          <p:spPr>
            <a:xfrm>
              <a:off x="6506523" y="1804102"/>
              <a:ext cx="1829828" cy="3786922"/>
            </a:xfrm>
            <a:custGeom>
              <a:avLst/>
              <a:gdLst/>
              <a:ahLst/>
              <a:cxnLst/>
              <a:rect l="l" t="t" r="r" b="b"/>
              <a:pathLst>
                <a:path w="3252473" h="6671740">
                  <a:moveTo>
                    <a:pt x="0" y="0"/>
                  </a:moveTo>
                  <a:lnTo>
                    <a:pt x="3252474" y="0"/>
                  </a:lnTo>
                  <a:lnTo>
                    <a:pt x="3252474" y="6671740"/>
                  </a:lnTo>
                  <a:lnTo>
                    <a:pt x="0" y="6671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B0BADE99-5F24-9241-A6E8-DA339758C8B0}"/>
              </a:ext>
            </a:extLst>
          </p:cNvPr>
          <p:cNvGrpSpPr/>
          <p:nvPr/>
        </p:nvGrpSpPr>
        <p:grpSpPr>
          <a:xfrm>
            <a:off x="9041197" y="1804102"/>
            <a:ext cx="2062232" cy="4406577"/>
            <a:chOff x="9041197" y="1804102"/>
            <a:chExt cx="2062232" cy="4406577"/>
          </a:xfrm>
        </p:grpSpPr>
        <p:sp>
          <p:nvSpPr>
            <p:cNvPr id="26" name="TextBox 55">
              <a:extLst>
                <a:ext uri="{FF2B5EF4-FFF2-40B4-BE49-F238E27FC236}">
                  <a16:creationId xmlns:a16="http://schemas.microsoft.com/office/drawing/2014/main" id="{FD5140A4-9369-5DEA-9CAF-C50B01CBC8B2}"/>
                </a:ext>
              </a:extLst>
            </p:cNvPr>
            <p:cNvSpPr txBox="1"/>
            <p:nvPr/>
          </p:nvSpPr>
          <p:spPr>
            <a:xfrm>
              <a:off x="9157399" y="5653101"/>
              <a:ext cx="18298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1200"/>
                </a:spcBef>
              </a:pPr>
              <a:r>
                <a:rPr lang="pt-PT" altLang="zh-TW" sz="1000" b="1" spc="200" dirty="0">
                  <a:solidFill>
                    <a:schemeClr val="accent1"/>
                  </a:solidFill>
                </a:rPr>
                <a:t>SCREEN 0</a:t>
              </a:r>
              <a:r>
                <a:rPr lang="en-US" altLang="zh-TW" sz="1000" b="1" spc="200" dirty="0">
                  <a:solidFill>
                    <a:schemeClr val="accent1"/>
                  </a:solidFill>
                </a:rPr>
                <a:t>4</a:t>
              </a:r>
              <a:endParaRPr lang="en-US" sz="1000" b="1" spc="200" dirty="0">
                <a:solidFill>
                  <a:schemeClr val="accent1"/>
                </a:solidFill>
              </a:endParaRPr>
            </a:p>
          </p:txBody>
        </p:sp>
        <p:sp>
          <p:nvSpPr>
            <p:cNvPr id="27" name="TextBox 56">
              <a:extLst>
                <a:ext uri="{FF2B5EF4-FFF2-40B4-BE49-F238E27FC236}">
                  <a16:creationId xmlns:a16="http://schemas.microsoft.com/office/drawing/2014/main" id="{A62757A6-74B8-2449-45FE-3BE9857946EF}"/>
                </a:ext>
              </a:extLst>
            </p:cNvPr>
            <p:cNvSpPr txBox="1"/>
            <p:nvPr/>
          </p:nvSpPr>
          <p:spPr>
            <a:xfrm>
              <a:off x="9041197" y="5843591"/>
              <a:ext cx="2062232" cy="367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TW" altLang="en-US" sz="1500" spc="50" dirty="0">
                  <a:solidFill>
                    <a:schemeClr val="tx2"/>
                  </a:solidFill>
                  <a:ea typeface="Noto Sans TC Medium" panose="020B0200000000000000" pitchFamily="34" charset="-120"/>
                </a:rPr>
                <a:t>上傳照片與其他資訊</a:t>
              </a:r>
              <a:endParaRPr lang="en-ID" sz="1500" spc="50" dirty="0">
                <a:solidFill>
                  <a:schemeClr val="tx2"/>
                </a:solidFill>
                <a:ea typeface="Noto Sans TC Medium" panose="020B0200000000000000" pitchFamily="34" charset="-120"/>
              </a:endParaRPr>
            </a:p>
          </p:txBody>
        </p:sp>
        <p:pic>
          <p:nvPicPr>
            <p:cNvPr id="19" name="圖片 18">
              <a:extLst>
                <a:ext uri="{FF2B5EF4-FFF2-40B4-BE49-F238E27FC236}">
                  <a16:creationId xmlns:a16="http://schemas.microsoft.com/office/drawing/2014/main" id="{58F34E0B-5955-1AC3-12A6-4321A9F5E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32068" y="1865100"/>
              <a:ext cx="1680490" cy="3643200"/>
            </a:xfrm>
            <a:prstGeom prst="roundRect">
              <a:avLst>
                <a:gd name="adj" fmla="val 12677"/>
              </a:avLst>
            </a:prstGeom>
          </p:spPr>
        </p:pic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3DFCE52D-56F0-447E-EA5D-069401647475}"/>
                </a:ext>
              </a:extLst>
            </p:cNvPr>
            <p:cNvSpPr/>
            <p:nvPr/>
          </p:nvSpPr>
          <p:spPr>
            <a:xfrm>
              <a:off x="9157399" y="1804102"/>
              <a:ext cx="1829828" cy="3786922"/>
            </a:xfrm>
            <a:custGeom>
              <a:avLst/>
              <a:gdLst/>
              <a:ahLst/>
              <a:cxnLst/>
              <a:rect l="l" t="t" r="r" b="b"/>
              <a:pathLst>
                <a:path w="3252473" h="6671740">
                  <a:moveTo>
                    <a:pt x="0" y="0"/>
                  </a:moveTo>
                  <a:lnTo>
                    <a:pt x="3252474" y="0"/>
                  </a:lnTo>
                  <a:lnTo>
                    <a:pt x="3252474" y="6671740"/>
                  </a:lnTo>
                  <a:lnTo>
                    <a:pt x="0" y="6671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CCBEF6D3-0808-C9A3-FC8D-C3B31AF7A4CD}"/>
              </a:ext>
            </a:extLst>
          </p:cNvPr>
          <p:cNvGrpSpPr/>
          <p:nvPr/>
        </p:nvGrpSpPr>
        <p:grpSpPr>
          <a:xfrm>
            <a:off x="3855648" y="1804102"/>
            <a:ext cx="1829828" cy="4406577"/>
            <a:chOff x="3855648" y="1804102"/>
            <a:chExt cx="1829828" cy="4406577"/>
          </a:xfrm>
        </p:grpSpPr>
        <p:sp>
          <p:nvSpPr>
            <p:cNvPr id="22" name="TextBox 55">
              <a:extLst>
                <a:ext uri="{FF2B5EF4-FFF2-40B4-BE49-F238E27FC236}">
                  <a16:creationId xmlns:a16="http://schemas.microsoft.com/office/drawing/2014/main" id="{79B9A2D6-9B1B-D480-3A3A-08D5366EFF25}"/>
                </a:ext>
              </a:extLst>
            </p:cNvPr>
            <p:cNvSpPr txBox="1"/>
            <p:nvPr/>
          </p:nvSpPr>
          <p:spPr>
            <a:xfrm>
              <a:off x="3855648" y="5653101"/>
              <a:ext cx="18298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1200"/>
                </a:spcBef>
              </a:pPr>
              <a:r>
                <a:rPr lang="pt-PT" altLang="zh-TW" sz="1000" b="1" spc="200" dirty="0">
                  <a:solidFill>
                    <a:schemeClr val="accent1"/>
                  </a:solidFill>
                </a:rPr>
                <a:t>SCREEN 0</a:t>
              </a:r>
              <a:r>
                <a:rPr lang="en-US" altLang="zh-TW" sz="1000" b="1" spc="200" dirty="0">
                  <a:solidFill>
                    <a:schemeClr val="accent1"/>
                  </a:solidFill>
                </a:rPr>
                <a:t>2</a:t>
              </a:r>
              <a:endParaRPr lang="en-US" sz="1000" b="1" spc="200" dirty="0">
                <a:solidFill>
                  <a:schemeClr val="accent1"/>
                </a:solidFill>
              </a:endParaRPr>
            </a:p>
          </p:txBody>
        </p:sp>
        <p:sp>
          <p:nvSpPr>
            <p:cNvPr id="23" name="TextBox 56">
              <a:extLst>
                <a:ext uri="{FF2B5EF4-FFF2-40B4-BE49-F238E27FC236}">
                  <a16:creationId xmlns:a16="http://schemas.microsoft.com/office/drawing/2014/main" id="{B3C77414-B4EB-CBBB-5485-B21A2D0B8DC2}"/>
                </a:ext>
              </a:extLst>
            </p:cNvPr>
            <p:cNvSpPr txBox="1"/>
            <p:nvPr/>
          </p:nvSpPr>
          <p:spPr>
            <a:xfrm>
              <a:off x="3855648" y="5843591"/>
              <a:ext cx="1829828" cy="367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pt-PT" altLang="zh-TW" sz="1500" b="1" spc="50" dirty="0">
                  <a:solidFill>
                    <a:schemeClr val="tx2"/>
                  </a:solidFill>
                  <a:ea typeface="Noto Sans TC Medium" panose="020B0200000000000000" pitchFamily="34" charset="-120"/>
                </a:rPr>
                <a:t>ISBN</a:t>
              </a:r>
              <a:r>
                <a:rPr lang="pt-PT" altLang="zh-TW" sz="1500" spc="50" dirty="0">
                  <a:solidFill>
                    <a:schemeClr val="tx2"/>
                  </a:solidFill>
                  <a:ea typeface="Noto Sans TC Medium" panose="020B0200000000000000" pitchFamily="34" charset="-120"/>
                </a:rPr>
                <a:t> </a:t>
              </a:r>
              <a:r>
                <a:rPr lang="zh-TW" altLang="en-US" sz="1500" spc="50" dirty="0">
                  <a:solidFill>
                    <a:schemeClr val="tx2"/>
                  </a:solidFill>
                  <a:ea typeface="Noto Sans TC Medium" panose="020B0200000000000000" pitchFamily="34" charset="-120"/>
                </a:rPr>
                <a:t>掃碼</a:t>
              </a:r>
              <a:endParaRPr lang="en-ID" sz="1500" spc="50" dirty="0">
                <a:solidFill>
                  <a:schemeClr val="tx2"/>
                </a:solidFill>
                <a:ea typeface="Noto Sans TC Medium" panose="020B0200000000000000" pitchFamily="34" charset="-120"/>
              </a:endParaRPr>
            </a:p>
          </p:txBody>
        </p:sp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3C56A22A-6849-14D8-A70C-11BF2BCE0AF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30317" y="1865100"/>
              <a:ext cx="1680490" cy="3643200"/>
            </a:xfrm>
            <a:prstGeom prst="roundRect">
              <a:avLst>
                <a:gd name="adj" fmla="val 14128"/>
              </a:avLst>
            </a:prstGeom>
          </p:spPr>
        </p:pic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9C40881-CB58-4843-FF06-F6A30D7A87D0}"/>
                </a:ext>
              </a:extLst>
            </p:cNvPr>
            <p:cNvSpPr/>
            <p:nvPr/>
          </p:nvSpPr>
          <p:spPr>
            <a:xfrm>
              <a:off x="3855648" y="1804102"/>
              <a:ext cx="1829828" cy="3786922"/>
            </a:xfrm>
            <a:custGeom>
              <a:avLst/>
              <a:gdLst/>
              <a:ahLst/>
              <a:cxnLst/>
              <a:rect l="l" t="t" r="r" b="b"/>
              <a:pathLst>
                <a:path w="3252473" h="6671740">
                  <a:moveTo>
                    <a:pt x="0" y="0"/>
                  </a:moveTo>
                  <a:lnTo>
                    <a:pt x="3252474" y="0"/>
                  </a:lnTo>
                  <a:lnTo>
                    <a:pt x="3252474" y="6671740"/>
                  </a:lnTo>
                  <a:lnTo>
                    <a:pt x="0" y="6671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9604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B7F105-A3F9-0609-9ADC-36AE8E3ED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493F0327-5F68-9560-1391-2553F83F5F4F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E5E06924-35FB-A7C0-AF4A-A7146B635918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買家取書</a:t>
            </a:r>
            <a:endParaRPr lang="zh-TW" altLang="en-US" sz="3600" spc="150" dirty="0">
              <a:latin typeface="+mn-ea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132FF58-F4D5-9672-F913-232416733BF7}"/>
              </a:ext>
            </a:extLst>
          </p:cNvPr>
          <p:cNvSpPr txBox="1"/>
          <p:nvPr/>
        </p:nvSpPr>
        <p:spPr>
          <a:xfrm>
            <a:off x="5645020" y="828142"/>
            <a:ext cx="58658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BUYER · PICK UP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7FEE9E9E-F8D3-3746-4BBF-946158323C30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24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77C01DB7-5747-43C4-A1DD-209C304712C1}"/>
              </a:ext>
            </a:extLst>
          </p:cNvPr>
          <p:cNvGrpSpPr/>
          <p:nvPr/>
        </p:nvGrpSpPr>
        <p:grpSpPr>
          <a:xfrm>
            <a:off x="1088572" y="1804102"/>
            <a:ext cx="2062230" cy="4406577"/>
            <a:chOff x="1088572" y="1804102"/>
            <a:chExt cx="2062230" cy="4406577"/>
          </a:xfrm>
        </p:grpSpPr>
        <p:sp>
          <p:nvSpPr>
            <p:cNvPr id="20" name="TextBox 55">
              <a:extLst>
                <a:ext uri="{FF2B5EF4-FFF2-40B4-BE49-F238E27FC236}">
                  <a16:creationId xmlns:a16="http://schemas.microsoft.com/office/drawing/2014/main" id="{0D92DED2-D0FB-ADA5-E656-B45483C9F850}"/>
                </a:ext>
              </a:extLst>
            </p:cNvPr>
            <p:cNvSpPr txBox="1"/>
            <p:nvPr/>
          </p:nvSpPr>
          <p:spPr>
            <a:xfrm>
              <a:off x="1204773" y="5653101"/>
              <a:ext cx="18298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1200"/>
                </a:spcBef>
              </a:pPr>
              <a:r>
                <a:rPr lang="pt-PT" altLang="zh-TW" sz="1000" b="1" spc="200" dirty="0">
                  <a:solidFill>
                    <a:schemeClr val="accent1"/>
                  </a:solidFill>
                </a:rPr>
                <a:t>SCREEN 01</a:t>
              </a:r>
              <a:endParaRPr lang="en-US" sz="1000" b="1" spc="200" dirty="0">
                <a:solidFill>
                  <a:schemeClr val="accent1"/>
                </a:solidFill>
              </a:endParaRPr>
            </a:p>
          </p:txBody>
        </p:sp>
        <p:sp>
          <p:nvSpPr>
            <p:cNvPr id="21" name="TextBox 56">
              <a:extLst>
                <a:ext uri="{FF2B5EF4-FFF2-40B4-BE49-F238E27FC236}">
                  <a16:creationId xmlns:a16="http://schemas.microsoft.com/office/drawing/2014/main" id="{FBF687F2-2FCF-68E7-DAD1-8AB07192633C}"/>
                </a:ext>
              </a:extLst>
            </p:cNvPr>
            <p:cNvSpPr txBox="1"/>
            <p:nvPr/>
          </p:nvSpPr>
          <p:spPr>
            <a:xfrm>
              <a:off x="1088572" y="5843591"/>
              <a:ext cx="2062230" cy="367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TW" altLang="en-US" sz="1500" spc="50" dirty="0">
                  <a:solidFill>
                    <a:schemeClr val="tx2"/>
                  </a:solidFill>
                  <a:ea typeface="Noto Sans TC Medium" panose="020B0200000000000000" pitchFamily="34" charset="-120"/>
                </a:rPr>
                <a:t>底部導覽列點選取書</a:t>
              </a:r>
              <a:endParaRPr lang="en-ID" sz="1500" spc="50" dirty="0">
                <a:solidFill>
                  <a:schemeClr val="tx2"/>
                </a:solidFill>
                <a:ea typeface="Noto Sans TC Medium" panose="020B0200000000000000" pitchFamily="34" charset="-120"/>
              </a:endParaRPr>
            </a:p>
          </p:txBody>
        </p:sp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6794F27E-A986-8C59-45F8-0411D951E9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9442" y="1863771"/>
              <a:ext cx="1680490" cy="3643200"/>
            </a:xfrm>
            <a:prstGeom prst="roundRect">
              <a:avLst>
                <a:gd name="adj" fmla="val 14128"/>
              </a:avLst>
            </a:prstGeom>
          </p:spPr>
        </p:pic>
        <p:sp>
          <p:nvSpPr>
            <p:cNvPr id="3" name="Freeform 4">
              <a:extLst>
                <a:ext uri="{FF2B5EF4-FFF2-40B4-BE49-F238E27FC236}">
                  <a16:creationId xmlns:a16="http://schemas.microsoft.com/office/drawing/2014/main" id="{2D399D49-EFD4-41E7-BE6F-5AEEA6A07427}"/>
                </a:ext>
              </a:extLst>
            </p:cNvPr>
            <p:cNvSpPr/>
            <p:nvPr/>
          </p:nvSpPr>
          <p:spPr>
            <a:xfrm>
              <a:off x="1204773" y="1804102"/>
              <a:ext cx="1829828" cy="3786922"/>
            </a:xfrm>
            <a:custGeom>
              <a:avLst/>
              <a:gdLst/>
              <a:ahLst/>
              <a:cxnLst/>
              <a:rect l="l" t="t" r="r" b="b"/>
              <a:pathLst>
                <a:path w="3252473" h="6671740">
                  <a:moveTo>
                    <a:pt x="0" y="0"/>
                  </a:moveTo>
                  <a:lnTo>
                    <a:pt x="3252474" y="0"/>
                  </a:lnTo>
                  <a:lnTo>
                    <a:pt x="3252474" y="6671740"/>
                  </a:lnTo>
                  <a:lnTo>
                    <a:pt x="0" y="6671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6654A7D3-959E-4BB0-8003-DCA5E15F5466}"/>
              </a:ext>
            </a:extLst>
          </p:cNvPr>
          <p:cNvGrpSpPr/>
          <p:nvPr/>
        </p:nvGrpSpPr>
        <p:grpSpPr>
          <a:xfrm>
            <a:off x="6209112" y="1804102"/>
            <a:ext cx="2424650" cy="4406577"/>
            <a:chOff x="6209112" y="1804102"/>
            <a:chExt cx="2424650" cy="4406577"/>
          </a:xfrm>
        </p:grpSpPr>
        <p:sp>
          <p:nvSpPr>
            <p:cNvPr id="24" name="TextBox 55">
              <a:extLst>
                <a:ext uri="{FF2B5EF4-FFF2-40B4-BE49-F238E27FC236}">
                  <a16:creationId xmlns:a16="http://schemas.microsoft.com/office/drawing/2014/main" id="{094521C4-DE28-DFFA-3417-0859949D8E29}"/>
                </a:ext>
              </a:extLst>
            </p:cNvPr>
            <p:cNvSpPr txBox="1"/>
            <p:nvPr/>
          </p:nvSpPr>
          <p:spPr>
            <a:xfrm>
              <a:off x="6506523" y="5653101"/>
              <a:ext cx="18298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1200"/>
                </a:spcBef>
              </a:pPr>
              <a:r>
                <a:rPr lang="pt-PT" altLang="zh-TW" sz="1000" b="1" spc="200" dirty="0">
                  <a:solidFill>
                    <a:schemeClr val="accent1"/>
                  </a:solidFill>
                </a:rPr>
                <a:t>SCREEN 0</a:t>
              </a:r>
              <a:r>
                <a:rPr lang="en-US" altLang="zh-TW" sz="1000" b="1" spc="200" dirty="0">
                  <a:solidFill>
                    <a:schemeClr val="accent1"/>
                  </a:solidFill>
                </a:rPr>
                <a:t>3</a:t>
              </a:r>
              <a:endParaRPr lang="en-US" sz="1000" b="1" spc="200" dirty="0">
                <a:solidFill>
                  <a:schemeClr val="accent1"/>
                </a:solidFill>
              </a:endParaRPr>
            </a:p>
          </p:txBody>
        </p:sp>
        <p:sp>
          <p:nvSpPr>
            <p:cNvPr id="25" name="TextBox 56">
              <a:extLst>
                <a:ext uri="{FF2B5EF4-FFF2-40B4-BE49-F238E27FC236}">
                  <a16:creationId xmlns:a16="http://schemas.microsoft.com/office/drawing/2014/main" id="{A056344E-3B1C-3B92-25ED-1920A7AB3D64}"/>
                </a:ext>
              </a:extLst>
            </p:cNvPr>
            <p:cNvSpPr txBox="1"/>
            <p:nvPr/>
          </p:nvSpPr>
          <p:spPr>
            <a:xfrm>
              <a:off x="6209112" y="5843591"/>
              <a:ext cx="2424650" cy="367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pt-PT" altLang="zh-TW" sz="1500" b="1" spc="50" dirty="0">
                  <a:solidFill>
                    <a:schemeClr val="tx2"/>
                  </a:solidFill>
                  <a:ea typeface="Noto Sans TC Medium" panose="020B0200000000000000" pitchFamily="34" charset="-120"/>
                </a:rPr>
                <a:t>QR Code </a:t>
              </a:r>
              <a:r>
                <a:rPr lang="zh-TW" altLang="en-US" sz="1500" spc="50" dirty="0">
                  <a:solidFill>
                    <a:schemeClr val="tx2"/>
                  </a:solidFill>
                  <a:ea typeface="Noto Sans TC Medium" panose="020B0200000000000000" pitchFamily="34" charset="-120"/>
                </a:rPr>
                <a:t>掃碼</a:t>
              </a:r>
              <a:endParaRPr lang="en-ID" sz="1500" spc="50" dirty="0">
                <a:solidFill>
                  <a:schemeClr val="tx2"/>
                </a:solidFill>
                <a:ea typeface="Noto Sans TC Medium" panose="020B0200000000000000" pitchFamily="34" charset="-120"/>
              </a:endParaRPr>
            </a:p>
          </p:txBody>
        </p:sp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1E1B47CF-CF77-9B97-481C-A1920ADE74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81192" y="1863771"/>
              <a:ext cx="1680490" cy="3643200"/>
            </a:xfrm>
            <a:prstGeom prst="roundRect">
              <a:avLst>
                <a:gd name="adj" fmla="val 12677"/>
              </a:avLst>
            </a:prstGeom>
          </p:spPr>
        </p:pic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DDB76C4E-1BB3-4B7B-25F0-7023AA89EA05}"/>
                </a:ext>
              </a:extLst>
            </p:cNvPr>
            <p:cNvSpPr/>
            <p:nvPr/>
          </p:nvSpPr>
          <p:spPr>
            <a:xfrm>
              <a:off x="6506523" y="1804102"/>
              <a:ext cx="1829828" cy="3786922"/>
            </a:xfrm>
            <a:custGeom>
              <a:avLst/>
              <a:gdLst/>
              <a:ahLst/>
              <a:cxnLst/>
              <a:rect l="l" t="t" r="r" b="b"/>
              <a:pathLst>
                <a:path w="3252473" h="6671740">
                  <a:moveTo>
                    <a:pt x="0" y="0"/>
                  </a:moveTo>
                  <a:lnTo>
                    <a:pt x="3252474" y="0"/>
                  </a:lnTo>
                  <a:lnTo>
                    <a:pt x="3252474" y="6671740"/>
                  </a:lnTo>
                  <a:lnTo>
                    <a:pt x="0" y="6671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81223ECD-14A5-1396-9934-D9EEFFB913CF}"/>
              </a:ext>
            </a:extLst>
          </p:cNvPr>
          <p:cNvGrpSpPr/>
          <p:nvPr/>
        </p:nvGrpSpPr>
        <p:grpSpPr>
          <a:xfrm>
            <a:off x="9041197" y="1804102"/>
            <a:ext cx="2062232" cy="4406577"/>
            <a:chOff x="9041197" y="1804102"/>
            <a:chExt cx="2062232" cy="4406577"/>
          </a:xfrm>
        </p:grpSpPr>
        <p:sp>
          <p:nvSpPr>
            <p:cNvPr id="26" name="TextBox 55">
              <a:extLst>
                <a:ext uri="{FF2B5EF4-FFF2-40B4-BE49-F238E27FC236}">
                  <a16:creationId xmlns:a16="http://schemas.microsoft.com/office/drawing/2014/main" id="{667097CD-A627-37BE-EF02-2DB1CBD71376}"/>
                </a:ext>
              </a:extLst>
            </p:cNvPr>
            <p:cNvSpPr txBox="1"/>
            <p:nvPr/>
          </p:nvSpPr>
          <p:spPr>
            <a:xfrm>
              <a:off x="9157399" y="5653101"/>
              <a:ext cx="18298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1200"/>
                </a:spcBef>
              </a:pPr>
              <a:r>
                <a:rPr lang="pt-PT" altLang="zh-TW" sz="1000" b="1" spc="200" dirty="0">
                  <a:solidFill>
                    <a:schemeClr val="accent1"/>
                  </a:solidFill>
                </a:rPr>
                <a:t>SCREEN 0</a:t>
              </a:r>
              <a:r>
                <a:rPr lang="en-US" altLang="zh-TW" sz="1000" b="1" spc="200" dirty="0">
                  <a:solidFill>
                    <a:schemeClr val="accent1"/>
                  </a:solidFill>
                </a:rPr>
                <a:t>4</a:t>
              </a:r>
              <a:endParaRPr lang="en-US" sz="1000" b="1" spc="200" dirty="0">
                <a:solidFill>
                  <a:schemeClr val="accent1"/>
                </a:solidFill>
              </a:endParaRPr>
            </a:p>
          </p:txBody>
        </p:sp>
        <p:sp>
          <p:nvSpPr>
            <p:cNvPr id="27" name="TextBox 56">
              <a:extLst>
                <a:ext uri="{FF2B5EF4-FFF2-40B4-BE49-F238E27FC236}">
                  <a16:creationId xmlns:a16="http://schemas.microsoft.com/office/drawing/2014/main" id="{B9064C87-585D-46CB-9FDD-1F93803AAD51}"/>
                </a:ext>
              </a:extLst>
            </p:cNvPr>
            <p:cNvSpPr txBox="1"/>
            <p:nvPr/>
          </p:nvSpPr>
          <p:spPr>
            <a:xfrm>
              <a:off x="9041197" y="5843591"/>
              <a:ext cx="2062232" cy="367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TW" altLang="en-US" sz="1500" spc="50" dirty="0">
                  <a:solidFill>
                    <a:schemeClr val="tx2"/>
                  </a:solidFill>
                  <a:ea typeface="Noto Sans TC Medium" panose="020B0200000000000000" pitchFamily="34" charset="-120"/>
                </a:rPr>
                <a:t>顯示取書成功</a:t>
              </a:r>
              <a:endParaRPr lang="en-ID" sz="1500" spc="50" dirty="0">
                <a:solidFill>
                  <a:schemeClr val="tx2"/>
                </a:solidFill>
                <a:ea typeface="Noto Sans TC Medium" panose="020B0200000000000000" pitchFamily="34" charset="-120"/>
              </a:endParaRPr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10FD3B4E-5E98-9EC1-BCF8-CD13BDA79AB5}"/>
                </a:ext>
              </a:extLst>
            </p:cNvPr>
            <p:cNvSpPr/>
            <p:nvPr/>
          </p:nvSpPr>
          <p:spPr>
            <a:xfrm>
              <a:off x="9232033" y="1863771"/>
              <a:ext cx="1681200" cy="3643200"/>
            </a:xfrm>
            <a:prstGeom prst="roundRect">
              <a:avLst>
                <a:gd name="adj" fmla="val 12316"/>
              </a:avLst>
            </a:pr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5EEAFB55-F8E5-1B15-C6CC-DF1E3E392372}"/>
                </a:ext>
              </a:extLst>
            </p:cNvPr>
            <p:cNvSpPr/>
            <p:nvPr/>
          </p:nvSpPr>
          <p:spPr>
            <a:xfrm>
              <a:off x="9157399" y="1804102"/>
              <a:ext cx="1829828" cy="3786922"/>
            </a:xfrm>
            <a:custGeom>
              <a:avLst/>
              <a:gdLst/>
              <a:ahLst/>
              <a:cxnLst/>
              <a:rect l="l" t="t" r="r" b="b"/>
              <a:pathLst>
                <a:path w="3252473" h="6671740">
                  <a:moveTo>
                    <a:pt x="0" y="0"/>
                  </a:moveTo>
                  <a:lnTo>
                    <a:pt x="3252474" y="0"/>
                  </a:lnTo>
                  <a:lnTo>
                    <a:pt x="3252474" y="6671740"/>
                  </a:lnTo>
                  <a:lnTo>
                    <a:pt x="0" y="6671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3CF349D7-D3A1-829A-B7B8-7F3C7C4972A7}"/>
              </a:ext>
            </a:extLst>
          </p:cNvPr>
          <p:cNvGrpSpPr/>
          <p:nvPr/>
        </p:nvGrpSpPr>
        <p:grpSpPr>
          <a:xfrm>
            <a:off x="3855648" y="1804102"/>
            <a:ext cx="1829828" cy="4406577"/>
            <a:chOff x="3855648" y="1804102"/>
            <a:chExt cx="1829828" cy="4406577"/>
          </a:xfrm>
        </p:grpSpPr>
        <p:sp>
          <p:nvSpPr>
            <p:cNvPr id="22" name="TextBox 55">
              <a:extLst>
                <a:ext uri="{FF2B5EF4-FFF2-40B4-BE49-F238E27FC236}">
                  <a16:creationId xmlns:a16="http://schemas.microsoft.com/office/drawing/2014/main" id="{666F80FB-B45D-BD85-E17C-7F6FF283C17D}"/>
                </a:ext>
              </a:extLst>
            </p:cNvPr>
            <p:cNvSpPr txBox="1"/>
            <p:nvPr/>
          </p:nvSpPr>
          <p:spPr>
            <a:xfrm>
              <a:off x="3855648" y="5653101"/>
              <a:ext cx="18298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spcBef>
                  <a:spcPts val="1200"/>
                </a:spcBef>
              </a:pPr>
              <a:r>
                <a:rPr lang="pt-PT" altLang="zh-TW" sz="1000" b="1" spc="200" dirty="0">
                  <a:solidFill>
                    <a:schemeClr val="accent1"/>
                  </a:solidFill>
                </a:rPr>
                <a:t>SCREEN 0</a:t>
              </a:r>
              <a:r>
                <a:rPr lang="en-US" altLang="zh-TW" sz="1000" b="1" spc="200" dirty="0">
                  <a:solidFill>
                    <a:schemeClr val="accent1"/>
                  </a:solidFill>
                </a:rPr>
                <a:t>2</a:t>
              </a:r>
              <a:endParaRPr lang="en-US" sz="1000" b="1" spc="200" dirty="0">
                <a:solidFill>
                  <a:schemeClr val="accent1"/>
                </a:solidFill>
              </a:endParaRPr>
            </a:p>
          </p:txBody>
        </p:sp>
        <p:sp>
          <p:nvSpPr>
            <p:cNvPr id="23" name="TextBox 56">
              <a:extLst>
                <a:ext uri="{FF2B5EF4-FFF2-40B4-BE49-F238E27FC236}">
                  <a16:creationId xmlns:a16="http://schemas.microsoft.com/office/drawing/2014/main" id="{E0A15D7D-B0E9-D65A-9127-A627BC1B6974}"/>
                </a:ext>
              </a:extLst>
            </p:cNvPr>
            <p:cNvSpPr txBox="1"/>
            <p:nvPr/>
          </p:nvSpPr>
          <p:spPr>
            <a:xfrm>
              <a:off x="3855648" y="5843591"/>
              <a:ext cx="1829828" cy="3670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TW" altLang="en-US" sz="1500" spc="50" dirty="0">
                  <a:solidFill>
                    <a:schemeClr val="tx2"/>
                  </a:solidFill>
                  <a:ea typeface="Noto Sans TC Medium" panose="020B0200000000000000" pitchFamily="34" charset="-120"/>
                </a:rPr>
                <a:t>請求相機權限</a:t>
              </a:r>
              <a:endParaRPr lang="en-ID" sz="1500" spc="50" dirty="0">
                <a:solidFill>
                  <a:schemeClr val="tx2"/>
                </a:solidFill>
                <a:ea typeface="Noto Sans TC Medium" panose="020B0200000000000000" pitchFamily="34" charset="-120"/>
              </a:endParaRPr>
            </a:p>
          </p:txBody>
        </p:sp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D9BDFDD4-C170-F0C0-0F80-7743CA3E81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30317" y="1863771"/>
              <a:ext cx="1680490" cy="3643200"/>
            </a:xfrm>
            <a:prstGeom prst="roundRect">
              <a:avLst>
                <a:gd name="adj" fmla="val 12314"/>
              </a:avLst>
            </a:prstGeom>
          </p:spPr>
        </p:pic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1577002-EA3B-338F-EE76-95846AE87885}"/>
                </a:ext>
              </a:extLst>
            </p:cNvPr>
            <p:cNvSpPr/>
            <p:nvPr/>
          </p:nvSpPr>
          <p:spPr>
            <a:xfrm>
              <a:off x="3855648" y="1804102"/>
              <a:ext cx="1829828" cy="3786922"/>
            </a:xfrm>
            <a:custGeom>
              <a:avLst/>
              <a:gdLst/>
              <a:ahLst/>
              <a:cxnLst/>
              <a:rect l="l" t="t" r="r" b="b"/>
              <a:pathLst>
                <a:path w="3252473" h="6671740">
                  <a:moveTo>
                    <a:pt x="0" y="0"/>
                  </a:moveTo>
                  <a:lnTo>
                    <a:pt x="3252474" y="0"/>
                  </a:lnTo>
                  <a:lnTo>
                    <a:pt x="3252474" y="6671740"/>
                  </a:lnTo>
                  <a:lnTo>
                    <a:pt x="0" y="6671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19862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1"/>
          </a:fgClr>
          <a:bgClr>
            <a:schemeClr val="accent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867C54-971C-474D-8DC8-EC567D86C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字方塊 28">
            <a:extLst>
              <a:ext uri="{FF2B5EF4-FFF2-40B4-BE49-F238E27FC236}">
                <a16:creationId xmlns:a16="http://schemas.microsoft.com/office/drawing/2014/main" id="{C260EEFA-8E40-CC57-3AA1-94256D2328E8}"/>
              </a:ext>
            </a:extLst>
          </p:cNvPr>
          <p:cNvSpPr txBox="1"/>
          <p:nvPr/>
        </p:nvSpPr>
        <p:spPr>
          <a:xfrm>
            <a:off x="981143" y="1814922"/>
            <a:ext cx="469394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0" b="1" spc="100" dirty="0">
                <a:gradFill flip="none"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04</a:t>
            </a:r>
            <a:endParaRPr lang="zh-TW" altLang="en-US" sz="20000" b="1" spc="100" dirty="0">
              <a:gradFill flip="none" rotWithShape="1">
                <a:gsLst>
                  <a:gs pos="35000">
                    <a:schemeClr val="accent2"/>
                  </a:gs>
                  <a:gs pos="77000">
                    <a:schemeClr val="accent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F2319F5D-63E0-9EC7-763D-2E38EA72B8E2}"/>
              </a:ext>
            </a:extLst>
          </p:cNvPr>
          <p:cNvSpPr txBox="1"/>
          <p:nvPr/>
        </p:nvSpPr>
        <p:spPr>
          <a:xfrm>
            <a:off x="1132114" y="4028981"/>
            <a:ext cx="9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6000" b="1" spc="250" dirty="0">
                <a:solidFill>
                  <a:schemeClr val="bg1"/>
                </a:solidFill>
                <a:latin typeface="+mj-ea"/>
                <a:ea typeface="+mj-ea"/>
              </a:rPr>
              <a:t>交易爭議處理機制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7D453D3-794A-B5AF-031F-08F8B5EF557E}"/>
              </a:ext>
            </a:extLst>
          </p:cNvPr>
          <p:cNvSpPr txBox="1"/>
          <p:nvPr/>
        </p:nvSpPr>
        <p:spPr>
          <a:xfrm>
            <a:off x="1132114" y="5273745"/>
            <a:ext cx="3294467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報告人</a:t>
            </a:r>
            <a:r>
              <a:rPr lang="zh-TW" altLang="en-US" sz="2800" b="1" spc="100" dirty="0">
                <a:solidFill>
                  <a:srgbClr val="F8FAFB"/>
                </a:solidFill>
                <a:latin typeface="+mj-ea"/>
                <a:ea typeface="+mj-ea"/>
              </a:rPr>
              <a:t>｜</a:t>
            </a: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陳秉鴻</a:t>
            </a:r>
            <a:endParaRPr lang="en-US" altLang="zh-TW" sz="2800" spc="100" dirty="0">
              <a:solidFill>
                <a:srgbClr val="F8FAFB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764361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7384 L 0 -3.7037E-6 " pathEditMode="relative" rAng="0" ptsTypes="AA">
                                      <p:cBhvr>
                                        <p:cTn id="14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8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8" grpId="0"/>
      <p:bldP spid="28" grpId="1"/>
      <p:bldP spid="3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E7A965-B9B8-A5A5-FB2F-E964F016B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2CD19AF3-FF08-ED56-B472-4ADEE8BDA40E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09C518-3122-9082-E70E-D1B47E0B8F81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三道防線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B864132-91E7-7B84-039B-2C3E5ED01260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THREE-LAYER SAFEGUARD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8B79728-3777-6130-9299-13C63A3ED15E}"/>
              </a:ext>
            </a:extLst>
          </p:cNvPr>
          <p:cNvSpPr txBox="1"/>
          <p:nvPr/>
        </p:nvSpPr>
        <p:spPr>
          <a:xfrm>
            <a:off x="681135" y="1685554"/>
            <a:ext cx="111874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hangingPunct="0"/>
            <a:r>
              <a:rPr lang="zh-TW" altLang="en-US" sz="2000" spc="50" dirty="0">
                <a:latin typeface="+mn-ea"/>
              </a:rPr>
              <a:t>為解決二手書最常見的「書況不符」問題， 系統設計三道防線，確保交易公平。</a:t>
            </a:r>
          </a:p>
        </p:txBody>
      </p: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998DAB13-BE01-E1AA-65D0-90E586D01035}"/>
              </a:ext>
            </a:extLst>
          </p:cNvPr>
          <p:cNvGrpSpPr/>
          <p:nvPr/>
        </p:nvGrpSpPr>
        <p:grpSpPr>
          <a:xfrm>
            <a:off x="758890" y="2762451"/>
            <a:ext cx="3336720" cy="1068682"/>
            <a:chOff x="758890" y="2995295"/>
            <a:chExt cx="3336720" cy="1134221"/>
          </a:xfrm>
        </p:grpSpPr>
        <p:sp>
          <p:nvSpPr>
            <p:cNvPr id="47" name="Arrow: Chevron 8">
              <a:extLst>
                <a:ext uri="{FF2B5EF4-FFF2-40B4-BE49-F238E27FC236}">
                  <a16:creationId xmlns:a16="http://schemas.microsoft.com/office/drawing/2014/main" id="{708269EA-E338-2493-20EA-3E47379EF698}"/>
                </a:ext>
              </a:extLst>
            </p:cNvPr>
            <p:cNvSpPr/>
            <p:nvPr/>
          </p:nvSpPr>
          <p:spPr>
            <a:xfrm>
              <a:off x="758890" y="2995295"/>
              <a:ext cx="3336720" cy="1134221"/>
            </a:xfrm>
            <a:prstGeom prst="chevron">
              <a:avLst>
                <a:gd name="adj" fmla="val 17722"/>
              </a:avLst>
            </a:prstGeom>
            <a:solidFill>
              <a:schemeClr val="accent2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TextBox 9">
              <a:extLst>
                <a:ext uri="{FF2B5EF4-FFF2-40B4-BE49-F238E27FC236}">
                  <a16:creationId xmlns:a16="http://schemas.microsoft.com/office/drawing/2014/main" id="{F15A2A4D-1877-87E1-24F0-CD5AFA4DAB2A}"/>
                </a:ext>
              </a:extLst>
            </p:cNvPr>
            <p:cNvSpPr txBox="1"/>
            <p:nvPr/>
          </p:nvSpPr>
          <p:spPr>
            <a:xfrm>
              <a:off x="962526" y="3492370"/>
              <a:ext cx="2916455" cy="495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  <a:spcBef>
                  <a:spcPts val="1200"/>
                </a:spcBef>
              </a:pPr>
              <a:r>
                <a:rPr lang="zh-TW" altLang="en-US" sz="2200" b="1" spc="100" dirty="0">
                  <a:solidFill>
                    <a:schemeClr val="bg1"/>
                  </a:solidFill>
                </a:rPr>
                <a:t>上架強制規範</a:t>
              </a:r>
              <a:endParaRPr lang="en-US" sz="2200" b="1" spc="100" dirty="0">
                <a:solidFill>
                  <a:schemeClr val="bg1"/>
                </a:solidFill>
              </a:endParaRPr>
            </a:p>
          </p:txBody>
        </p:sp>
        <p:sp>
          <p:nvSpPr>
            <p:cNvPr id="49" name="TextBox 10">
              <a:extLst>
                <a:ext uri="{FF2B5EF4-FFF2-40B4-BE49-F238E27FC236}">
                  <a16:creationId xmlns:a16="http://schemas.microsoft.com/office/drawing/2014/main" id="{6152957D-5032-8CEB-5A35-63E8C86AD498}"/>
                </a:ext>
              </a:extLst>
            </p:cNvPr>
            <p:cNvSpPr txBox="1"/>
            <p:nvPr/>
          </p:nvSpPr>
          <p:spPr>
            <a:xfrm>
              <a:off x="962526" y="3069205"/>
              <a:ext cx="291645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spcBef>
                  <a:spcPts val="1200"/>
                </a:spcBef>
                <a:defRPr sz="1400" b="1">
                  <a:solidFill>
                    <a:srgbClr val="2C4166"/>
                  </a:solidFill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pPr algn="ctr"/>
              <a:r>
                <a:rPr lang="en-US" altLang="zh-TW" sz="2800" dirty="0">
                  <a:solidFill>
                    <a:schemeClr val="bg1"/>
                  </a:solidFill>
                </a:rPr>
                <a:t>01</a:t>
              </a:r>
              <a:endParaRPr lang="en-IN" sz="2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345F59D7-1AEC-1FE0-42DC-B34EC1F01069}"/>
              </a:ext>
            </a:extLst>
          </p:cNvPr>
          <p:cNvGrpSpPr/>
          <p:nvPr/>
        </p:nvGrpSpPr>
        <p:grpSpPr>
          <a:xfrm>
            <a:off x="4427640" y="2762451"/>
            <a:ext cx="3336720" cy="1068682"/>
            <a:chOff x="758890" y="2995295"/>
            <a:chExt cx="3336720" cy="1134221"/>
          </a:xfrm>
        </p:grpSpPr>
        <p:sp>
          <p:nvSpPr>
            <p:cNvPr id="52" name="Arrow: Chevron 8">
              <a:extLst>
                <a:ext uri="{FF2B5EF4-FFF2-40B4-BE49-F238E27FC236}">
                  <a16:creationId xmlns:a16="http://schemas.microsoft.com/office/drawing/2014/main" id="{62CF6729-312E-5F60-0497-2098BC34203E}"/>
                </a:ext>
              </a:extLst>
            </p:cNvPr>
            <p:cNvSpPr/>
            <p:nvPr/>
          </p:nvSpPr>
          <p:spPr>
            <a:xfrm>
              <a:off x="758890" y="2995295"/>
              <a:ext cx="3336720" cy="1134221"/>
            </a:xfrm>
            <a:prstGeom prst="chevron">
              <a:avLst>
                <a:gd name="adj" fmla="val 17722"/>
              </a:avLst>
            </a:prstGeom>
            <a:solidFill>
              <a:schemeClr val="accent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TextBox 9">
              <a:extLst>
                <a:ext uri="{FF2B5EF4-FFF2-40B4-BE49-F238E27FC236}">
                  <a16:creationId xmlns:a16="http://schemas.microsoft.com/office/drawing/2014/main" id="{B1419324-1937-8F9C-4C3C-A207E6173F12}"/>
                </a:ext>
              </a:extLst>
            </p:cNvPr>
            <p:cNvSpPr txBox="1"/>
            <p:nvPr/>
          </p:nvSpPr>
          <p:spPr>
            <a:xfrm>
              <a:off x="962526" y="3492370"/>
              <a:ext cx="2916455" cy="495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  <a:spcBef>
                  <a:spcPts val="1200"/>
                </a:spcBef>
              </a:pPr>
              <a:r>
                <a:rPr lang="zh-TW" altLang="en-US" sz="2200" b="1" spc="100" dirty="0">
                  <a:solidFill>
                    <a:schemeClr val="bg1"/>
                  </a:solidFill>
                </a:rPr>
                <a:t>現場開櫃驗收</a:t>
              </a:r>
              <a:endParaRPr lang="en-US" sz="2200" b="1" spc="100" dirty="0">
                <a:solidFill>
                  <a:schemeClr val="bg1"/>
                </a:solidFill>
              </a:endParaRPr>
            </a:p>
          </p:txBody>
        </p:sp>
        <p:sp>
          <p:nvSpPr>
            <p:cNvPr id="54" name="TextBox 10">
              <a:extLst>
                <a:ext uri="{FF2B5EF4-FFF2-40B4-BE49-F238E27FC236}">
                  <a16:creationId xmlns:a16="http://schemas.microsoft.com/office/drawing/2014/main" id="{1D0890C1-7E28-EA3F-684C-8044EA4F9087}"/>
                </a:ext>
              </a:extLst>
            </p:cNvPr>
            <p:cNvSpPr txBox="1"/>
            <p:nvPr/>
          </p:nvSpPr>
          <p:spPr>
            <a:xfrm>
              <a:off x="962526" y="3069205"/>
              <a:ext cx="291645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spcBef>
                  <a:spcPts val="1200"/>
                </a:spcBef>
                <a:defRPr sz="1400" b="1">
                  <a:solidFill>
                    <a:srgbClr val="2C4166"/>
                  </a:solidFill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pPr algn="ctr"/>
              <a:r>
                <a:rPr lang="en-US" altLang="zh-TW" sz="2800" dirty="0">
                  <a:solidFill>
                    <a:schemeClr val="bg1"/>
                  </a:solidFill>
                </a:rPr>
                <a:t>02</a:t>
              </a:r>
              <a:endParaRPr lang="en-IN" sz="28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CDC7DD01-5694-FDB9-1ECD-813026A33676}"/>
              </a:ext>
            </a:extLst>
          </p:cNvPr>
          <p:cNvGrpSpPr/>
          <p:nvPr/>
        </p:nvGrpSpPr>
        <p:grpSpPr>
          <a:xfrm>
            <a:off x="8096390" y="2762451"/>
            <a:ext cx="3336720" cy="1068682"/>
            <a:chOff x="758890" y="2995295"/>
            <a:chExt cx="3336720" cy="1134221"/>
          </a:xfrm>
        </p:grpSpPr>
        <p:sp>
          <p:nvSpPr>
            <p:cNvPr id="56" name="Arrow: Chevron 8">
              <a:extLst>
                <a:ext uri="{FF2B5EF4-FFF2-40B4-BE49-F238E27FC236}">
                  <a16:creationId xmlns:a16="http://schemas.microsoft.com/office/drawing/2014/main" id="{C4C54BFF-9DCF-D2C6-916D-C2DEC1951762}"/>
                </a:ext>
              </a:extLst>
            </p:cNvPr>
            <p:cNvSpPr/>
            <p:nvPr/>
          </p:nvSpPr>
          <p:spPr>
            <a:xfrm>
              <a:off x="758890" y="2995295"/>
              <a:ext cx="3336720" cy="1134221"/>
            </a:xfrm>
            <a:prstGeom prst="chevron">
              <a:avLst>
                <a:gd name="adj" fmla="val 17722"/>
              </a:avLst>
            </a:prstGeom>
            <a:solidFill>
              <a:schemeClr val="tx2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TextBox 9">
              <a:extLst>
                <a:ext uri="{FF2B5EF4-FFF2-40B4-BE49-F238E27FC236}">
                  <a16:creationId xmlns:a16="http://schemas.microsoft.com/office/drawing/2014/main" id="{D19C909A-9BB9-5BCB-3870-DFF9433EE4BE}"/>
                </a:ext>
              </a:extLst>
            </p:cNvPr>
            <p:cNvSpPr txBox="1"/>
            <p:nvPr/>
          </p:nvSpPr>
          <p:spPr>
            <a:xfrm>
              <a:off x="962526" y="3492370"/>
              <a:ext cx="2916455" cy="4952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  <a:spcBef>
                  <a:spcPts val="1200"/>
                </a:spcBef>
              </a:pPr>
              <a:r>
                <a:rPr lang="zh-TW" altLang="en-US" sz="2200" b="1" spc="100" dirty="0">
                  <a:solidFill>
                    <a:schemeClr val="bg1"/>
                  </a:solidFill>
                </a:rPr>
                <a:t>第三方仲裁</a:t>
              </a:r>
              <a:endParaRPr lang="en-US" sz="2200" b="1" spc="100" dirty="0">
                <a:solidFill>
                  <a:schemeClr val="bg1"/>
                </a:solidFill>
              </a:endParaRPr>
            </a:p>
          </p:txBody>
        </p:sp>
        <p:sp>
          <p:nvSpPr>
            <p:cNvPr id="58" name="TextBox 10">
              <a:extLst>
                <a:ext uri="{FF2B5EF4-FFF2-40B4-BE49-F238E27FC236}">
                  <a16:creationId xmlns:a16="http://schemas.microsoft.com/office/drawing/2014/main" id="{EEA28011-AC27-0915-34DF-DB8980BF802A}"/>
                </a:ext>
              </a:extLst>
            </p:cNvPr>
            <p:cNvSpPr txBox="1"/>
            <p:nvPr/>
          </p:nvSpPr>
          <p:spPr>
            <a:xfrm>
              <a:off x="962526" y="3069205"/>
              <a:ext cx="291645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spcBef>
                  <a:spcPts val="1200"/>
                </a:spcBef>
                <a:defRPr sz="1400" b="1">
                  <a:solidFill>
                    <a:srgbClr val="2C4166"/>
                  </a:solidFill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pPr algn="ctr"/>
              <a:r>
                <a:rPr lang="en-US" altLang="zh-TW" sz="2800" dirty="0">
                  <a:solidFill>
                    <a:schemeClr val="bg1"/>
                  </a:solidFill>
                </a:rPr>
                <a:t>03</a:t>
              </a:r>
              <a:endParaRPr lang="en-IN" sz="2800" dirty="0">
                <a:solidFill>
                  <a:schemeClr val="bg1"/>
                </a:solidFill>
              </a:endParaRPr>
            </a:p>
          </p:txBody>
        </p:sp>
      </p:grp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AC96C6D4-DFE8-3A07-8EBA-EE199FCFAC1D}"/>
              </a:ext>
            </a:extLst>
          </p:cNvPr>
          <p:cNvSpPr txBox="1"/>
          <p:nvPr/>
        </p:nvSpPr>
        <p:spPr>
          <a:xfrm>
            <a:off x="691515" y="4083541"/>
            <a:ext cx="3336720" cy="14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160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TW" altLang="en-US" sz="1700" spc="50" dirty="0"/>
              <a:t>上傳封面、封底與 </a:t>
            </a:r>
            <a:r>
              <a:rPr lang="en-US" altLang="zh-TW" sz="1700" spc="50" dirty="0"/>
              <a:t>ISBN </a:t>
            </a:r>
            <a:r>
              <a:rPr lang="zh-TW" altLang="en-US" sz="1700" spc="50" dirty="0"/>
              <a:t>碼</a:t>
            </a:r>
          </a:p>
          <a:p>
            <a:pPr marL="285750" indent="-2160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TW" altLang="en-US" sz="1700" spc="50" dirty="0"/>
              <a:t>系統自動雜湊圖檔，防偽造</a:t>
            </a:r>
          </a:p>
          <a:p>
            <a:pPr marL="285750" indent="-2160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TW" altLang="en-US" sz="1700" spc="50" dirty="0"/>
              <a:t>作為爭議發生時之原始憑據</a:t>
            </a:r>
            <a:endParaRPr lang="en-US" altLang="zh-TW" sz="1700" spc="50" dirty="0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3E0FCA63-8CE4-17CC-918B-1D5F2ABB902D}"/>
              </a:ext>
            </a:extLst>
          </p:cNvPr>
          <p:cNvSpPr txBox="1"/>
          <p:nvPr/>
        </p:nvSpPr>
        <p:spPr>
          <a:xfrm>
            <a:off x="4360265" y="4083541"/>
            <a:ext cx="3542078" cy="14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160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TW" altLang="en-US" sz="1700" spc="50" dirty="0"/>
              <a:t>取書後 </a:t>
            </a:r>
            <a:r>
              <a:rPr lang="en-US" altLang="zh-TW" sz="1700" spc="50" dirty="0"/>
              <a:t>App </a:t>
            </a:r>
            <a:r>
              <a:rPr lang="zh-TW" altLang="en-US" sz="1700" spc="50" dirty="0"/>
              <a:t>彈出確認視窗</a:t>
            </a:r>
            <a:endParaRPr lang="en-US" altLang="zh-TW" sz="1700" spc="50" dirty="0"/>
          </a:p>
          <a:p>
            <a:pPr marL="285750" indent="-2160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TW" altLang="en-US" sz="1700" spc="50" dirty="0"/>
              <a:t>書況不符可申請爭議</a:t>
            </a:r>
            <a:endParaRPr lang="en-US" altLang="zh-TW" sz="1700" spc="50" dirty="0"/>
          </a:p>
          <a:p>
            <a:pPr marL="285750" indent="-2160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TW" altLang="en-US" sz="1700" spc="50" dirty="0"/>
              <a:t>交易金額鎖定於平台託管帳戶</a:t>
            </a:r>
            <a:endParaRPr lang="en-US" altLang="zh-TW" sz="1700" spc="50" dirty="0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2A37E12D-723E-AE61-01AB-2B7014EACDFB}"/>
              </a:ext>
            </a:extLst>
          </p:cNvPr>
          <p:cNvSpPr txBox="1"/>
          <p:nvPr/>
        </p:nvSpPr>
        <p:spPr>
          <a:xfrm>
            <a:off x="7961639" y="4083541"/>
            <a:ext cx="3801023" cy="14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160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TW" altLang="en-US" sz="1700" dirty="0"/>
              <a:t>管理端比對上架照片與現場紀錄</a:t>
            </a:r>
            <a:endParaRPr lang="en-US" altLang="zh-TW" sz="1700" dirty="0"/>
          </a:p>
          <a:p>
            <a:pPr marL="285750" indent="-2160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TW" altLang="en-US" sz="1700" spc="50" dirty="0"/>
              <a:t>判定為隱瞞書況則全額退款</a:t>
            </a:r>
            <a:endParaRPr lang="en-US" altLang="zh-TW" sz="1700" spc="50" dirty="0"/>
          </a:p>
          <a:p>
            <a:pPr marL="285750" indent="-2160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zh-TW" altLang="en-US" sz="1700" spc="50" dirty="0"/>
              <a:t>三次違規者將處以停權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1E5967E-CE69-17A8-60D9-F9E3C5885A1A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26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2520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0.09987 0.19213 L 4.79167E-6 7.40741E-7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87" y="-9606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0.09987 0.19213 L 4.79167E-6 7.40741E-7 " pathEditMode="relative" rAng="0" ptsTypes="AA">
                                      <p:cBhvr>
                                        <p:cTn id="1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87" y="-9606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0.09987 0.19213 L 4.79167E-6 7.40741E-7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87" y="-9606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65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60" grpId="0"/>
      <p:bldP spid="61" grpId="0"/>
      <p:bldP spid="6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1"/>
          </a:fgClr>
          <a:bgClr>
            <a:schemeClr val="accent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D8FC00-DD58-29BB-C574-186CCA020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字方塊 28">
            <a:extLst>
              <a:ext uri="{FF2B5EF4-FFF2-40B4-BE49-F238E27FC236}">
                <a16:creationId xmlns:a16="http://schemas.microsoft.com/office/drawing/2014/main" id="{47BA81B4-6960-0DCA-AC01-7F0EDF99E76F}"/>
              </a:ext>
            </a:extLst>
          </p:cNvPr>
          <p:cNvSpPr txBox="1"/>
          <p:nvPr/>
        </p:nvSpPr>
        <p:spPr>
          <a:xfrm>
            <a:off x="981143" y="1814922"/>
            <a:ext cx="469394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0" b="1" spc="100" dirty="0">
                <a:gradFill flip="none"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05</a:t>
            </a:r>
            <a:endParaRPr lang="zh-TW" altLang="en-US" sz="20000" b="1" spc="100" dirty="0">
              <a:gradFill flip="none" rotWithShape="1">
                <a:gsLst>
                  <a:gs pos="35000">
                    <a:schemeClr val="accent2"/>
                  </a:gs>
                  <a:gs pos="77000">
                    <a:schemeClr val="accent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87EB43AA-C85D-013F-FA54-F58611175C6B}"/>
              </a:ext>
            </a:extLst>
          </p:cNvPr>
          <p:cNvSpPr txBox="1"/>
          <p:nvPr/>
        </p:nvSpPr>
        <p:spPr>
          <a:xfrm>
            <a:off x="1132114" y="4028981"/>
            <a:ext cx="9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6000" b="1" spc="250" dirty="0">
                <a:solidFill>
                  <a:schemeClr val="bg1"/>
                </a:solidFill>
                <a:latin typeface="+mj-ea"/>
                <a:ea typeface="+mj-ea"/>
              </a:rPr>
              <a:t>硬體架構與實體展示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53C6DDD6-A94D-8A2F-5D27-C64DDC4BC29A}"/>
              </a:ext>
            </a:extLst>
          </p:cNvPr>
          <p:cNvSpPr txBox="1"/>
          <p:nvPr/>
        </p:nvSpPr>
        <p:spPr>
          <a:xfrm>
            <a:off x="1132114" y="5273745"/>
            <a:ext cx="3294467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報告人</a:t>
            </a:r>
            <a:r>
              <a:rPr lang="zh-TW" altLang="en-US" sz="2800" b="1" spc="100" dirty="0">
                <a:solidFill>
                  <a:srgbClr val="F8FAFB"/>
                </a:solidFill>
                <a:latin typeface="+mj-ea"/>
                <a:ea typeface="+mj-ea"/>
              </a:rPr>
              <a:t>｜</a:t>
            </a: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許凱俊</a:t>
            </a:r>
            <a:endParaRPr lang="en-US" altLang="zh-TW" sz="2800" spc="100" dirty="0">
              <a:solidFill>
                <a:srgbClr val="F8FAFB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665307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7384 L 0 -3.7037E-6 " pathEditMode="relative" rAng="0" ptsTypes="AA">
                                      <p:cBhvr>
                                        <p:cTn id="14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8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8" grpId="0"/>
      <p:bldP spid="28" grpId="1"/>
      <p:bldP spid="3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CD3439-8400-6744-9FFA-973256F61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D79B8C4F-F87B-F5E0-EC8F-73846E0C251B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EB351D2A-7974-0A8A-2C4A-381904686FD4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硬體核心元件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35F7BD0-E7AF-39DD-9274-57B6F13D6C03}"/>
              </a:ext>
            </a:extLst>
          </p:cNvPr>
          <p:cNvSpPr txBox="1"/>
          <p:nvPr/>
        </p:nvSpPr>
        <p:spPr>
          <a:xfrm>
            <a:off x="5409398" y="828142"/>
            <a:ext cx="61014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CORE COMPONENTS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CD21D84-06DC-8739-CD9A-BB35A1282141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28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15" name="Group 16">
            <a:extLst>
              <a:ext uri="{FF2B5EF4-FFF2-40B4-BE49-F238E27FC236}">
                <a16:creationId xmlns:a16="http://schemas.microsoft.com/office/drawing/2014/main" id="{BCF53252-FC8C-4446-2337-1EF12BB76CF1}"/>
              </a:ext>
            </a:extLst>
          </p:cNvPr>
          <p:cNvGrpSpPr/>
          <p:nvPr/>
        </p:nvGrpSpPr>
        <p:grpSpPr>
          <a:xfrm>
            <a:off x="775948" y="4718623"/>
            <a:ext cx="3291664" cy="771563"/>
            <a:chOff x="1073272" y="5112222"/>
            <a:chExt cx="3291664" cy="771563"/>
          </a:xfrm>
        </p:grpSpPr>
        <p:sp>
          <p:nvSpPr>
            <p:cNvPr id="16" name="TextBox 17">
              <a:extLst>
                <a:ext uri="{FF2B5EF4-FFF2-40B4-BE49-F238E27FC236}">
                  <a16:creationId xmlns:a16="http://schemas.microsoft.com/office/drawing/2014/main" id="{E5953761-36A8-3B7D-C766-7E06A5B44848}"/>
                </a:ext>
              </a:extLst>
            </p:cNvPr>
            <p:cNvSpPr txBox="1"/>
            <p:nvPr/>
          </p:nvSpPr>
          <p:spPr>
            <a:xfrm>
              <a:off x="1073272" y="5112222"/>
              <a:ext cx="31742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spcBef>
                  <a:spcPts val="1200"/>
                </a:spcBef>
                <a:defRPr sz="1400" b="1">
                  <a:solidFill>
                    <a:srgbClr val="2C4166"/>
                  </a:solidFill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pPr hangingPunct="0">
                <a:spcBef>
                  <a:spcPts val="0"/>
                </a:spcBef>
              </a:pPr>
              <a:r>
                <a:rPr lang="en-IN" sz="2000" dirty="0">
                  <a:solidFill>
                    <a:schemeClr val="accent6"/>
                  </a:solidFill>
                  <a:ea typeface="+mn-ea"/>
                </a:rPr>
                <a:t>ESP32-S3</a:t>
              </a:r>
            </a:p>
          </p:txBody>
        </p:sp>
        <p:sp>
          <p:nvSpPr>
            <p:cNvPr id="17" name="TextBox 18">
              <a:extLst>
                <a:ext uri="{FF2B5EF4-FFF2-40B4-BE49-F238E27FC236}">
                  <a16:creationId xmlns:a16="http://schemas.microsoft.com/office/drawing/2014/main" id="{84775605-D48E-795B-DEEE-EED8FF1097BD}"/>
                </a:ext>
              </a:extLst>
            </p:cNvPr>
            <p:cNvSpPr txBox="1"/>
            <p:nvPr/>
          </p:nvSpPr>
          <p:spPr>
            <a:xfrm>
              <a:off x="1073273" y="5516890"/>
              <a:ext cx="3291663" cy="366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TW" altLang="en-US" sz="1600" spc="50" dirty="0">
                  <a:solidFill>
                    <a:schemeClr val="tx2"/>
                  </a:solidFill>
                </a:rPr>
                <a:t>具備 </a:t>
              </a:r>
              <a:r>
                <a:rPr lang="en-US" sz="1600" spc="50" dirty="0">
                  <a:solidFill>
                    <a:schemeClr val="tx2"/>
                  </a:solidFill>
                </a:rPr>
                <a:t>Wi-Fi / BLE</a:t>
              </a:r>
              <a:r>
                <a:rPr lang="zh-TW" altLang="en-US" sz="1600" spc="50" dirty="0">
                  <a:solidFill>
                    <a:schemeClr val="tx2"/>
                  </a:solidFill>
                </a:rPr>
                <a:t>、雙核 </a:t>
              </a:r>
              <a:r>
                <a:rPr lang="en-US" altLang="zh-TW" sz="1600" spc="50" dirty="0">
                  <a:solidFill>
                    <a:schemeClr val="tx2"/>
                  </a:solidFill>
                </a:rPr>
                <a:t>240 </a:t>
              </a:r>
              <a:r>
                <a:rPr lang="en-US" sz="1600" spc="50" dirty="0">
                  <a:solidFill>
                    <a:schemeClr val="tx2"/>
                  </a:solidFill>
                </a:rPr>
                <a:t>MHz</a:t>
              </a:r>
            </a:p>
          </p:txBody>
        </p:sp>
      </p:grpSp>
      <p:grpSp>
        <p:nvGrpSpPr>
          <p:cNvPr id="41" name="Group 16">
            <a:extLst>
              <a:ext uri="{FF2B5EF4-FFF2-40B4-BE49-F238E27FC236}">
                <a16:creationId xmlns:a16="http://schemas.microsoft.com/office/drawing/2014/main" id="{312977DD-599F-7549-E42F-9BBE7AF23AF7}"/>
              </a:ext>
            </a:extLst>
          </p:cNvPr>
          <p:cNvGrpSpPr/>
          <p:nvPr/>
        </p:nvGrpSpPr>
        <p:grpSpPr>
          <a:xfrm>
            <a:off x="4408619" y="4718623"/>
            <a:ext cx="3291664" cy="771563"/>
            <a:chOff x="1073272" y="5112222"/>
            <a:chExt cx="3291664" cy="771563"/>
          </a:xfrm>
        </p:grpSpPr>
        <p:sp>
          <p:nvSpPr>
            <p:cNvPr id="42" name="TextBox 17">
              <a:extLst>
                <a:ext uri="{FF2B5EF4-FFF2-40B4-BE49-F238E27FC236}">
                  <a16:creationId xmlns:a16="http://schemas.microsoft.com/office/drawing/2014/main" id="{314EC23A-0AB6-C58B-A759-2E4CDD55C924}"/>
                </a:ext>
              </a:extLst>
            </p:cNvPr>
            <p:cNvSpPr txBox="1"/>
            <p:nvPr/>
          </p:nvSpPr>
          <p:spPr>
            <a:xfrm>
              <a:off x="1073272" y="5112222"/>
              <a:ext cx="31742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spcBef>
                  <a:spcPts val="1200"/>
                </a:spcBef>
                <a:defRPr sz="1400" b="1">
                  <a:solidFill>
                    <a:srgbClr val="2C4166"/>
                  </a:solidFill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pPr hangingPunct="0">
                <a:spcBef>
                  <a:spcPts val="0"/>
                </a:spcBef>
              </a:pPr>
              <a:r>
                <a:rPr lang="en-IN" sz="2000" dirty="0">
                  <a:solidFill>
                    <a:schemeClr val="accent6"/>
                  </a:solidFill>
                  <a:ea typeface="+mn-ea"/>
                </a:rPr>
                <a:t>Nema 17 </a:t>
              </a:r>
              <a:r>
                <a:rPr lang="zh-TW" altLang="en-US" sz="2000" dirty="0">
                  <a:solidFill>
                    <a:schemeClr val="accent6"/>
                  </a:solidFill>
                  <a:ea typeface="+mn-ea"/>
                </a:rPr>
                <a:t>步進馬達</a:t>
              </a:r>
            </a:p>
          </p:txBody>
        </p:sp>
        <p:sp>
          <p:nvSpPr>
            <p:cNvPr id="43" name="TextBox 18">
              <a:extLst>
                <a:ext uri="{FF2B5EF4-FFF2-40B4-BE49-F238E27FC236}">
                  <a16:creationId xmlns:a16="http://schemas.microsoft.com/office/drawing/2014/main" id="{D2DB374C-5684-B384-568F-66052FD682A0}"/>
                </a:ext>
              </a:extLst>
            </p:cNvPr>
            <p:cNvSpPr txBox="1"/>
            <p:nvPr/>
          </p:nvSpPr>
          <p:spPr>
            <a:xfrm>
              <a:off x="1073273" y="5516890"/>
              <a:ext cx="3291663" cy="366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TW" altLang="en-US" sz="1600" spc="50" dirty="0">
                  <a:solidFill>
                    <a:schemeClr val="tx2"/>
                  </a:solidFill>
                </a:rPr>
                <a:t>搭配 </a:t>
              </a:r>
              <a:r>
                <a:rPr lang="en-US" altLang="zh-TW" sz="1600" spc="50" dirty="0">
                  <a:solidFill>
                    <a:schemeClr val="tx2"/>
                  </a:solidFill>
                </a:rPr>
                <a:t>TMC2209 </a:t>
              </a:r>
              <a:r>
                <a:rPr lang="zh-TW" altLang="en-US" sz="1600" spc="50" dirty="0">
                  <a:solidFill>
                    <a:schemeClr val="tx2"/>
                  </a:solidFill>
                </a:rPr>
                <a:t>驅動器</a:t>
              </a:r>
              <a:endParaRPr lang="en-US" sz="1600" spc="5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44" name="Group 16">
            <a:extLst>
              <a:ext uri="{FF2B5EF4-FFF2-40B4-BE49-F238E27FC236}">
                <a16:creationId xmlns:a16="http://schemas.microsoft.com/office/drawing/2014/main" id="{8FC44FA8-ED2A-C77B-E772-06A6C7EEDB37}"/>
              </a:ext>
            </a:extLst>
          </p:cNvPr>
          <p:cNvGrpSpPr/>
          <p:nvPr/>
        </p:nvGrpSpPr>
        <p:grpSpPr>
          <a:xfrm>
            <a:off x="8040805" y="4718623"/>
            <a:ext cx="3632186" cy="771563"/>
            <a:chOff x="1073272" y="5112222"/>
            <a:chExt cx="3632186" cy="771563"/>
          </a:xfrm>
        </p:grpSpPr>
        <p:sp>
          <p:nvSpPr>
            <p:cNvPr id="45" name="TextBox 17">
              <a:extLst>
                <a:ext uri="{FF2B5EF4-FFF2-40B4-BE49-F238E27FC236}">
                  <a16:creationId xmlns:a16="http://schemas.microsoft.com/office/drawing/2014/main" id="{B4984DB7-C911-2E89-037C-F07D48631443}"/>
                </a:ext>
              </a:extLst>
            </p:cNvPr>
            <p:cNvSpPr txBox="1"/>
            <p:nvPr/>
          </p:nvSpPr>
          <p:spPr>
            <a:xfrm>
              <a:off x="1073272" y="5112222"/>
              <a:ext cx="31742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spcBef>
                  <a:spcPts val="1200"/>
                </a:spcBef>
                <a:defRPr sz="1400" b="1">
                  <a:solidFill>
                    <a:srgbClr val="2C4166"/>
                  </a:solidFill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pPr hangingPunct="0">
                <a:spcBef>
                  <a:spcPts val="0"/>
                </a:spcBef>
              </a:pPr>
              <a:r>
                <a:rPr lang="en-IN" sz="2000" dirty="0">
                  <a:solidFill>
                    <a:schemeClr val="accent6"/>
                  </a:solidFill>
                  <a:ea typeface="+mn-ea"/>
                </a:rPr>
                <a:t>3D </a:t>
              </a:r>
              <a:r>
                <a:rPr lang="zh-TW" altLang="en-US" sz="2000" dirty="0">
                  <a:solidFill>
                    <a:schemeClr val="accent6"/>
                  </a:solidFill>
                  <a:ea typeface="+mn-ea"/>
                </a:rPr>
                <a:t>列印機構件</a:t>
              </a:r>
            </a:p>
          </p:txBody>
        </p:sp>
        <p:sp>
          <p:nvSpPr>
            <p:cNvPr id="46" name="TextBox 18">
              <a:extLst>
                <a:ext uri="{FF2B5EF4-FFF2-40B4-BE49-F238E27FC236}">
                  <a16:creationId xmlns:a16="http://schemas.microsoft.com/office/drawing/2014/main" id="{56EF640D-AC00-1348-D78D-0F401ADF52D5}"/>
                </a:ext>
              </a:extLst>
            </p:cNvPr>
            <p:cNvSpPr txBox="1"/>
            <p:nvPr/>
          </p:nvSpPr>
          <p:spPr>
            <a:xfrm>
              <a:off x="1073273" y="5516890"/>
              <a:ext cx="3632185" cy="366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pt-PT" altLang="zh-TW" sz="1600" spc="-50" dirty="0">
                  <a:solidFill>
                    <a:schemeClr val="tx2"/>
                  </a:solidFill>
                </a:rPr>
                <a:t>SolidWorks </a:t>
              </a:r>
              <a:r>
                <a:rPr lang="zh-TW" altLang="en-US" sz="1600" spc="-50" dirty="0">
                  <a:solidFill>
                    <a:schemeClr val="tx2"/>
                  </a:solidFill>
                </a:rPr>
                <a:t>設計、</a:t>
              </a:r>
              <a:r>
                <a:rPr lang="pt-PT" altLang="zh-TW" sz="1600" spc="-50" dirty="0">
                  <a:solidFill>
                    <a:schemeClr val="tx2"/>
                  </a:solidFill>
                </a:rPr>
                <a:t>Bambu Studio </a:t>
              </a:r>
              <a:r>
                <a:rPr lang="zh-TW" altLang="en-US" sz="1600" spc="-50" dirty="0">
                  <a:solidFill>
                    <a:schemeClr val="tx2"/>
                  </a:solidFill>
                </a:rPr>
                <a:t>切片</a:t>
              </a:r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EAE1366E-DD85-7F6C-5452-D84F43C184E1}"/>
              </a:ext>
            </a:extLst>
          </p:cNvPr>
          <p:cNvGrpSpPr/>
          <p:nvPr/>
        </p:nvGrpSpPr>
        <p:grpSpPr>
          <a:xfrm>
            <a:off x="8023910" y="2082901"/>
            <a:ext cx="3409200" cy="2401200"/>
            <a:chOff x="8023910" y="2082901"/>
            <a:chExt cx="3409200" cy="2401200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687782CB-6FC3-7E68-6CE2-78B8FE643C70}"/>
                </a:ext>
              </a:extLst>
            </p:cNvPr>
            <p:cNvSpPr/>
            <p:nvPr/>
          </p:nvSpPr>
          <p:spPr>
            <a:xfrm>
              <a:off x="8023910" y="2082901"/>
              <a:ext cx="3409200" cy="2401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64" name="圖片 63">
              <a:extLst>
                <a:ext uri="{FF2B5EF4-FFF2-40B4-BE49-F238E27FC236}">
                  <a16:creationId xmlns:a16="http://schemas.microsoft.com/office/drawing/2014/main" id="{7C28E5EE-6008-A164-846E-134FB3E15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07716" y="2229275"/>
              <a:ext cx="2094262" cy="2088356"/>
            </a:xfrm>
            <a:prstGeom prst="rect">
              <a:avLst/>
            </a:prstGeom>
          </p:spPr>
        </p:pic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C5C1F275-3A06-B264-6F2E-03B22F12AF03}"/>
              </a:ext>
            </a:extLst>
          </p:cNvPr>
          <p:cNvGrpSpPr/>
          <p:nvPr/>
        </p:nvGrpSpPr>
        <p:grpSpPr>
          <a:xfrm>
            <a:off x="758890" y="2082901"/>
            <a:ext cx="3409200" cy="2403479"/>
            <a:chOff x="758890" y="2082901"/>
            <a:chExt cx="3409200" cy="2403479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D58D794-3158-AE97-8982-D853020A8EAD}"/>
                </a:ext>
              </a:extLst>
            </p:cNvPr>
            <p:cNvSpPr/>
            <p:nvPr/>
          </p:nvSpPr>
          <p:spPr>
            <a:xfrm>
              <a:off x="758890" y="2082901"/>
              <a:ext cx="3409200" cy="2401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48" name="圖片 47">
              <a:extLst>
                <a:ext uri="{FF2B5EF4-FFF2-40B4-BE49-F238E27FC236}">
                  <a16:creationId xmlns:a16="http://schemas.microsoft.com/office/drawing/2014/main" id="{9BAC727B-740D-8D2D-911A-5AFD04B3B7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/>
          </p:blipFill>
          <p:spPr>
            <a:xfrm>
              <a:off x="1477345" y="2344122"/>
              <a:ext cx="1888870" cy="1888870"/>
            </a:xfrm>
            <a:prstGeom prst="rect">
              <a:avLst/>
            </a:prstGeom>
          </p:spPr>
        </p:pic>
        <p:sp>
          <p:nvSpPr>
            <p:cNvPr id="65" name="TextBox 18">
              <a:extLst>
                <a:ext uri="{FF2B5EF4-FFF2-40B4-BE49-F238E27FC236}">
                  <a16:creationId xmlns:a16="http://schemas.microsoft.com/office/drawing/2014/main" id="{73BB2468-5B21-7004-CAA8-D10A17301338}"/>
                </a:ext>
              </a:extLst>
            </p:cNvPr>
            <p:cNvSpPr txBox="1"/>
            <p:nvPr/>
          </p:nvSpPr>
          <p:spPr>
            <a:xfrm>
              <a:off x="2443480" y="4208034"/>
              <a:ext cx="1724610" cy="2783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TW" altLang="en-US" sz="1050" spc="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圖 </a:t>
              </a:r>
              <a:r>
                <a:rPr lang="en-US" altLang="zh-TW" sz="1050" spc="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/ </a:t>
              </a:r>
              <a:r>
                <a:rPr lang="zh-TW" altLang="en-US" sz="1050" spc="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台灣物聯科技</a:t>
              </a:r>
              <a:endParaRPr lang="en-US" sz="1050" spc="50" dirty="0">
                <a:solidFill>
                  <a:schemeClr val="accent5">
                    <a:lumMod val="75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755E45FD-31E2-9224-B320-C33DBD027EFE}"/>
              </a:ext>
            </a:extLst>
          </p:cNvPr>
          <p:cNvGrpSpPr/>
          <p:nvPr/>
        </p:nvGrpSpPr>
        <p:grpSpPr>
          <a:xfrm>
            <a:off x="4391400" y="2082901"/>
            <a:ext cx="3409200" cy="2403479"/>
            <a:chOff x="4391400" y="2082901"/>
            <a:chExt cx="3409200" cy="2403479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A041DA24-D96D-0EAC-B24C-A07992C459CB}"/>
                </a:ext>
              </a:extLst>
            </p:cNvPr>
            <p:cNvSpPr/>
            <p:nvPr/>
          </p:nvSpPr>
          <p:spPr>
            <a:xfrm>
              <a:off x="4391400" y="2082901"/>
              <a:ext cx="3409200" cy="24012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51" name="圖片 50" descr="JLB 42型L48步進馬達 NEMA17 步進電機">
              <a:extLst>
                <a:ext uri="{FF2B5EF4-FFF2-40B4-BE49-F238E27FC236}">
                  <a16:creationId xmlns:a16="http://schemas.microsoft.com/office/drawing/2014/main" id="{FE2B9329-0AFF-A954-4422-63DE8435BBA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/>
          </p:blipFill>
          <p:spPr>
            <a:xfrm>
              <a:off x="4957644" y="2191079"/>
              <a:ext cx="2184844" cy="2184844"/>
            </a:xfrm>
            <a:prstGeom prst="rect">
              <a:avLst/>
            </a:prstGeom>
          </p:spPr>
        </p:pic>
        <p:sp>
          <p:nvSpPr>
            <p:cNvPr id="66" name="TextBox 18">
              <a:extLst>
                <a:ext uri="{FF2B5EF4-FFF2-40B4-BE49-F238E27FC236}">
                  <a16:creationId xmlns:a16="http://schemas.microsoft.com/office/drawing/2014/main" id="{0B99C973-DC5C-22CD-7471-21DF6C3F7645}"/>
                </a:ext>
              </a:extLst>
            </p:cNvPr>
            <p:cNvSpPr txBox="1"/>
            <p:nvPr/>
          </p:nvSpPr>
          <p:spPr>
            <a:xfrm>
              <a:off x="6075990" y="4208034"/>
              <a:ext cx="1724610" cy="2783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TW" altLang="en-US" sz="1050" spc="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圖 </a:t>
              </a:r>
              <a:r>
                <a:rPr lang="en-US" altLang="zh-TW" sz="1050" spc="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/ </a:t>
              </a:r>
              <a:r>
                <a:rPr lang="zh-TW" altLang="en-US" sz="1050" spc="50" dirty="0">
                  <a:solidFill>
                    <a:schemeClr val="accent5">
                      <a:lumMod val="75000"/>
                    </a:schemeClr>
                  </a:solidFill>
                  <a:latin typeface="+mn-ea"/>
                </a:rPr>
                <a:t>祥貿科技</a:t>
              </a:r>
              <a:endParaRPr lang="en-US" sz="1050" spc="50" dirty="0">
                <a:solidFill>
                  <a:schemeClr val="accent5">
                    <a:lumMod val="75000"/>
                  </a:schemeClr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183156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548DA6-3551-43BE-6B73-ADD606175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D1B607A4-73FB-9B50-9000-265CFB3CE949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3B44916D-CEC4-6D2F-3AEF-5E9EE2A0AD3C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altLang="zh-TW" sz="3600" b="1" spc="150" dirty="0">
                <a:latin typeface="+mn-ea"/>
              </a:rPr>
              <a:t>3D</a:t>
            </a:r>
            <a:r>
              <a:rPr lang="zh-TW" altLang="en-US" sz="3600" b="1" spc="150" dirty="0">
                <a:latin typeface="+mn-ea"/>
              </a:rPr>
              <a:t>模型與機構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9706965-E6D5-4FA3-4E51-A7B4F40A420F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3D MODEL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3" name="Rectangle: Rounded Corners 21">
            <a:extLst>
              <a:ext uri="{FF2B5EF4-FFF2-40B4-BE49-F238E27FC236}">
                <a16:creationId xmlns:a16="http://schemas.microsoft.com/office/drawing/2014/main" id="{3C6D40DE-B798-F678-FA7E-F82277D11B4C}"/>
              </a:ext>
            </a:extLst>
          </p:cNvPr>
          <p:cNvSpPr/>
          <p:nvPr/>
        </p:nvSpPr>
        <p:spPr>
          <a:xfrm>
            <a:off x="758890" y="1685554"/>
            <a:ext cx="4918634" cy="4527506"/>
          </a:xfrm>
          <a:prstGeom prst="roundRect">
            <a:avLst>
              <a:gd name="adj" fmla="val 4788"/>
            </a:avLst>
          </a:prstGeom>
          <a:solidFill>
            <a:schemeClr val="bg1"/>
          </a:solidFill>
          <a:ln>
            <a:noFill/>
          </a:ln>
          <a:effectLst>
            <a:outerShdw blurRad="1016000" dist="381000" dir="2100000" sx="90000" sy="9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模型 1">
                <a:extLst>
                  <a:ext uri="{FF2B5EF4-FFF2-40B4-BE49-F238E27FC236}">
                    <a16:creationId xmlns:a16="http://schemas.microsoft.com/office/drawing/2014/main" id="{989FE4AF-3F27-CF96-6D5C-369662E9101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30472155"/>
                  </p:ext>
                </p:extLst>
              </p:nvPr>
            </p:nvGraphicFramePr>
            <p:xfrm>
              <a:off x="1953098" y="2191056"/>
              <a:ext cx="2590232" cy="3516498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590232" cy="3516498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am3d:spPr>
                  <am3d:camera>
                    <am3d:pos x="0" y="0" z="6093354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946" d="1000000"/>
                    <am3d:preTrans dx="-13295198" dy="-6708949" dz="18063641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39449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模型 1">
                <a:extLst>
                  <a:ext uri="{FF2B5EF4-FFF2-40B4-BE49-F238E27FC236}">
                    <a16:creationId xmlns:a16="http://schemas.microsoft.com/office/drawing/2014/main" id="{989FE4AF-3F27-CF96-6D5C-369662E9101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53098" y="2191056"/>
                <a:ext cx="2590232" cy="3516498"/>
              </a:xfrm>
              <a:prstGeom prst="rect">
                <a:avLst/>
              </a:prstGeom>
              <a:solidFill>
                <a:schemeClr val="bg1"/>
              </a:solidFill>
            </p:spPr>
          </p:pic>
        </mc:Fallback>
      </mc:AlternateContent>
      <p:sp>
        <p:nvSpPr>
          <p:cNvPr id="4" name="Rectangle: Rounded Corners 21">
            <a:extLst>
              <a:ext uri="{FF2B5EF4-FFF2-40B4-BE49-F238E27FC236}">
                <a16:creationId xmlns:a16="http://schemas.microsoft.com/office/drawing/2014/main" id="{EE3ACE06-C5CC-D6A0-4105-1EAA164D619B}"/>
              </a:ext>
            </a:extLst>
          </p:cNvPr>
          <p:cNvSpPr/>
          <p:nvPr/>
        </p:nvSpPr>
        <p:spPr>
          <a:xfrm>
            <a:off x="5874321" y="1685556"/>
            <a:ext cx="2680996" cy="1371154"/>
          </a:xfrm>
          <a:prstGeom prst="roundRect">
            <a:avLst>
              <a:gd name="adj" fmla="val 6711"/>
            </a:avLst>
          </a:prstGeom>
          <a:solidFill>
            <a:schemeClr val="bg1"/>
          </a:solidFill>
          <a:ln>
            <a:noFill/>
          </a:ln>
          <a:effectLst>
            <a:outerShdw blurRad="1016000" dist="381000" dir="2100000" sx="90000" sy="9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21">
            <a:extLst>
              <a:ext uri="{FF2B5EF4-FFF2-40B4-BE49-F238E27FC236}">
                <a16:creationId xmlns:a16="http://schemas.microsoft.com/office/drawing/2014/main" id="{3CE07E90-A278-A83C-7490-CA743AF759F4}"/>
              </a:ext>
            </a:extLst>
          </p:cNvPr>
          <p:cNvSpPr/>
          <p:nvPr/>
        </p:nvSpPr>
        <p:spPr>
          <a:xfrm>
            <a:off x="8752114" y="1685556"/>
            <a:ext cx="2680996" cy="1371154"/>
          </a:xfrm>
          <a:prstGeom prst="roundRect">
            <a:avLst>
              <a:gd name="adj" fmla="val 6711"/>
            </a:avLst>
          </a:prstGeom>
          <a:solidFill>
            <a:schemeClr val="bg1"/>
          </a:solidFill>
          <a:ln>
            <a:noFill/>
          </a:ln>
          <a:effectLst>
            <a:outerShdw blurRad="1016000" dist="381000" dir="2100000" sx="90000" sy="9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60F522B-3606-B9E5-5CAF-4715E10B9CEA}"/>
              </a:ext>
            </a:extLst>
          </p:cNvPr>
          <p:cNvSpPr/>
          <p:nvPr/>
        </p:nvSpPr>
        <p:spPr>
          <a:xfrm>
            <a:off x="5874321" y="3263731"/>
            <a:ext cx="2680996" cy="1371154"/>
          </a:xfrm>
          <a:prstGeom prst="roundRect">
            <a:avLst>
              <a:gd name="adj" fmla="val 6711"/>
            </a:avLst>
          </a:prstGeom>
          <a:solidFill>
            <a:schemeClr val="bg1"/>
          </a:solidFill>
          <a:ln>
            <a:noFill/>
          </a:ln>
          <a:effectLst>
            <a:outerShdw blurRad="1016000" dist="381000" dir="2100000" sx="90000" sy="9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1">
            <a:extLst>
              <a:ext uri="{FF2B5EF4-FFF2-40B4-BE49-F238E27FC236}">
                <a16:creationId xmlns:a16="http://schemas.microsoft.com/office/drawing/2014/main" id="{01F0BA0B-F1F8-09F7-1998-1DF779DAB375}"/>
              </a:ext>
            </a:extLst>
          </p:cNvPr>
          <p:cNvSpPr/>
          <p:nvPr/>
        </p:nvSpPr>
        <p:spPr>
          <a:xfrm>
            <a:off x="8752114" y="3263731"/>
            <a:ext cx="2680996" cy="1371154"/>
          </a:xfrm>
          <a:prstGeom prst="roundRect">
            <a:avLst>
              <a:gd name="adj" fmla="val 6711"/>
            </a:avLst>
          </a:prstGeom>
          <a:solidFill>
            <a:schemeClr val="bg1"/>
          </a:solidFill>
          <a:ln>
            <a:noFill/>
          </a:ln>
          <a:effectLst>
            <a:outerShdw blurRad="1016000" dist="381000" dir="2100000" sx="90000" sy="9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21">
            <a:extLst>
              <a:ext uri="{FF2B5EF4-FFF2-40B4-BE49-F238E27FC236}">
                <a16:creationId xmlns:a16="http://schemas.microsoft.com/office/drawing/2014/main" id="{79DBE75E-081B-F159-FA1F-D18023316107}"/>
              </a:ext>
            </a:extLst>
          </p:cNvPr>
          <p:cNvSpPr/>
          <p:nvPr/>
        </p:nvSpPr>
        <p:spPr>
          <a:xfrm>
            <a:off x="5874321" y="4841906"/>
            <a:ext cx="2680996" cy="1371154"/>
          </a:xfrm>
          <a:prstGeom prst="roundRect">
            <a:avLst>
              <a:gd name="adj" fmla="val 6711"/>
            </a:avLst>
          </a:prstGeom>
          <a:solidFill>
            <a:schemeClr val="bg1"/>
          </a:solidFill>
          <a:ln>
            <a:noFill/>
          </a:ln>
          <a:effectLst>
            <a:outerShdw blurRad="1016000" dist="381000" dir="2100000" sx="90000" sy="9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21">
            <a:extLst>
              <a:ext uri="{FF2B5EF4-FFF2-40B4-BE49-F238E27FC236}">
                <a16:creationId xmlns:a16="http://schemas.microsoft.com/office/drawing/2014/main" id="{E42339C6-DD82-EAAF-590A-232898B41B63}"/>
              </a:ext>
            </a:extLst>
          </p:cNvPr>
          <p:cNvSpPr/>
          <p:nvPr/>
        </p:nvSpPr>
        <p:spPr>
          <a:xfrm>
            <a:off x="8752114" y="4841906"/>
            <a:ext cx="2680996" cy="1371154"/>
          </a:xfrm>
          <a:prstGeom prst="roundRect">
            <a:avLst>
              <a:gd name="adj" fmla="val 6711"/>
            </a:avLst>
          </a:prstGeom>
          <a:solidFill>
            <a:schemeClr val="bg1"/>
          </a:solidFill>
          <a:ln>
            <a:noFill/>
          </a:ln>
          <a:effectLst>
            <a:outerShdw blurRad="1016000" dist="381000" dir="2100000" sx="90000" sy="9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17">
            <a:extLst>
              <a:ext uri="{FF2B5EF4-FFF2-40B4-BE49-F238E27FC236}">
                <a16:creationId xmlns:a16="http://schemas.microsoft.com/office/drawing/2014/main" id="{1A7943A7-37F0-2652-EEAE-F9320C242753}"/>
              </a:ext>
            </a:extLst>
          </p:cNvPr>
          <p:cNvSpPr/>
          <p:nvPr/>
        </p:nvSpPr>
        <p:spPr>
          <a:xfrm>
            <a:off x="879566" y="1791947"/>
            <a:ext cx="1044000" cy="288000"/>
          </a:xfrm>
          <a:prstGeom prst="roundRect">
            <a:avLst>
              <a:gd name="adj" fmla="val 50000"/>
            </a:avLst>
          </a:prstGeom>
          <a:solidFill>
            <a:schemeClr val="accent1">
              <a:alpha val="90000"/>
            </a:schemeClr>
          </a:solidFill>
          <a:ln w="9525" cap="flat">
            <a:noFill/>
            <a:prstDash val="solid"/>
            <a:miter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zh-TW" altLang="en-US" sz="1400" spc="100" dirty="0">
                <a:solidFill>
                  <a:schemeClr val="bg1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整體組合</a:t>
            </a:r>
            <a:endParaRPr lang="id-ID" sz="1400" spc="100" dirty="0">
              <a:solidFill>
                <a:schemeClr val="bg1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1" name="3D 模型 40">
                <a:extLst>
                  <a:ext uri="{FF2B5EF4-FFF2-40B4-BE49-F238E27FC236}">
                    <a16:creationId xmlns:a16="http://schemas.microsoft.com/office/drawing/2014/main" id="{7E069D66-97F8-CC11-6A45-84B7D1E6898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190182" y="2084235"/>
              <a:ext cx="2049274" cy="573796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2049274" cy="573796"/>
                    </a:xfrm>
                    <a:prstGeom prst="rect">
                      <a:avLst/>
                    </a:prstGeom>
                  </am3d:spPr>
                  <am3d:camera>
                    <am3d:pos x="0" y="0" z="5774080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000" d="1000000"/>
                    <am3d:preTrans dx="-18000000" dy="-5040000" dz="37176476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216723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1" name="3D 模型 40">
                <a:extLst>
                  <a:ext uri="{FF2B5EF4-FFF2-40B4-BE49-F238E27FC236}">
                    <a16:creationId xmlns:a16="http://schemas.microsoft.com/office/drawing/2014/main" id="{7E069D66-97F8-CC11-6A45-84B7D1E6898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90182" y="2084235"/>
                <a:ext cx="2049274" cy="5737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2" name="3D 模型 41">
                <a:extLst>
                  <a:ext uri="{FF2B5EF4-FFF2-40B4-BE49-F238E27FC236}">
                    <a16:creationId xmlns:a16="http://schemas.microsoft.com/office/drawing/2014/main" id="{3FFC56EC-AAFB-F7F5-3DC3-934BDB5DFDE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579078" y="5209955"/>
              <a:ext cx="1027064" cy="769806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1027064" cy="769806"/>
                    </a:xfrm>
                    <a:prstGeom prst="rect">
                      <a:avLst/>
                    </a:prstGeom>
                  </am3d:spPr>
                  <am3d:camera>
                    <am3d:pos x="0" y="0" z="6254156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9361" d="1000000"/>
                    <am3d:preTrans dx="-69462299" dy="-170355480" dz="18000000"/>
                    <am3d:scale>
                      <am3d:sx n="1000000" d="1000000"/>
                      <am3d:sy n="1000000" d="1000000"/>
                      <am3d:sz n="1000000" d="1000000"/>
                    </am3d:scale>
                    <am3d:rot ax="5936628" ay="2686084" az="6155804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11671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2" name="3D 模型 41">
                <a:extLst>
                  <a:ext uri="{FF2B5EF4-FFF2-40B4-BE49-F238E27FC236}">
                    <a16:creationId xmlns:a16="http://schemas.microsoft.com/office/drawing/2014/main" id="{3FFC56EC-AAFB-F7F5-3DC3-934BDB5DFDE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579078" y="5209955"/>
                <a:ext cx="1027064" cy="7698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3" name="3D 模型 42">
                <a:extLst>
                  <a:ext uri="{FF2B5EF4-FFF2-40B4-BE49-F238E27FC236}">
                    <a16:creationId xmlns:a16="http://schemas.microsoft.com/office/drawing/2014/main" id="{641D8DCA-131C-5F55-B3C5-B7349CF437A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181849" y="3901412"/>
              <a:ext cx="1821514" cy="288284"/>
            </p:xfrm>
            <a:graphic>
              <a:graphicData uri="http://schemas.microsoft.com/office/drawing/2017/model3d">
                <am3d:model3d r:embed="rId9">
                  <am3d:spPr>
                    <a:xfrm>
                      <a:off x="0" y="0"/>
                      <a:ext cx="1821514" cy="288284"/>
                    </a:xfrm>
                    <a:prstGeom prst="rect">
                      <a:avLst/>
                    </a:prstGeom>
                  </am3d:spPr>
                  <am3d:camera>
                    <am3d:pos x="0" y="0" z="4771889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333" d="1000000"/>
                    <am3d:preTrans dx="-18000000" dy="-2250000" dz="2100000"/>
                    <am3d:scale>
                      <am3d:sx n="1000000" d="1000000"/>
                      <am3d:sy n="1000000" d="1000000"/>
                      <am3d:sz n="1000000" d="1000000"/>
                    </am3d:scale>
                    <am3d:rot ax="-7435268" ay="1" az="-10799997"/>
                    <am3d:postTrans dx="0" dy="0" dz="0"/>
                  </am3d:trans>
                  <am3d:raster rName="Office3DRenderer" rVer="16.0.8326">
                    <am3d:blip r:embed="rId10"/>
                  </am3d:raster>
                  <am3d:objViewport viewportSz="187282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3" name="3D 模型 42">
                <a:extLst>
                  <a:ext uri="{FF2B5EF4-FFF2-40B4-BE49-F238E27FC236}">
                    <a16:creationId xmlns:a16="http://schemas.microsoft.com/office/drawing/2014/main" id="{641D8DCA-131C-5F55-B3C5-B7349CF437A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181849" y="3901412"/>
                <a:ext cx="1821514" cy="2882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4" name="3D 模型 43">
                <a:extLst>
                  <a:ext uri="{FF2B5EF4-FFF2-40B4-BE49-F238E27FC236}">
                    <a16:creationId xmlns:a16="http://schemas.microsoft.com/office/drawing/2014/main" id="{8780621F-3CCE-28CF-7DCB-E0315EBB09F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701168" y="3469337"/>
              <a:ext cx="1027299" cy="1017688"/>
            </p:xfrm>
            <a:graphic>
              <a:graphicData uri="http://schemas.microsoft.com/office/drawing/2017/model3d">
                <am3d:model3d r:embed="rId11">
                  <am3d:spPr>
                    <a:xfrm>
                      <a:off x="0" y="0"/>
                      <a:ext cx="1027299" cy="1017688"/>
                    </a:xfrm>
                    <a:prstGeom prst="rect">
                      <a:avLst/>
                    </a:prstGeom>
                  </am3d:spPr>
                  <am3d:camera>
                    <am3d:pos x="0" y="0" z="6817868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1767" d="1000000"/>
                    <am3d:preTrans dx="-5877241" dy="-18000000" dz="17954723"/>
                    <am3d:scale>
                      <am3d:sx n="1000000" d="1000000"/>
                      <am3d:sy n="1000000" d="1000000"/>
                      <am3d:sz n="1000000" d="1000000"/>
                    </am3d:scale>
                    <am3d:rot ax="8461874" ay="2749814" az="8951855"/>
                    <am3d:postTrans dx="0" dy="0" dz="0"/>
                  </am3d:trans>
                  <am3d:raster rName="Office3DRenderer" rVer="16.0.8326">
                    <am3d:blip r:embed="rId12"/>
                  </am3d:raster>
                  <am3d:objViewport viewportSz="136973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4" name="3D 模型 43">
                <a:extLst>
                  <a:ext uri="{FF2B5EF4-FFF2-40B4-BE49-F238E27FC236}">
                    <a16:creationId xmlns:a16="http://schemas.microsoft.com/office/drawing/2014/main" id="{8780621F-3CCE-28CF-7DCB-E0315EBB09F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701168" y="3469337"/>
                <a:ext cx="1027299" cy="10176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5" name="3D 模型 44">
                <a:extLst>
                  <a:ext uri="{FF2B5EF4-FFF2-40B4-BE49-F238E27FC236}">
                    <a16:creationId xmlns:a16="http://schemas.microsoft.com/office/drawing/2014/main" id="{287DA274-5B61-5CF5-9C4B-BFD358467D4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28773314"/>
                  </p:ext>
                </p:extLst>
              </p:nvPr>
            </p:nvGraphicFramePr>
            <p:xfrm>
              <a:off x="6787032" y="5103281"/>
              <a:ext cx="1131277" cy="925367"/>
            </p:xfrm>
            <a:graphic>
              <a:graphicData uri="http://schemas.microsoft.com/office/drawing/2017/model3d">
                <am3d:model3d r:embed="rId13">
                  <am3d:spPr>
                    <a:xfrm>
                      <a:off x="0" y="0"/>
                      <a:ext cx="1131277" cy="925367"/>
                    </a:xfrm>
                    <a:prstGeom prst="rect">
                      <a:avLst/>
                    </a:prstGeom>
                  </am3d:spPr>
                  <am3d:camera>
                    <am3d:pos x="0" y="0" z="6816662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922" d="1000000"/>
                    <am3d:preTrans dx="-8472066" dy="-16873531" dz="18006280"/>
                    <am3d:scale>
                      <am3d:sx n="1000000" d="1000000"/>
                      <am3d:sy n="1000000" d="1000000"/>
                      <am3d:sz n="1000000" d="1000000"/>
                    </am3d:scale>
                    <am3d:rot ax="5400000" ay="18000000" az="16200000"/>
                    <am3d:postTrans dx="0" dy="0" dz="0"/>
                  </am3d:trans>
                  <am3d:raster rName="Office3DRenderer" rVer="16.0.8326">
                    <am3d:blip r:embed="rId14"/>
                  </am3d:raster>
                  <am3d:objViewport viewportSz="136398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5" name="3D 模型 44">
                <a:extLst>
                  <a:ext uri="{FF2B5EF4-FFF2-40B4-BE49-F238E27FC236}">
                    <a16:creationId xmlns:a16="http://schemas.microsoft.com/office/drawing/2014/main" id="{287DA274-5B61-5CF5-9C4B-BFD358467D4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787032" y="5103281"/>
                <a:ext cx="1131277" cy="9253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6" name="3D 模型 45">
                <a:extLst>
                  <a:ext uri="{FF2B5EF4-FFF2-40B4-BE49-F238E27FC236}">
                    <a16:creationId xmlns:a16="http://schemas.microsoft.com/office/drawing/2014/main" id="{DB51C6C8-CFD5-1828-0DA2-D9448ECAC8A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9150406" y="2105469"/>
              <a:ext cx="1884412" cy="531329"/>
            </p:xfrm>
            <a:graphic>
              <a:graphicData uri="http://schemas.microsoft.com/office/drawing/2017/model3d">
                <am3d:model3d r:embed="rId15">
                  <am3d:spPr>
                    <a:xfrm>
                      <a:off x="0" y="0"/>
                      <a:ext cx="1884412" cy="531329"/>
                    </a:xfrm>
                    <a:prstGeom prst="rect">
                      <a:avLst/>
                    </a:prstGeom>
                  </am3d:spPr>
                  <am3d:camera>
                    <am3d:pos x="0" y="0" z="6148696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000" d="1000000"/>
                    <am3d:preTrans dx="-18000000" dy="-5040000" dz="1429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-10790732" ay="11171" az="-10799969"/>
                    <am3d:postTrans dx="0" dy="0" dz="0"/>
                  </am3d:trans>
                  <am3d:raster rName="Office3DRenderer" rVer="16.0.8326">
                    <am3d:blip r:embed="rId16"/>
                  </am3d:raster>
                  <am3d:objViewport viewportSz="204324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6" name="3D 模型 45">
                <a:extLst>
                  <a:ext uri="{FF2B5EF4-FFF2-40B4-BE49-F238E27FC236}">
                    <a16:creationId xmlns:a16="http://schemas.microsoft.com/office/drawing/2014/main" id="{DB51C6C8-CFD5-1828-0DA2-D9448ECAC8A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150406" y="2105469"/>
                <a:ext cx="1884412" cy="531329"/>
              </a:xfrm>
              <a:prstGeom prst="rect">
                <a:avLst/>
              </a:prstGeom>
            </p:spPr>
          </p:pic>
        </mc:Fallback>
      </mc:AlternateContent>
      <p:sp>
        <p:nvSpPr>
          <p:cNvPr id="35" name="Rectangle: Rounded Corners 17">
            <a:extLst>
              <a:ext uri="{FF2B5EF4-FFF2-40B4-BE49-F238E27FC236}">
                <a16:creationId xmlns:a16="http://schemas.microsoft.com/office/drawing/2014/main" id="{03AE5B9D-8832-6F1B-3D27-A88AA8DF95D1}"/>
              </a:ext>
            </a:extLst>
          </p:cNvPr>
          <p:cNvSpPr/>
          <p:nvPr/>
        </p:nvSpPr>
        <p:spPr>
          <a:xfrm>
            <a:off x="5988503" y="1791947"/>
            <a:ext cx="1008000" cy="288000"/>
          </a:xfrm>
          <a:prstGeom prst="roundRect">
            <a:avLst>
              <a:gd name="adj" fmla="val 50000"/>
            </a:avLst>
          </a:prstGeom>
          <a:solidFill>
            <a:schemeClr val="accent1">
              <a:alpha val="80000"/>
            </a:schemeClr>
          </a:solidFill>
          <a:ln w="9525" cap="flat">
            <a:noFill/>
            <a:prstDash val="solid"/>
            <a:miter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zh-TW" altLang="en-US" sz="1400" spc="100" dirty="0">
                <a:solidFill>
                  <a:schemeClr val="bg1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主體上半</a:t>
            </a:r>
            <a:endParaRPr lang="id-ID" sz="1400" dirty="0">
              <a:solidFill>
                <a:schemeClr val="bg1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  <p:sp>
        <p:nvSpPr>
          <p:cNvPr id="36" name="Rectangle: Rounded Corners 17">
            <a:extLst>
              <a:ext uri="{FF2B5EF4-FFF2-40B4-BE49-F238E27FC236}">
                <a16:creationId xmlns:a16="http://schemas.microsoft.com/office/drawing/2014/main" id="{79B76BAB-4145-16D9-613F-0AD6CA733EEF}"/>
              </a:ext>
            </a:extLst>
          </p:cNvPr>
          <p:cNvSpPr/>
          <p:nvPr/>
        </p:nvSpPr>
        <p:spPr>
          <a:xfrm>
            <a:off x="8849012" y="1791947"/>
            <a:ext cx="1008000" cy="288000"/>
          </a:xfrm>
          <a:prstGeom prst="roundRect">
            <a:avLst>
              <a:gd name="adj" fmla="val 50000"/>
            </a:avLst>
          </a:prstGeom>
          <a:solidFill>
            <a:schemeClr val="accent1">
              <a:alpha val="80000"/>
            </a:schemeClr>
          </a:solidFill>
          <a:ln w="9525" cap="flat">
            <a:noFill/>
            <a:prstDash val="solid"/>
            <a:miter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zh-TW" altLang="en-US" sz="1400" spc="100" dirty="0">
                <a:solidFill>
                  <a:schemeClr val="bg1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主體下半</a:t>
            </a:r>
            <a:endParaRPr lang="id-ID" sz="1400" dirty="0">
              <a:solidFill>
                <a:schemeClr val="bg1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  <p:sp>
        <p:nvSpPr>
          <p:cNvPr id="37" name="Rectangle: Rounded Corners 17">
            <a:extLst>
              <a:ext uri="{FF2B5EF4-FFF2-40B4-BE49-F238E27FC236}">
                <a16:creationId xmlns:a16="http://schemas.microsoft.com/office/drawing/2014/main" id="{38E69841-36E3-C5D6-469D-67BA6F8ADE8C}"/>
              </a:ext>
            </a:extLst>
          </p:cNvPr>
          <p:cNvSpPr/>
          <p:nvPr/>
        </p:nvSpPr>
        <p:spPr>
          <a:xfrm>
            <a:off x="5988503" y="3377345"/>
            <a:ext cx="622609" cy="288000"/>
          </a:xfrm>
          <a:prstGeom prst="roundRect">
            <a:avLst>
              <a:gd name="adj" fmla="val 50000"/>
            </a:avLst>
          </a:prstGeom>
          <a:solidFill>
            <a:schemeClr val="accent1">
              <a:alpha val="80000"/>
            </a:schemeClr>
          </a:solidFill>
          <a:ln w="9525" cap="flat">
            <a:noFill/>
            <a:prstDash val="solid"/>
            <a:miter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zh-TW" altLang="en-US" sz="1400" spc="100" dirty="0">
                <a:solidFill>
                  <a:schemeClr val="bg1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齒輪</a:t>
            </a:r>
            <a:endParaRPr lang="id-ID" sz="1400" dirty="0">
              <a:solidFill>
                <a:schemeClr val="bg1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  <p:sp>
        <p:nvSpPr>
          <p:cNvPr id="38" name="Rectangle: Rounded Corners 17">
            <a:extLst>
              <a:ext uri="{FF2B5EF4-FFF2-40B4-BE49-F238E27FC236}">
                <a16:creationId xmlns:a16="http://schemas.microsoft.com/office/drawing/2014/main" id="{5090BE96-BFE3-70F4-7D57-0256DC28B90F}"/>
              </a:ext>
            </a:extLst>
          </p:cNvPr>
          <p:cNvSpPr/>
          <p:nvPr/>
        </p:nvSpPr>
        <p:spPr>
          <a:xfrm>
            <a:off x="8849012" y="3377345"/>
            <a:ext cx="622800" cy="288000"/>
          </a:xfrm>
          <a:prstGeom prst="roundRect">
            <a:avLst>
              <a:gd name="adj" fmla="val 50000"/>
            </a:avLst>
          </a:prstGeom>
          <a:solidFill>
            <a:schemeClr val="accent1">
              <a:alpha val="80000"/>
            </a:schemeClr>
          </a:solidFill>
          <a:ln w="9525" cap="flat">
            <a:noFill/>
            <a:prstDash val="solid"/>
            <a:miter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zh-TW" altLang="en-US" sz="1400" spc="100" dirty="0">
                <a:solidFill>
                  <a:schemeClr val="bg1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齒條</a:t>
            </a:r>
            <a:endParaRPr lang="id-ID" sz="1400" dirty="0">
              <a:solidFill>
                <a:schemeClr val="bg1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  <p:sp>
        <p:nvSpPr>
          <p:cNvPr id="39" name="Rectangle: Rounded Corners 17">
            <a:extLst>
              <a:ext uri="{FF2B5EF4-FFF2-40B4-BE49-F238E27FC236}">
                <a16:creationId xmlns:a16="http://schemas.microsoft.com/office/drawing/2014/main" id="{CEB63959-846F-CAAA-9DA4-E9474B1D189E}"/>
              </a:ext>
            </a:extLst>
          </p:cNvPr>
          <p:cNvSpPr/>
          <p:nvPr/>
        </p:nvSpPr>
        <p:spPr>
          <a:xfrm>
            <a:off x="5988503" y="4956973"/>
            <a:ext cx="1008000" cy="288000"/>
          </a:xfrm>
          <a:prstGeom prst="roundRect">
            <a:avLst>
              <a:gd name="adj" fmla="val 50000"/>
            </a:avLst>
          </a:prstGeom>
          <a:solidFill>
            <a:schemeClr val="accent1">
              <a:alpha val="80000"/>
            </a:schemeClr>
          </a:solidFill>
          <a:ln w="9525" cap="flat">
            <a:noFill/>
            <a:prstDash val="solid"/>
            <a:miter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altLang="zh-TW" sz="1400" spc="100" dirty="0">
                <a:solidFill>
                  <a:schemeClr val="bg1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L</a:t>
            </a:r>
            <a:r>
              <a:rPr lang="zh-TW" altLang="en-US" sz="1400" spc="100" dirty="0">
                <a:solidFill>
                  <a:schemeClr val="bg1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型支架</a:t>
            </a:r>
            <a:endParaRPr lang="id-ID" sz="1400" dirty="0">
              <a:solidFill>
                <a:schemeClr val="bg1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  <p:sp>
        <p:nvSpPr>
          <p:cNvPr id="40" name="Rectangle: Rounded Corners 17">
            <a:extLst>
              <a:ext uri="{FF2B5EF4-FFF2-40B4-BE49-F238E27FC236}">
                <a16:creationId xmlns:a16="http://schemas.microsoft.com/office/drawing/2014/main" id="{6DFF4AFE-5668-DF07-DBE6-7D8452F0F263}"/>
              </a:ext>
            </a:extLst>
          </p:cNvPr>
          <p:cNvSpPr/>
          <p:nvPr/>
        </p:nvSpPr>
        <p:spPr>
          <a:xfrm>
            <a:off x="8849012" y="4956973"/>
            <a:ext cx="797908" cy="288000"/>
          </a:xfrm>
          <a:prstGeom prst="roundRect">
            <a:avLst>
              <a:gd name="adj" fmla="val 50000"/>
            </a:avLst>
          </a:prstGeom>
          <a:solidFill>
            <a:schemeClr val="accent1">
              <a:alpha val="80000"/>
            </a:schemeClr>
          </a:solidFill>
          <a:ln w="9525" cap="flat">
            <a:noFill/>
            <a:prstDash val="solid"/>
            <a:miter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zh-TW" altLang="en-US" sz="1400" spc="100" dirty="0">
                <a:solidFill>
                  <a:schemeClr val="bg1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馬達座</a:t>
            </a:r>
            <a:endParaRPr lang="id-ID" sz="1400" dirty="0">
              <a:solidFill>
                <a:schemeClr val="bg1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D419E74-E2D6-5056-6581-501FA63D2AA1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29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315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0" presetClass="entr" presetSubtype="102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8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9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0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1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37" presetClass="emph" presetSubtype="256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43200000">
                                      <p:cBhvr>
                                        <p:cTn id="13" dur="3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60" presetClass="entr" presetSubtype="102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17" dur="1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8" dur="1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9" dur="1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0" dur="1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7" presetClass="emph" presetSubtype="1024" repeatCount="indefinite" accel="10000" decel="1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22" dur="1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60" presetClass="entr" presetSubtype="102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26" dur="1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7" dur="1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8" dur="1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9" dur="1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37" presetClass="emph" presetSubtype="1024" repeatCount="indefinite" accel="10000" decel="1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31" dur="1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" presetID="60" presetClass="entr" presetSubtype="102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35" dur="1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6" dur="1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7" dur="1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8" dur="1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37" presetClass="emph" presetSubtype="1024" repeatCount="indefinite" accel="10000" decel="1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40" dur="1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60" presetClass="entr" presetSubtype="102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44" dur="1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5" dur="1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6" dur="1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7" dur="1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37" presetClass="emph" presetSubtype="1024" repeatCount="indefinite" accel="10000" decel="1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49" dur="1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0" presetID="60" presetClass="entr" presetSubtype="102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53" dur="1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4" dur="1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5" dur="1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6" dur="1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37" presetClass="emph" presetSubtype="1024" repeatCount="indefinite" accel="10000" decel="1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58" dur="1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" presetID="60" presetClass="entr" presetSubtype="102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62" dur="1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63" dur="1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64" dur="1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65" dur="1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37" presetClass="emph" presetSubtype="1024" repeatCount="indefinite" accel="10000" decel="1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67" dur="1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FE4D06-856A-2FCB-95B2-B82DDF1DC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ECB2DC78-7D1F-B3B9-82A0-F4B4583021E6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380DF6B6-EF1A-9276-0D42-B349DE730B61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書櫃版本紀錄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941C590-83C9-AB27-6855-055AE3220B70}"/>
              </a:ext>
            </a:extLst>
          </p:cNvPr>
          <p:cNvSpPr txBox="1"/>
          <p:nvPr/>
        </p:nvSpPr>
        <p:spPr>
          <a:xfrm>
            <a:off x="5409398" y="828142"/>
            <a:ext cx="61014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DESIGN ITERATION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78B3ED68-87A1-7E27-EB81-94CE5C35D904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30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9" name="Straight Arrow Connector 39">
            <a:extLst>
              <a:ext uri="{FF2B5EF4-FFF2-40B4-BE49-F238E27FC236}">
                <a16:creationId xmlns:a16="http://schemas.microsoft.com/office/drawing/2014/main" id="{B7F3EB8D-872B-6FD8-439F-23ED941A2E17}"/>
              </a:ext>
            </a:extLst>
          </p:cNvPr>
          <p:cNvCxnSpPr>
            <a:cxnSpLocks/>
          </p:cNvCxnSpPr>
          <p:nvPr/>
        </p:nvCxnSpPr>
        <p:spPr>
          <a:xfrm>
            <a:off x="0" y="5122647"/>
            <a:ext cx="12192000" cy="0"/>
          </a:xfrm>
          <a:prstGeom prst="straightConnector1">
            <a:avLst/>
          </a:prstGeom>
          <a:ln w="19050">
            <a:solidFill>
              <a:schemeClr val="bg1">
                <a:lumMod val="75000"/>
                <a:alpha val="20000"/>
              </a:schemeClr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19">
            <a:extLst>
              <a:ext uri="{FF2B5EF4-FFF2-40B4-BE49-F238E27FC236}">
                <a16:creationId xmlns:a16="http://schemas.microsoft.com/office/drawing/2014/main" id="{DF8C310E-3CE9-F313-6205-F03417C38F79}"/>
              </a:ext>
            </a:extLst>
          </p:cNvPr>
          <p:cNvSpPr/>
          <p:nvPr/>
        </p:nvSpPr>
        <p:spPr>
          <a:xfrm>
            <a:off x="1520737" y="5066964"/>
            <a:ext cx="108195" cy="1081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2" name="Oval 20">
            <a:extLst>
              <a:ext uri="{FF2B5EF4-FFF2-40B4-BE49-F238E27FC236}">
                <a16:creationId xmlns:a16="http://schemas.microsoft.com/office/drawing/2014/main" id="{20E7907D-6BE3-D22D-2745-09DE52C08143}"/>
              </a:ext>
            </a:extLst>
          </p:cNvPr>
          <p:cNvSpPr/>
          <p:nvPr/>
        </p:nvSpPr>
        <p:spPr>
          <a:xfrm>
            <a:off x="3027792" y="5066964"/>
            <a:ext cx="108195" cy="10819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3" name="Oval 21">
            <a:extLst>
              <a:ext uri="{FF2B5EF4-FFF2-40B4-BE49-F238E27FC236}">
                <a16:creationId xmlns:a16="http://schemas.microsoft.com/office/drawing/2014/main" id="{999A94DB-696D-093D-23F8-C78AAC026EF5}"/>
              </a:ext>
            </a:extLst>
          </p:cNvPr>
          <p:cNvSpPr/>
          <p:nvPr/>
        </p:nvSpPr>
        <p:spPr>
          <a:xfrm>
            <a:off x="10563069" y="5066964"/>
            <a:ext cx="108195" cy="10819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6" name="TextBox 24">
            <a:extLst>
              <a:ext uri="{FF2B5EF4-FFF2-40B4-BE49-F238E27FC236}">
                <a16:creationId xmlns:a16="http://schemas.microsoft.com/office/drawing/2014/main" id="{8AD0C0A9-67B7-A6C1-311B-E78D3C36BC5B}"/>
              </a:ext>
            </a:extLst>
          </p:cNvPr>
          <p:cNvSpPr txBox="1"/>
          <p:nvPr/>
        </p:nvSpPr>
        <p:spPr>
          <a:xfrm>
            <a:off x="1132874" y="5258094"/>
            <a:ext cx="883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altLang="zh-TW" sz="2000" dirty="0">
                <a:solidFill>
                  <a:schemeClr val="tx2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v1</a:t>
            </a:r>
            <a:endParaRPr lang="en-US" sz="2000" dirty="0">
              <a:solidFill>
                <a:schemeClr val="tx2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2" name="Oval 20">
            <a:extLst>
              <a:ext uri="{FF2B5EF4-FFF2-40B4-BE49-F238E27FC236}">
                <a16:creationId xmlns:a16="http://schemas.microsoft.com/office/drawing/2014/main" id="{D2ED1BD3-8833-DCF2-94CB-60DE8E1878AF}"/>
              </a:ext>
            </a:extLst>
          </p:cNvPr>
          <p:cNvSpPr/>
          <p:nvPr/>
        </p:nvSpPr>
        <p:spPr>
          <a:xfrm>
            <a:off x="4534847" y="5066964"/>
            <a:ext cx="108195" cy="10819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3" name="Oval 20">
            <a:extLst>
              <a:ext uri="{FF2B5EF4-FFF2-40B4-BE49-F238E27FC236}">
                <a16:creationId xmlns:a16="http://schemas.microsoft.com/office/drawing/2014/main" id="{996F4B95-5212-E294-D418-F2BA78B74B34}"/>
              </a:ext>
            </a:extLst>
          </p:cNvPr>
          <p:cNvSpPr/>
          <p:nvPr/>
        </p:nvSpPr>
        <p:spPr>
          <a:xfrm>
            <a:off x="6041902" y="5066964"/>
            <a:ext cx="108195" cy="10819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4" name="Oval 20">
            <a:extLst>
              <a:ext uri="{FF2B5EF4-FFF2-40B4-BE49-F238E27FC236}">
                <a16:creationId xmlns:a16="http://schemas.microsoft.com/office/drawing/2014/main" id="{12401419-2747-384D-23F3-C93F9C37E0B5}"/>
              </a:ext>
            </a:extLst>
          </p:cNvPr>
          <p:cNvSpPr/>
          <p:nvPr/>
        </p:nvSpPr>
        <p:spPr>
          <a:xfrm>
            <a:off x="7548957" y="5066964"/>
            <a:ext cx="108195" cy="10819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5" name="Oval 20">
            <a:extLst>
              <a:ext uri="{FF2B5EF4-FFF2-40B4-BE49-F238E27FC236}">
                <a16:creationId xmlns:a16="http://schemas.microsoft.com/office/drawing/2014/main" id="{4080172B-6C83-E09B-7764-2C1102BDDF1F}"/>
              </a:ext>
            </a:extLst>
          </p:cNvPr>
          <p:cNvSpPr/>
          <p:nvPr/>
        </p:nvSpPr>
        <p:spPr>
          <a:xfrm>
            <a:off x="9056012" y="5066964"/>
            <a:ext cx="108195" cy="10819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6" name="TextBox 24">
            <a:extLst>
              <a:ext uri="{FF2B5EF4-FFF2-40B4-BE49-F238E27FC236}">
                <a16:creationId xmlns:a16="http://schemas.microsoft.com/office/drawing/2014/main" id="{A60A963C-3341-F8CA-984B-9E9C678480AB}"/>
              </a:ext>
            </a:extLst>
          </p:cNvPr>
          <p:cNvSpPr txBox="1"/>
          <p:nvPr/>
        </p:nvSpPr>
        <p:spPr>
          <a:xfrm>
            <a:off x="2639929" y="5258094"/>
            <a:ext cx="883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altLang="zh-TW" sz="2000" dirty="0">
                <a:solidFill>
                  <a:schemeClr val="tx2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v2</a:t>
            </a:r>
            <a:endParaRPr lang="en-US" sz="2000" dirty="0">
              <a:solidFill>
                <a:schemeClr val="tx2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7" name="TextBox 24">
            <a:extLst>
              <a:ext uri="{FF2B5EF4-FFF2-40B4-BE49-F238E27FC236}">
                <a16:creationId xmlns:a16="http://schemas.microsoft.com/office/drawing/2014/main" id="{68E64E49-0F31-25CA-EE28-215F472CE1E9}"/>
              </a:ext>
            </a:extLst>
          </p:cNvPr>
          <p:cNvSpPr txBox="1"/>
          <p:nvPr/>
        </p:nvSpPr>
        <p:spPr>
          <a:xfrm>
            <a:off x="4146984" y="5258094"/>
            <a:ext cx="883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altLang="zh-TW" sz="2000" dirty="0">
                <a:solidFill>
                  <a:schemeClr val="tx2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v3</a:t>
            </a:r>
            <a:endParaRPr lang="en-US" sz="2000" dirty="0">
              <a:solidFill>
                <a:schemeClr val="tx2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8" name="TextBox 24">
            <a:extLst>
              <a:ext uri="{FF2B5EF4-FFF2-40B4-BE49-F238E27FC236}">
                <a16:creationId xmlns:a16="http://schemas.microsoft.com/office/drawing/2014/main" id="{7EC2E9D6-1E3A-CA30-FEEB-0A23E987C30F}"/>
              </a:ext>
            </a:extLst>
          </p:cNvPr>
          <p:cNvSpPr txBox="1"/>
          <p:nvPr/>
        </p:nvSpPr>
        <p:spPr>
          <a:xfrm>
            <a:off x="5654039" y="5258094"/>
            <a:ext cx="883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altLang="zh-TW" sz="2000" dirty="0">
                <a:solidFill>
                  <a:schemeClr val="tx2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v4</a:t>
            </a:r>
            <a:endParaRPr lang="en-US" sz="2000" dirty="0">
              <a:solidFill>
                <a:schemeClr val="tx2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9" name="TextBox 24">
            <a:extLst>
              <a:ext uri="{FF2B5EF4-FFF2-40B4-BE49-F238E27FC236}">
                <a16:creationId xmlns:a16="http://schemas.microsoft.com/office/drawing/2014/main" id="{C0E47506-4B8D-2D1A-A1EF-F957DA5FCAC4}"/>
              </a:ext>
            </a:extLst>
          </p:cNvPr>
          <p:cNvSpPr txBox="1"/>
          <p:nvPr/>
        </p:nvSpPr>
        <p:spPr>
          <a:xfrm>
            <a:off x="7161094" y="5258094"/>
            <a:ext cx="883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altLang="zh-TW" sz="2000" dirty="0">
                <a:solidFill>
                  <a:schemeClr val="tx2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v5</a:t>
            </a:r>
            <a:endParaRPr lang="en-US" sz="2000" dirty="0">
              <a:solidFill>
                <a:schemeClr val="tx2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0" name="TextBox 24">
            <a:extLst>
              <a:ext uri="{FF2B5EF4-FFF2-40B4-BE49-F238E27FC236}">
                <a16:creationId xmlns:a16="http://schemas.microsoft.com/office/drawing/2014/main" id="{B301F883-60AE-CB05-3D0B-849DAF104A9A}"/>
              </a:ext>
            </a:extLst>
          </p:cNvPr>
          <p:cNvSpPr txBox="1"/>
          <p:nvPr/>
        </p:nvSpPr>
        <p:spPr>
          <a:xfrm>
            <a:off x="8668149" y="5258094"/>
            <a:ext cx="883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altLang="zh-TW" sz="2000" dirty="0">
                <a:solidFill>
                  <a:schemeClr val="tx2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v6</a:t>
            </a:r>
            <a:endParaRPr lang="en-US" sz="2000" dirty="0">
              <a:solidFill>
                <a:schemeClr val="tx2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1" name="TextBox 24">
            <a:extLst>
              <a:ext uri="{FF2B5EF4-FFF2-40B4-BE49-F238E27FC236}">
                <a16:creationId xmlns:a16="http://schemas.microsoft.com/office/drawing/2014/main" id="{73C7BB57-5EC4-56E5-12F2-422B88BBE643}"/>
              </a:ext>
            </a:extLst>
          </p:cNvPr>
          <p:cNvSpPr txBox="1"/>
          <p:nvPr/>
        </p:nvSpPr>
        <p:spPr>
          <a:xfrm>
            <a:off x="10175206" y="5258094"/>
            <a:ext cx="883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1200"/>
              </a:spcBef>
            </a:pPr>
            <a:r>
              <a:rPr lang="en-US" altLang="zh-TW" sz="2000" dirty="0">
                <a:solidFill>
                  <a:schemeClr val="tx2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v7</a:t>
            </a:r>
            <a:endParaRPr lang="en-US" sz="2000" dirty="0">
              <a:solidFill>
                <a:schemeClr val="tx2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grpSp>
        <p:nvGrpSpPr>
          <p:cNvPr id="113" name="群組 112">
            <a:extLst>
              <a:ext uri="{FF2B5EF4-FFF2-40B4-BE49-F238E27FC236}">
                <a16:creationId xmlns:a16="http://schemas.microsoft.com/office/drawing/2014/main" id="{548B4518-D0A5-FE1A-C4AC-DA4DA39D4493}"/>
              </a:ext>
            </a:extLst>
          </p:cNvPr>
          <p:cNvGrpSpPr/>
          <p:nvPr/>
        </p:nvGrpSpPr>
        <p:grpSpPr>
          <a:xfrm>
            <a:off x="9801224" y="2507814"/>
            <a:ext cx="1672615" cy="2061860"/>
            <a:chOff x="9801224" y="2507814"/>
            <a:chExt cx="1672615" cy="2061860"/>
          </a:xfrm>
        </p:grpSpPr>
        <p:sp>
          <p:nvSpPr>
            <p:cNvPr id="79" name="Arrow: Chevron 8">
              <a:extLst>
                <a:ext uri="{FF2B5EF4-FFF2-40B4-BE49-F238E27FC236}">
                  <a16:creationId xmlns:a16="http://schemas.microsoft.com/office/drawing/2014/main" id="{776E3F31-DEDA-9A57-7066-5468F641229F}"/>
                </a:ext>
              </a:extLst>
            </p:cNvPr>
            <p:cNvSpPr/>
            <p:nvPr/>
          </p:nvSpPr>
          <p:spPr>
            <a:xfrm>
              <a:off x="9801224" y="2507814"/>
              <a:ext cx="1631884" cy="2061860"/>
            </a:xfrm>
            <a:prstGeom prst="chevron">
              <a:avLst>
                <a:gd name="adj" fmla="val 16604"/>
              </a:avLst>
            </a:pr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TextBox 55">
              <a:extLst>
                <a:ext uri="{FF2B5EF4-FFF2-40B4-BE49-F238E27FC236}">
                  <a16:creationId xmlns:a16="http://schemas.microsoft.com/office/drawing/2014/main" id="{A3B2C787-BB62-9383-751E-2C491E253CB8}"/>
                </a:ext>
              </a:extLst>
            </p:cNvPr>
            <p:cNvSpPr txBox="1"/>
            <p:nvPr/>
          </p:nvSpPr>
          <p:spPr>
            <a:xfrm>
              <a:off x="10054238" y="3094522"/>
              <a:ext cx="14196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zh-TW" altLang="en-US" sz="1600" b="1" spc="50" dirty="0">
                  <a:solidFill>
                    <a:schemeClr val="accent6"/>
                  </a:solidFill>
                </a:rPr>
                <a:t>滑軌回歸</a:t>
              </a:r>
              <a:endParaRPr lang="en-US" sz="1600" b="1" spc="50" dirty="0">
                <a:solidFill>
                  <a:schemeClr val="accent6"/>
                </a:solidFill>
              </a:endParaRPr>
            </a:p>
          </p:txBody>
        </p:sp>
        <p:sp>
          <p:nvSpPr>
            <p:cNvPr id="106" name="TextBox 56">
              <a:extLst>
                <a:ext uri="{FF2B5EF4-FFF2-40B4-BE49-F238E27FC236}">
                  <a16:creationId xmlns:a16="http://schemas.microsoft.com/office/drawing/2014/main" id="{16975DBC-3179-E80A-6EEE-79D7AE9C3201}"/>
                </a:ext>
              </a:extLst>
            </p:cNvPr>
            <p:cNvSpPr txBox="1"/>
            <p:nvPr/>
          </p:nvSpPr>
          <p:spPr>
            <a:xfrm>
              <a:off x="10054239" y="3486687"/>
              <a:ext cx="1419600" cy="5522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TW" sz="1200" spc="50" dirty="0">
                  <a:solidFill>
                    <a:schemeClr val="tx2"/>
                  </a:solidFill>
                </a:rPr>
                <a:t>L </a:t>
              </a:r>
              <a:r>
                <a:rPr lang="zh-TW" altLang="en-US" sz="1200" spc="50" dirty="0">
                  <a:solidFill>
                    <a:schemeClr val="tx2"/>
                  </a:solidFill>
                </a:rPr>
                <a:t>型新增滑軌，</a:t>
              </a:r>
              <a:endParaRPr lang="en-US" altLang="zh-TW" sz="1200" spc="50" dirty="0">
                <a:solidFill>
                  <a:schemeClr val="tx2"/>
                </a:solidFill>
              </a:endParaRPr>
            </a:p>
            <a:p>
              <a:pPr>
                <a:lnSpc>
                  <a:spcPct val="130000"/>
                </a:lnSpc>
              </a:pPr>
              <a:r>
                <a:rPr lang="zh-TW" altLang="en-US" sz="1200" spc="50" dirty="0">
                  <a:solidFill>
                    <a:schemeClr val="tx2"/>
                  </a:solidFill>
                </a:rPr>
                <a:t>現行定版</a:t>
              </a:r>
              <a:endParaRPr lang="en-ID" sz="1200" spc="5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12" name="群組 111">
            <a:extLst>
              <a:ext uri="{FF2B5EF4-FFF2-40B4-BE49-F238E27FC236}">
                <a16:creationId xmlns:a16="http://schemas.microsoft.com/office/drawing/2014/main" id="{707825C9-CB7D-2823-AD82-141F03A62F80}"/>
              </a:ext>
            </a:extLst>
          </p:cNvPr>
          <p:cNvGrpSpPr/>
          <p:nvPr/>
        </p:nvGrpSpPr>
        <p:grpSpPr>
          <a:xfrm>
            <a:off x="8294167" y="2507814"/>
            <a:ext cx="1672615" cy="2061860"/>
            <a:chOff x="8294167" y="2507814"/>
            <a:chExt cx="1672615" cy="2061860"/>
          </a:xfrm>
        </p:grpSpPr>
        <p:sp>
          <p:nvSpPr>
            <p:cNvPr id="78" name="Arrow: Chevron 8">
              <a:extLst>
                <a:ext uri="{FF2B5EF4-FFF2-40B4-BE49-F238E27FC236}">
                  <a16:creationId xmlns:a16="http://schemas.microsoft.com/office/drawing/2014/main" id="{BFEBBD31-2D49-68D2-91FD-89D07C547395}"/>
                </a:ext>
              </a:extLst>
            </p:cNvPr>
            <p:cNvSpPr/>
            <p:nvPr/>
          </p:nvSpPr>
          <p:spPr>
            <a:xfrm>
              <a:off x="8294167" y="2507814"/>
              <a:ext cx="1631884" cy="2061860"/>
            </a:xfrm>
            <a:prstGeom prst="chevron">
              <a:avLst>
                <a:gd name="adj" fmla="val 16604"/>
              </a:avLst>
            </a:pr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TextBox 55">
              <a:extLst>
                <a:ext uri="{FF2B5EF4-FFF2-40B4-BE49-F238E27FC236}">
                  <a16:creationId xmlns:a16="http://schemas.microsoft.com/office/drawing/2014/main" id="{D0ADA8DC-4139-DB79-6409-BF33DA50C91E}"/>
                </a:ext>
              </a:extLst>
            </p:cNvPr>
            <p:cNvSpPr txBox="1"/>
            <p:nvPr/>
          </p:nvSpPr>
          <p:spPr>
            <a:xfrm>
              <a:off x="8547181" y="3094522"/>
              <a:ext cx="14196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zh-TW" altLang="en-US" sz="1600" b="1" spc="50" dirty="0">
                  <a:solidFill>
                    <a:schemeClr val="accent6"/>
                  </a:solidFill>
                </a:rPr>
                <a:t>馬達整合</a:t>
              </a:r>
              <a:endParaRPr lang="en-US" sz="1600" b="1" spc="50" dirty="0">
                <a:solidFill>
                  <a:schemeClr val="accent6"/>
                </a:solidFill>
              </a:endParaRPr>
            </a:p>
          </p:txBody>
        </p:sp>
        <p:sp>
          <p:nvSpPr>
            <p:cNvPr id="104" name="TextBox 56">
              <a:extLst>
                <a:ext uri="{FF2B5EF4-FFF2-40B4-BE49-F238E27FC236}">
                  <a16:creationId xmlns:a16="http://schemas.microsoft.com/office/drawing/2014/main" id="{F6C37C4F-EAD8-B11F-7A61-114A5A7148AC}"/>
                </a:ext>
              </a:extLst>
            </p:cNvPr>
            <p:cNvSpPr txBox="1"/>
            <p:nvPr/>
          </p:nvSpPr>
          <p:spPr>
            <a:xfrm>
              <a:off x="8547182" y="3486687"/>
              <a:ext cx="1419600" cy="5522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TW" altLang="en-US" sz="1200" spc="50" dirty="0">
                  <a:solidFill>
                    <a:schemeClr val="tx2"/>
                  </a:solidFill>
                </a:rPr>
                <a:t>主體蓋下半新增馬達座</a:t>
              </a:r>
              <a:endParaRPr lang="en-ID" sz="1200" spc="5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11" name="群組 110">
            <a:extLst>
              <a:ext uri="{FF2B5EF4-FFF2-40B4-BE49-F238E27FC236}">
                <a16:creationId xmlns:a16="http://schemas.microsoft.com/office/drawing/2014/main" id="{A66A54CA-400C-3A09-E91C-E256AF15126F}"/>
              </a:ext>
            </a:extLst>
          </p:cNvPr>
          <p:cNvGrpSpPr/>
          <p:nvPr/>
        </p:nvGrpSpPr>
        <p:grpSpPr>
          <a:xfrm>
            <a:off x="6787112" y="2507814"/>
            <a:ext cx="1672615" cy="2061860"/>
            <a:chOff x="6787112" y="2507814"/>
            <a:chExt cx="1672615" cy="2061860"/>
          </a:xfrm>
        </p:grpSpPr>
        <p:sp>
          <p:nvSpPr>
            <p:cNvPr id="80" name="Arrow: Chevron 8">
              <a:extLst>
                <a:ext uri="{FF2B5EF4-FFF2-40B4-BE49-F238E27FC236}">
                  <a16:creationId xmlns:a16="http://schemas.microsoft.com/office/drawing/2014/main" id="{424892D6-1190-427A-AEE5-AFA957F17DE3}"/>
                </a:ext>
              </a:extLst>
            </p:cNvPr>
            <p:cNvSpPr/>
            <p:nvPr/>
          </p:nvSpPr>
          <p:spPr>
            <a:xfrm>
              <a:off x="6787112" y="2507814"/>
              <a:ext cx="1631884" cy="2061860"/>
            </a:xfrm>
            <a:prstGeom prst="chevron">
              <a:avLst>
                <a:gd name="adj" fmla="val 16604"/>
              </a:avLst>
            </a:pr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TextBox 55">
              <a:extLst>
                <a:ext uri="{FF2B5EF4-FFF2-40B4-BE49-F238E27FC236}">
                  <a16:creationId xmlns:a16="http://schemas.microsoft.com/office/drawing/2014/main" id="{6C7A242F-4F6C-C5CF-BC76-263B3DC0CC8B}"/>
                </a:ext>
              </a:extLst>
            </p:cNvPr>
            <p:cNvSpPr txBox="1"/>
            <p:nvPr/>
          </p:nvSpPr>
          <p:spPr>
            <a:xfrm>
              <a:off x="7040126" y="3094522"/>
              <a:ext cx="14196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zh-TW" altLang="en-US" sz="1600" b="1" spc="50" dirty="0">
                  <a:solidFill>
                    <a:schemeClr val="accent6"/>
                  </a:solidFill>
                </a:rPr>
                <a:t>卡扣優化</a:t>
              </a:r>
              <a:endParaRPr lang="en-US" sz="1600" b="1" spc="50" dirty="0">
                <a:solidFill>
                  <a:schemeClr val="accent6"/>
                </a:solidFill>
              </a:endParaRPr>
            </a:p>
          </p:txBody>
        </p:sp>
        <p:sp>
          <p:nvSpPr>
            <p:cNvPr id="102" name="TextBox 56">
              <a:extLst>
                <a:ext uri="{FF2B5EF4-FFF2-40B4-BE49-F238E27FC236}">
                  <a16:creationId xmlns:a16="http://schemas.microsoft.com/office/drawing/2014/main" id="{42E95CCD-B5A6-D480-4442-91468525CAB9}"/>
                </a:ext>
              </a:extLst>
            </p:cNvPr>
            <p:cNvSpPr txBox="1"/>
            <p:nvPr/>
          </p:nvSpPr>
          <p:spPr>
            <a:xfrm>
              <a:off x="7040127" y="3486687"/>
              <a:ext cx="1419600" cy="5522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TW" altLang="en-US" sz="1200" spc="50" dirty="0">
                  <a:solidFill>
                    <a:schemeClr val="tx2"/>
                  </a:solidFill>
                </a:rPr>
                <a:t>重設卡扣、降低 </a:t>
              </a:r>
              <a:r>
                <a:rPr lang="en-US" altLang="zh-TW" sz="1200" spc="50" dirty="0">
                  <a:solidFill>
                    <a:schemeClr val="tx2"/>
                  </a:solidFill>
                </a:rPr>
                <a:t>L </a:t>
              </a:r>
              <a:r>
                <a:rPr lang="zh-TW" altLang="en-US" sz="1200" spc="50" dirty="0">
                  <a:solidFill>
                    <a:schemeClr val="tx2"/>
                  </a:solidFill>
                </a:rPr>
                <a:t>型，底部加圓弧</a:t>
              </a:r>
              <a:endParaRPr lang="en-ID" sz="1200" spc="5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BA980D4E-71EB-1709-9B0B-F1BEE4EE662B}"/>
              </a:ext>
            </a:extLst>
          </p:cNvPr>
          <p:cNvGrpSpPr/>
          <p:nvPr/>
        </p:nvGrpSpPr>
        <p:grpSpPr>
          <a:xfrm>
            <a:off x="5280057" y="2507814"/>
            <a:ext cx="1672613" cy="2061860"/>
            <a:chOff x="5280057" y="2507814"/>
            <a:chExt cx="1672613" cy="2061860"/>
          </a:xfrm>
        </p:grpSpPr>
        <p:sp>
          <p:nvSpPr>
            <p:cNvPr id="77" name="Arrow: Chevron 8">
              <a:extLst>
                <a:ext uri="{FF2B5EF4-FFF2-40B4-BE49-F238E27FC236}">
                  <a16:creationId xmlns:a16="http://schemas.microsoft.com/office/drawing/2014/main" id="{FAFD333C-E4C8-1627-0AF0-A4E1ECF26532}"/>
                </a:ext>
              </a:extLst>
            </p:cNvPr>
            <p:cNvSpPr/>
            <p:nvPr/>
          </p:nvSpPr>
          <p:spPr>
            <a:xfrm>
              <a:off x="5280057" y="2507814"/>
              <a:ext cx="1631884" cy="2061860"/>
            </a:xfrm>
            <a:prstGeom prst="chevron">
              <a:avLst>
                <a:gd name="adj" fmla="val 16604"/>
              </a:avLst>
            </a:pr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TextBox 55">
              <a:extLst>
                <a:ext uri="{FF2B5EF4-FFF2-40B4-BE49-F238E27FC236}">
                  <a16:creationId xmlns:a16="http://schemas.microsoft.com/office/drawing/2014/main" id="{0DEF253A-C2F9-C2AB-CFA9-C85936B49334}"/>
                </a:ext>
              </a:extLst>
            </p:cNvPr>
            <p:cNvSpPr txBox="1"/>
            <p:nvPr/>
          </p:nvSpPr>
          <p:spPr>
            <a:xfrm>
              <a:off x="5533069" y="3094522"/>
              <a:ext cx="14196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zh-TW" altLang="en-US" sz="1600" b="1" spc="50" dirty="0">
                  <a:solidFill>
                    <a:schemeClr val="accent6"/>
                  </a:solidFill>
                </a:rPr>
                <a:t>模組拆分</a:t>
              </a:r>
              <a:endParaRPr lang="en-US" sz="1600" b="1" spc="50" dirty="0">
                <a:solidFill>
                  <a:schemeClr val="accent6"/>
                </a:solidFill>
              </a:endParaRPr>
            </a:p>
          </p:txBody>
        </p:sp>
        <p:sp>
          <p:nvSpPr>
            <p:cNvPr id="100" name="TextBox 56">
              <a:extLst>
                <a:ext uri="{FF2B5EF4-FFF2-40B4-BE49-F238E27FC236}">
                  <a16:creationId xmlns:a16="http://schemas.microsoft.com/office/drawing/2014/main" id="{7C88D4B3-F7CA-3681-AF11-93556302D01F}"/>
                </a:ext>
              </a:extLst>
            </p:cNvPr>
            <p:cNvSpPr txBox="1"/>
            <p:nvPr/>
          </p:nvSpPr>
          <p:spPr>
            <a:xfrm>
              <a:off x="5533070" y="3486687"/>
              <a:ext cx="1419600" cy="5522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TW" altLang="en-US" sz="1200" spc="50" dirty="0">
                  <a:solidFill>
                    <a:schemeClr val="tx2"/>
                  </a:solidFill>
                </a:rPr>
                <a:t>主體、</a:t>
              </a:r>
              <a:r>
                <a:rPr lang="en-US" altLang="zh-TW" sz="1200" spc="50" dirty="0">
                  <a:solidFill>
                    <a:schemeClr val="tx2"/>
                  </a:solidFill>
                </a:rPr>
                <a:t>L </a:t>
              </a:r>
              <a:r>
                <a:rPr lang="zh-TW" altLang="en-US" sz="1200" spc="50" dirty="0">
                  <a:solidFill>
                    <a:schemeClr val="tx2"/>
                  </a:solidFill>
                </a:rPr>
                <a:t>型拆分為上下半模組</a:t>
              </a:r>
              <a:endParaRPr lang="en-ID" sz="1200" spc="5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09" name="群組 108">
            <a:extLst>
              <a:ext uri="{FF2B5EF4-FFF2-40B4-BE49-F238E27FC236}">
                <a16:creationId xmlns:a16="http://schemas.microsoft.com/office/drawing/2014/main" id="{196FFAA5-F5BF-CE86-E98B-EF60FE686E73}"/>
              </a:ext>
            </a:extLst>
          </p:cNvPr>
          <p:cNvGrpSpPr/>
          <p:nvPr/>
        </p:nvGrpSpPr>
        <p:grpSpPr>
          <a:xfrm>
            <a:off x="3773002" y="2507814"/>
            <a:ext cx="1760067" cy="2061860"/>
            <a:chOff x="3773002" y="2507814"/>
            <a:chExt cx="1760067" cy="2061860"/>
          </a:xfrm>
        </p:grpSpPr>
        <p:sp>
          <p:nvSpPr>
            <p:cNvPr id="81" name="Arrow: Chevron 8">
              <a:extLst>
                <a:ext uri="{FF2B5EF4-FFF2-40B4-BE49-F238E27FC236}">
                  <a16:creationId xmlns:a16="http://schemas.microsoft.com/office/drawing/2014/main" id="{F4102741-4B62-5DB3-4188-2B77D42C8CEA}"/>
                </a:ext>
              </a:extLst>
            </p:cNvPr>
            <p:cNvSpPr/>
            <p:nvPr/>
          </p:nvSpPr>
          <p:spPr>
            <a:xfrm>
              <a:off x="3773002" y="2507814"/>
              <a:ext cx="1631884" cy="2061860"/>
            </a:xfrm>
            <a:prstGeom prst="chevron">
              <a:avLst>
                <a:gd name="adj" fmla="val 16604"/>
              </a:avLst>
            </a:pr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TextBox 55">
              <a:extLst>
                <a:ext uri="{FF2B5EF4-FFF2-40B4-BE49-F238E27FC236}">
                  <a16:creationId xmlns:a16="http://schemas.microsoft.com/office/drawing/2014/main" id="{CFFD31C1-94EE-1A9A-73C8-AE6E555DCF69}"/>
                </a:ext>
              </a:extLst>
            </p:cNvPr>
            <p:cNvSpPr txBox="1"/>
            <p:nvPr/>
          </p:nvSpPr>
          <p:spPr>
            <a:xfrm>
              <a:off x="4026014" y="3094522"/>
              <a:ext cx="14196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zh-TW" altLang="en-US" sz="1600" b="1" spc="50" dirty="0">
                  <a:solidFill>
                    <a:schemeClr val="accent4"/>
                  </a:solidFill>
                </a:rPr>
                <a:t>結構減重</a:t>
              </a:r>
              <a:endParaRPr lang="en-US" sz="1600" b="1" spc="50" dirty="0">
                <a:solidFill>
                  <a:schemeClr val="accent4"/>
                </a:solidFill>
              </a:endParaRPr>
            </a:p>
          </p:txBody>
        </p:sp>
        <p:sp>
          <p:nvSpPr>
            <p:cNvPr id="98" name="TextBox 56">
              <a:extLst>
                <a:ext uri="{FF2B5EF4-FFF2-40B4-BE49-F238E27FC236}">
                  <a16:creationId xmlns:a16="http://schemas.microsoft.com/office/drawing/2014/main" id="{697F0166-93C8-3513-EEAA-F3E46E838A47}"/>
                </a:ext>
              </a:extLst>
            </p:cNvPr>
            <p:cNvSpPr txBox="1"/>
            <p:nvPr/>
          </p:nvSpPr>
          <p:spPr>
            <a:xfrm>
              <a:off x="4026015" y="3486687"/>
              <a:ext cx="1507054" cy="5522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TW" altLang="en-US" sz="1200" spc="50" dirty="0">
                  <a:solidFill>
                    <a:schemeClr val="accent4"/>
                  </a:solidFill>
                </a:rPr>
                <a:t>主體改蜂窩結構，移除脆弱支架</a:t>
              </a:r>
              <a:endParaRPr lang="en-ID" sz="1200" spc="50" dirty="0">
                <a:solidFill>
                  <a:schemeClr val="accent4"/>
                </a:solidFill>
              </a:endParaRPr>
            </a:p>
          </p:txBody>
        </p:sp>
      </p:grpSp>
      <p:grpSp>
        <p:nvGrpSpPr>
          <p:cNvPr id="108" name="群組 107">
            <a:extLst>
              <a:ext uri="{FF2B5EF4-FFF2-40B4-BE49-F238E27FC236}">
                <a16:creationId xmlns:a16="http://schemas.microsoft.com/office/drawing/2014/main" id="{EE8A966B-E277-03B2-0CD3-38A8B2C66296}"/>
              </a:ext>
            </a:extLst>
          </p:cNvPr>
          <p:cNvGrpSpPr/>
          <p:nvPr/>
        </p:nvGrpSpPr>
        <p:grpSpPr>
          <a:xfrm>
            <a:off x="2265947" y="2507814"/>
            <a:ext cx="1672116" cy="2061860"/>
            <a:chOff x="2265947" y="2507814"/>
            <a:chExt cx="1672116" cy="2061860"/>
          </a:xfrm>
        </p:grpSpPr>
        <p:sp>
          <p:nvSpPr>
            <p:cNvPr id="76" name="Arrow: Chevron 8">
              <a:extLst>
                <a:ext uri="{FF2B5EF4-FFF2-40B4-BE49-F238E27FC236}">
                  <a16:creationId xmlns:a16="http://schemas.microsoft.com/office/drawing/2014/main" id="{4E18E8F8-4494-2B19-56D2-DB0DA4719880}"/>
                </a:ext>
              </a:extLst>
            </p:cNvPr>
            <p:cNvSpPr/>
            <p:nvPr/>
          </p:nvSpPr>
          <p:spPr>
            <a:xfrm>
              <a:off x="2265947" y="2507814"/>
              <a:ext cx="1631884" cy="2061860"/>
            </a:xfrm>
            <a:prstGeom prst="chevron">
              <a:avLst>
                <a:gd name="adj" fmla="val 16604"/>
              </a:avLst>
            </a:pr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TextBox 55">
              <a:extLst>
                <a:ext uri="{FF2B5EF4-FFF2-40B4-BE49-F238E27FC236}">
                  <a16:creationId xmlns:a16="http://schemas.microsoft.com/office/drawing/2014/main" id="{8BCED928-84AD-DC69-5064-705D69BDB834}"/>
                </a:ext>
              </a:extLst>
            </p:cNvPr>
            <p:cNvSpPr txBox="1"/>
            <p:nvPr/>
          </p:nvSpPr>
          <p:spPr>
            <a:xfrm>
              <a:off x="2518462" y="3094522"/>
              <a:ext cx="14196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zh-TW" altLang="en-US" sz="1600" b="1" spc="50" dirty="0">
                  <a:solidFill>
                    <a:schemeClr val="accent6"/>
                  </a:solidFill>
                </a:rPr>
                <a:t>傳動初成</a:t>
              </a:r>
              <a:endParaRPr lang="en-US" sz="1600" b="1" spc="50" dirty="0">
                <a:solidFill>
                  <a:schemeClr val="accent6"/>
                </a:solidFill>
              </a:endParaRPr>
            </a:p>
          </p:txBody>
        </p:sp>
        <p:sp>
          <p:nvSpPr>
            <p:cNvPr id="96" name="TextBox 56">
              <a:extLst>
                <a:ext uri="{FF2B5EF4-FFF2-40B4-BE49-F238E27FC236}">
                  <a16:creationId xmlns:a16="http://schemas.microsoft.com/office/drawing/2014/main" id="{1E4CE522-DC2C-8C89-D933-D8ECC851C082}"/>
                </a:ext>
              </a:extLst>
            </p:cNvPr>
            <p:cNvSpPr txBox="1"/>
            <p:nvPr/>
          </p:nvSpPr>
          <p:spPr>
            <a:xfrm>
              <a:off x="2518463" y="3486687"/>
              <a:ext cx="1419600" cy="5522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TW" altLang="en-US" sz="1200" spc="50" dirty="0">
                  <a:solidFill>
                    <a:schemeClr val="tx2"/>
                  </a:solidFill>
                </a:rPr>
                <a:t>新增齒輪齒條、直角修圓角</a:t>
              </a:r>
              <a:endParaRPr lang="en-ID" sz="1200" spc="5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07" name="群組 106">
            <a:extLst>
              <a:ext uri="{FF2B5EF4-FFF2-40B4-BE49-F238E27FC236}">
                <a16:creationId xmlns:a16="http://schemas.microsoft.com/office/drawing/2014/main" id="{B2CBFB63-0F8A-014D-8B4F-3EF9FD15C9AF}"/>
              </a:ext>
            </a:extLst>
          </p:cNvPr>
          <p:cNvGrpSpPr/>
          <p:nvPr/>
        </p:nvGrpSpPr>
        <p:grpSpPr>
          <a:xfrm>
            <a:off x="758892" y="2507814"/>
            <a:ext cx="1672116" cy="2061860"/>
            <a:chOff x="758892" y="2507814"/>
            <a:chExt cx="1672116" cy="2061860"/>
          </a:xfrm>
        </p:grpSpPr>
        <p:sp>
          <p:nvSpPr>
            <p:cNvPr id="11" name="Arrow: Chevron 8">
              <a:extLst>
                <a:ext uri="{FF2B5EF4-FFF2-40B4-BE49-F238E27FC236}">
                  <a16:creationId xmlns:a16="http://schemas.microsoft.com/office/drawing/2014/main" id="{49E7A21C-B1BB-DDF5-D078-B8E9E9D0ED72}"/>
                </a:ext>
              </a:extLst>
            </p:cNvPr>
            <p:cNvSpPr/>
            <p:nvPr/>
          </p:nvSpPr>
          <p:spPr>
            <a:xfrm>
              <a:off x="758892" y="2507814"/>
              <a:ext cx="1631884" cy="2061860"/>
            </a:xfrm>
            <a:prstGeom prst="chevron">
              <a:avLst>
                <a:gd name="adj" fmla="val 16604"/>
              </a:avLst>
            </a:pr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TextBox 55">
              <a:extLst>
                <a:ext uri="{FF2B5EF4-FFF2-40B4-BE49-F238E27FC236}">
                  <a16:creationId xmlns:a16="http://schemas.microsoft.com/office/drawing/2014/main" id="{382AF49F-4823-2AE0-B9C4-AB742450BD00}"/>
                </a:ext>
              </a:extLst>
            </p:cNvPr>
            <p:cNvSpPr txBox="1"/>
            <p:nvPr/>
          </p:nvSpPr>
          <p:spPr>
            <a:xfrm>
              <a:off x="1011407" y="3094522"/>
              <a:ext cx="14196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zh-TW" altLang="en-US" sz="1600" b="1" spc="50" dirty="0">
                  <a:solidFill>
                    <a:schemeClr val="accent6"/>
                  </a:solidFill>
                </a:rPr>
                <a:t>概念定義</a:t>
              </a:r>
              <a:endParaRPr lang="en-US" sz="1600" b="1" spc="50" dirty="0">
                <a:solidFill>
                  <a:schemeClr val="accent6"/>
                </a:solidFill>
              </a:endParaRPr>
            </a:p>
          </p:txBody>
        </p:sp>
        <p:sp>
          <p:nvSpPr>
            <p:cNvPr id="93" name="TextBox 56">
              <a:extLst>
                <a:ext uri="{FF2B5EF4-FFF2-40B4-BE49-F238E27FC236}">
                  <a16:creationId xmlns:a16="http://schemas.microsoft.com/office/drawing/2014/main" id="{CBBD9CE8-7B3D-0F61-8696-3453D08FE988}"/>
                </a:ext>
              </a:extLst>
            </p:cNvPr>
            <p:cNvSpPr txBox="1"/>
            <p:nvPr/>
          </p:nvSpPr>
          <p:spPr>
            <a:xfrm>
              <a:off x="1011408" y="3486687"/>
              <a:ext cx="1419600" cy="5522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TW" altLang="en-US" sz="1200" spc="50" dirty="0">
                  <a:solidFill>
                    <a:schemeClr val="tx2"/>
                  </a:solidFill>
                </a:rPr>
                <a:t>滑軌造價過高，</a:t>
              </a:r>
              <a:endParaRPr lang="en-US" altLang="zh-TW" sz="1200" spc="50" dirty="0">
                <a:solidFill>
                  <a:schemeClr val="tx2"/>
                </a:solidFill>
              </a:endParaRPr>
            </a:p>
            <a:p>
              <a:pPr>
                <a:lnSpc>
                  <a:spcPct val="130000"/>
                </a:lnSpc>
              </a:pPr>
              <a:r>
                <a:rPr lang="zh-TW" altLang="en-US" sz="1200" spc="50" dirty="0">
                  <a:solidFill>
                    <a:schemeClr val="tx2"/>
                  </a:solidFill>
                </a:rPr>
                <a:t>改採 </a:t>
              </a:r>
              <a:r>
                <a:rPr lang="en-US" altLang="zh-TW" sz="1200" spc="50" dirty="0">
                  <a:solidFill>
                    <a:schemeClr val="tx2"/>
                  </a:solidFill>
                </a:rPr>
                <a:t>L </a:t>
              </a:r>
              <a:r>
                <a:rPr lang="zh-TW" altLang="en-US" sz="1200" spc="50" dirty="0">
                  <a:solidFill>
                    <a:schemeClr val="tx2"/>
                  </a:solidFill>
                </a:rPr>
                <a:t>型推書</a:t>
              </a:r>
              <a:endParaRPr lang="en-ID" sz="1200" spc="50" dirty="0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4900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accel="22000" decel="78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4" accel="22000" decel="78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22000" decel="78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22000" decel="78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22000" decel="78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22000" decel="78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22000" decel="78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  <p:bldP spid="53" grpId="0" animBg="1"/>
      <p:bldP spid="56" grpId="0"/>
      <p:bldP spid="82" grpId="0" animBg="1"/>
      <p:bldP spid="83" grpId="0" animBg="1"/>
      <p:bldP spid="84" grpId="0" animBg="1"/>
      <p:bldP spid="85" grpId="0" animBg="1"/>
      <p:bldP spid="86" grpId="0"/>
      <p:bldP spid="87" grpId="0"/>
      <p:bldP spid="88" grpId="0"/>
      <p:bldP spid="89" grpId="0"/>
      <p:bldP spid="90" grpId="0"/>
      <p:bldP spid="9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90">
          <a:fgClr>
            <a:schemeClr val="accent1"/>
          </a:fgClr>
          <a:bgClr>
            <a:schemeClr val="accent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0DA475-668B-0A49-7E75-6199BA755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字方塊 28">
            <a:extLst>
              <a:ext uri="{FF2B5EF4-FFF2-40B4-BE49-F238E27FC236}">
                <a16:creationId xmlns:a16="http://schemas.microsoft.com/office/drawing/2014/main" id="{20A3E3CB-89B1-8FB8-4AA0-635D5AC3D6C9}"/>
              </a:ext>
            </a:extLst>
          </p:cNvPr>
          <p:cNvSpPr txBox="1"/>
          <p:nvPr/>
        </p:nvSpPr>
        <p:spPr>
          <a:xfrm>
            <a:off x="981143" y="1814922"/>
            <a:ext cx="469394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0" b="1" spc="100" dirty="0">
                <a:gradFill flip="none" rotWithShape="1">
                  <a:gsLst>
                    <a:gs pos="35000">
                      <a:schemeClr val="accent2"/>
                    </a:gs>
                    <a:gs pos="77000">
                      <a:schemeClr val="accent1"/>
                    </a:gs>
                  </a:gsLst>
                  <a:lin ang="5400000" scaled="1"/>
                  <a:tileRect/>
                </a:gradFill>
              </a:rPr>
              <a:t>06</a:t>
            </a:r>
            <a:endParaRPr lang="zh-TW" altLang="en-US" sz="20000" b="1" spc="100" dirty="0">
              <a:gradFill flip="none" rotWithShape="1">
                <a:gsLst>
                  <a:gs pos="35000">
                    <a:schemeClr val="accent2"/>
                  </a:gs>
                  <a:gs pos="77000">
                    <a:schemeClr val="accent1"/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81E1EABE-CF3F-435D-F316-B15870664EB8}"/>
              </a:ext>
            </a:extLst>
          </p:cNvPr>
          <p:cNvSpPr txBox="1"/>
          <p:nvPr/>
        </p:nvSpPr>
        <p:spPr>
          <a:xfrm>
            <a:off x="1132114" y="4028981"/>
            <a:ext cx="94342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6000" b="1" spc="250" dirty="0">
                <a:solidFill>
                  <a:schemeClr val="bg1"/>
                </a:solidFill>
                <a:latin typeface="+mj-ea"/>
                <a:ea typeface="+mj-ea"/>
              </a:rPr>
              <a:t>永續發展與後續規劃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20CFC9AB-F211-E047-5922-B1D0113763D7}"/>
              </a:ext>
            </a:extLst>
          </p:cNvPr>
          <p:cNvSpPr txBox="1"/>
          <p:nvPr/>
        </p:nvSpPr>
        <p:spPr>
          <a:xfrm>
            <a:off x="1132114" y="5273745"/>
            <a:ext cx="3294467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報告人</a:t>
            </a:r>
            <a:r>
              <a:rPr lang="zh-TW" altLang="en-US" sz="2800" b="1" spc="100" dirty="0">
                <a:solidFill>
                  <a:srgbClr val="F8FAFB"/>
                </a:solidFill>
                <a:latin typeface="+mj-ea"/>
                <a:ea typeface="+mj-ea"/>
              </a:rPr>
              <a:t>｜</a:t>
            </a:r>
            <a:r>
              <a:rPr lang="zh-TW" altLang="en-US" sz="2800" spc="100" dirty="0">
                <a:solidFill>
                  <a:srgbClr val="F8FAFB"/>
                </a:solidFill>
                <a:latin typeface="Noto Sans TC Medium" panose="020B0200000000000000" pitchFamily="34" charset="-120"/>
                <a:ea typeface="Noto Sans TC Medium" panose="020B0200000000000000" pitchFamily="34" charset="-120"/>
              </a:rPr>
              <a:t>許凱俊</a:t>
            </a:r>
            <a:endParaRPr lang="en-US" altLang="zh-TW" sz="2800" spc="100" dirty="0">
              <a:solidFill>
                <a:srgbClr val="F8FAFB"/>
              </a:solidFill>
              <a:latin typeface="Noto Sans TC Medium" panose="020B0200000000000000" pitchFamily="34" charset="-120"/>
              <a:ea typeface="Noto Sans TC Medium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98345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7384 L 0 -3.7037E-6 " pathEditMode="relative" rAng="0" ptsTypes="AA">
                                      <p:cBhvr>
                                        <p:cTn id="14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681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8" grpId="0"/>
      <p:bldP spid="28" grpId="1"/>
      <p:bldP spid="3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AEF4BA-6EA2-ECE2-7AC7-1E9AA3422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E9F90BE5-7270-8EC7-DA7E-AA4220CD1A6D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B763C5F2-D101-84AE-6CF6-548316279030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永續發展指標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129F963-6779-68D2-9BCD-076BAF86BDA6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UN SDGs ALIGNMENT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grpSp>
        <p:nvGrpSpPr>
          <p:cNvPr id="10" name="群組 9" hidden="1">
            <a:extLst>
              <a:ext uri="{FF2B5EF4-FFF2-40B4-BE49-F238E27FC236}">
                <a16:creationId xmlns:a16="http://schemas.microsoft.com/office/drawing/2014/main" id="{DDA4FD2B-ECB3-45D3-6F31-1E53D489CFA4}"/>
              </a:ext>
            </a:extLst>
          </p:cNvPr>
          <p:cNvGrpSpPr>
            <a:grpSpLocks/>
          </p:cNvGrpSpPr>
          <p:nvPr/>
        </p:nvGrpSpPr>
        <p:grpSpPr>
          <a:xfrm>
            <a:off x="-2314406" y="1493035"/>
            <a:ext cx="15634623" cy="3486974"/>
            <a:chOff x="-4145404" y="2233701"/>
            <a:chExt cx="23832115" cy="5315251"/>
          </a:xfrm>
        </p:grpSpPr>
        <p:sp>
          <p:nvSpPr>
            <p:cNvPr id="2" name="Freeform 3">
              <a:extLst>
                <a:ext uri="{FF2B5EF4-FFF2-40B4-BE49-F238E27FC236}">
                  <a16:creationId xmlns:a16="http://schemas.microsoft.com/office/drawing/2014/main" id="{E83B309F-4692-50DA-610D-CD424875A92B}"/>
                </a:ext>
              </a:extLst>
            </p:cNvPr>
            <p:cNvSpPr>
              <a:spLocks/>
            </p:cNvSpPr>
            <p:nvPr/>
          </p:nvSpPr>
          <p:spPr>
            <a:xfrm>
              <a:off x="3201935" y="5438146"/>
              <a:ext cx="6664269" cy="1892339"/>
            </a:xfrm>
            <a:custGeom>
              <a:avLst/>
              <a:gdLst/>
              <a:ahLst/>
              <a:cxnLst/>
              <a:rect l="l" t="t" r="r" b="b"/>
              <a:pathLst>
                <a:path w="6664269" h="1892339">
                  <a:moveTo>
                    <a:pt x="0" y="1586627"/>
                  </a:moveTo>
                  <a:quadBezTo>
                    <a:pt x="3774874" y="2652938"/>
                    <a:pt x="6664270" y="0"/>
                  </a:quadBezTo>
                </a:path>
              </a:pathLst>
            </a:custGeom>
            <a:ln w="101600" cap="flat">
              <a:gradFill>
                <a:gsLst>
                  <a:gs pos="0">
                    <a:srgbClr val="62818F">
                      <a:alpha val="100000"/>
                    </a:srgbClr>
                  </a:gs>
                  <a:gs pos="50000">
                    <a:srgbClr val="597684">
                      <a:alpha val="100000"/>
                    </a:srgbClr>
                  </a:gs>
                  <a:gs pos="100000">
                    <a:srgbClr val="4A6572">
                      <a:alpha val="100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" name="Freeform 4">
              <a:extLst>
                <a:ext uri="{FF2B5EF4-FFF2-40B4-BE49-F238E27FC236}">
                  <a16:creationId xmlns:a16="http://schemas.microsoft.com/office/drawing/2014/main" id="{F5CCA562-D26C-903F-ADAE-E22BA20593AD}"/>
                </a:ext>
              </a:extLst>
            </p:cNvPr>
            <p:cNvSpPr>
              <a:spLocks/>
            </p:cNvSpPr>
            <p:nvPr/>
          </p:nvSpPr>
          <p:spPr>
            <a:xfrm>
              <a:off x="15959986" y="2233701"/>
              <a:ext cx="3726725" cy="1662386"/>
            </a:xfrm>
            <a:custGeom>
              <a:avLst/>
              <a:gdLst/>
              <a:ahLst/>
              <a:cxnLst/>
              <a:rect l="l" t="t" r="r" b="b"/>
              <a:pathLst>
                <a:path w="3726725" h="1662386">
                  <a:moveTo>
                    <a:pt x="0" y="1513728"/>
                  </a:moveTo>
                  <a:quadBezTo>
                    <a:pt x="2585912" y="2159503"/>
                    <a:pt x="3726725" y="0"/>
                  </a:quadBezTo>
                </a:path>
              </a:pathLst>
            </a:custGeom>
            <a:ln w="101600" cap="flat">
              <a:gradFill>
                <a:gsLst>
                  <a:gs pos="0">
                    <a:srgbClr val="4A6572">
                      <a:alpha val="100000"/>
                    </a:srgbClr>
                  </a:gs>
                  <a:gs pos="50000">
                    <a:srgbClr val="4A6572">
                      <a:alpha val="0"/>
                    </a:srgbClr>
                  </a:gs>
                  <a:gs pos="100000">
                    <a:srgbClr val="4A6572">
                      <a:alpha val="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49BB2DA2-9375-4BB8-E484-CC0851FA2F1B}"/>
                </a:ext>
              </a:extLst>
            </p:cNvPr>
            <p:cNvSpPr>
              <a:spLocks/>
            </p:cNvSpPr>
            <p:nvPr/>
          </p:nvSpPr>
          <p:spPr>
            <a:xfrm>
              <a:off x="-4145404" y="6485915"/>
              <a:ext cx="7357101" cy="1063037"/>
            </a:xfrm>
            <a:custGeom>
              <a:avLst/>
              <a:gdLst/>
              <a:ahLst/>
              <a:cxnLst/>
              <a:rect l="l" t="t" r="r" b="b"/>
              <a:pathLst>
                <a:path w="7357101" h="1063037">
                  <a:moveTo>
                    <a:pt x="7357100" y="540033"/>
                  </a:moveTo>
                  <a:quadBezTo>
                    <a:pt x="3044193" y="-757678"/>
                    <a:pt x="0" y="1063037"/>
                  </a:quadBezTo>
                </a:path>
              </a:pathLst>
            </a:custGeom>
            <a:ln w="101600" cap="flat">
              <a:gradFill>
                <a:gsLst>
                  <a:gs pos="100000">
                    <a:srgbClr val="607D8B">
                      <a:alpha val="100000"/>
                    </a:srgbClr>
                  </a:gs>
                  <a:gs pos="50000">
                    <a:srgbClr val="607D8B">
                      <a:alpha val="0"/>
                    </a:srgbClr>
                  </a:gs>
                  <a:gs pos="0">
                    <a:srgbClr val="607D8B">
                      <a:alpha val="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7715AAD-163C-8AC3-100D-9319186A9A0B}"/>
                </a:ext>
              </a:extLst>
            </p:cNvPr>
            <p:cNvSpPr>
              <a:spLocks/>
            </p:cNvSpPr>
            <p:nvPr/>
          </p:nvSpPr>
          <p:spPr>
            <a:xfrm>
              <a:off x="9859352" y="3464142"/>
              <a:ext cx="6104220" cy="1986082"/>
            </a:xfrm>
            <a:custGeom>
              <a:avLst/>
              <a:gdLst/>
              <a:ahLst/>
              <a:cxnLst/>
              <a:rect l="l" t="t" r="r" b="b"/>
              <a:pathLst>
                <a:path w="6104220" h="1986082">
                  <a:moveTo>
                    <a:pt x="6104221" y="280044"/>
                  </a:moveTo>
                  <a:quadBezTo>
                    <a:pt x="2527002" y="-745781"/>
                    <a:pt x="0" y="1986082"/>
                  </a:quadBezTo>
                </a:path>
              </a:pathLst>
            </a:custGeom>
            <a:ln w="101600" cap="flat">
              <a:solidFill>
                <a:srgbClr val="4A6572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2562984-C167-9F00-54A0-EA793723B6F5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32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3" name="Circle: Hollow 66">
            <a:extLst>
              <a:ext uri="{FF2B5EF4-FFF2-40B4-BE49-F238E27FC236}">
                <a16:creationId xmlns:a16="http://schemas.microsoft.com/office/drawing/2014/main" id="{34619202-7613-23AC-D41F-E726D5A4861B}"/>
              </a:ext>
            </a:extLst>
          </p:cNvPr>
          <p:cNvSpPr/>
          <p:nvPr/>
        </p:nvSpPr>
        <p:spPr>
          <a:xfrm>
            <a:off x="2827685" y="2063469"/>
            <a:ext cx="6536632" cy="6536630"/>
          </a:xfrm>
          <a:prstGeom prst="donut">
            <a:avLst>
              <a:gd name="adj" fmla="val 36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3D Model 67" descr="The Earth">
                <a:extLst>
                  <a:ext uri="{FF2B5EF4-FFF2-40B4-BE49-F238E27FC236}">
                    <a16:creationId xmlns:a16="http://schemas.microsoft.com/office/drawing/2014/main" id="{8A9D2F0F-D674-2C5F-EEDC-283748BED21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24625657"/>
                  </p:ext>
                </p:extLst>
              </p:nvPr>
            </p:nvGraphicFramePr>
            <p:xfrm>
              <a:off x="3768531" y="2966237"/>
              <a:ext cx="4654932" cy="4731085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4654932" cy="4731085"/>
                    </a:xfrm>
                    <a:prstGeom prst="rect">
                      <a:avLst/>
                    </a:prstGeom>
                  </am3d:spPr>
                  <am3d:camera>
                    <am3d:pos x="0" y="0" z="8051630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4920067" d="1000000"/>
                    <am3d:preTrans dx="19744" dy="-17995985" dz="103"/>
                    <am3d:scale>
                      <am3d:sx n="1000000" d="1000000"/>
                      <am3d:sy n="1000000" d="1000000"/>
                      <am3d:sz n="1000000" d="1000000"/>
                    </am3d:scale>
                    <am3d:rot ay="540000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831033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3D Model 67" descr="The Earth">
                <a:extLst>
                  <a:ext uri="{FF2B5EF4-FFF2-40B4-BE49-F238E27FC236}">
                    <a16:creationId xmlns:a16="http://schemas.microsoft.com/office/drawing/2014/main" id="{8A9D2F0F-D674-2C5F-EEDC-283748BED21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68531" y="2966237"/>
                <a:ext cx="4654932" cy="4731085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">
            <a:extLst>
              <a:ext uri="{FF2B5EF4-FFF2-40B4-BE49-F238E27FC236}">
                <a16:creationId xmlns:a16="http://schemas.microsoft.com/office/drawing/2014/main" id="{C78F015E-5341-1CF1-2D85-84BE5CDFF0A9}"/>
              </a:ext>
            </a:extLst>
          </p:cNvPr>
          <p:cNvGrpSpPr/>
          <p:nvPr/>
        </p:nvGrpSpPr>
        <p:grpSpPr>
          <a:xfrm>
            <a:off x="1938323" y="2248983"/>
            <a:ext cx="1302574" cy="1418582"/>
            <a:chOff x="1938323" y="2248983"/>
            <a:chExt cx="1302574" cy="1418582"/>
          </a:xfrm>
        </p:grpSpPr>
        <p:sp>
          <p:nvSpPr>
            <p:cNvPr id="18" name="Graphic 18">
              <a:extLst>
                <a:ext uri="{FF2B5EF4-FFF2-40B4-BE49-F238E27FC236}">
                  <a16:creationId xmlns:a16="http://schemas.microsoft.com/office/drawing/2014/main" id="{6228D6FF-15B1-A868-4315-8912B075C34B}"/>
                </a:ext>
              </a:extLst>
            </p:cNvPr>
            <p:cNvSpPr/>
            <p:nvPr/>
          </p:nvSpPr>
          <p:spPr>
            <a:xfrm>
              <a:off x="1938323" y="2248983"/>
              <a:ext cx="1302574" cy="141858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15000">
                  <a:srgbClr val="FEBD6E"/>
                </a:gs>
                <a:gs pos="75000">
                  <a:srgbClr val="FD9D24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pPr algn="ctr"/>
              <a:r>
                <a:rPr lang="en-US" sz="9000" b="1" dirty="0">
                  <a:solidFill>
                    <a:schemeClr val="bg1">
                      <a:alpha val="15000"/>
                    </a:schemeClr>
                  </a:solidFill>
                  <a:latin typeface="+mj-lt"/>
                </a:rPr>
                <a:t>11</a:t>
              </a:r>
            </a:p>
          </p:txBody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F6F59456-21BD-CA2D-FD31-9AD0157F8FA3}"/>
                </a:ext>
              </a:extLst>
            </p:cNvPr>
            <p:cNvSpPr txBox="1"/>
            <p:nvPr/>
          </p:nvSpPr>
          <p:spPr>
            <a:xfrm flipH="1">
              <a:off x="2001701" y="2635109"/>
              <a:ext cx="117581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b="1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+mj-lt"/>
                  <a:cs typeface="Poppins" panose="00000500000000000000" pitchFamily="2" charset="0"/>
                </a:rPr>
                <a:t>永續城市與社區</a:t>
              </a:r>
              <a:endParaRPr lang="en-US" sz="12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cs typeface="Poppins" panose="00000500000000000000" pitchFamily="2" charset="0"/>
              </a:endParaRPr>
            </a:p>
          </p:txBody>
        </p:sp>
      </p:grpSp>
      <p:grpSp>
        <p:nvGrpSpPr>
          <p:cNvPr id="28" name="Group 5">
            <a:extLst>
              <a:ext uri="{FF2B5EF4-FFF2-40B4-BE49-F238E27FC236}">
                <a16:creationId xmlns:a16="http://schemas.microsoft.com/office/drawing/2014/main" id="{92BD26F3-9DFB-D01B-AC50-A9C540E11B9E}"/>
              </a:ext>
            </a:extLst>
          </p:cNvPr>
          <p:cNvGrpSpPr/>
          <p:nvPr/>
        </p:nvGrpSpPr>
        <p:grpSpPr>
          <a:xfrm>
            <a:off x="2144104" y="4482526"/>
            <a:ext cx="1302574" cy="1418582"/>
            <a:chOff x="2144104" y="4482526"/>
            <a:chExt cx="1302574" cy="1418582"/>
          </a:xfrm>
        </p:grpSpPr>
        <p:sp>
          <p:nvSpPr>
            <p:cNvPr id="29" name="Graphic 18">
              <a:extLst>
                <a:ext uri="{FF2B5EF4-FFF2-40B4-BE49-F238E27FC236}">
                  <a16:creationId xmlns:a16="http://schemas.microsoft.com/office/drawing/2014/main" id="{E3E15003-0E4D-F9AB-107C-CE9C9BD82955}"/>
                </a:ext>
              </a:extLst>
            </p:cNvPr>
            <p:cNvSpPr/>
            <p:nvPr/>
          </p:nvSpPr>
          <p:spPr>
            <a:xfrm>
              <a:off x="2144104" y="4482526"/>
              <a:ext cx="1302574" cy="141858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>
              <a:gsLst>
                <a:gs pos="15000">
                  <a:srgbClr val="EA6070"/>
                </a:gs>
                <a:gs pos="75000">
                  <a:srgbClr val="C31A2D"/>
                </a:gs>
              </a:gsLst>
              <a:path path="circle">
                <a:fillToRect l="100000" t="100000"/>
              </a:path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2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pPr algn="ctr"/>
              <a:r>
                <a:rPr lang="en-US" sz="9600" b="1" dirty="0">
                  <a:solidFill>
                    <a:schemeClr val="bg1">
                      <a:alpha val="15000"/>
                    </a:schemeClr>
                  </a:solidFill>
                </a:rPr>
                <a:t>4</a:t>
              </a:r>
            </a:p>
          </p:txBody>
        </p:sp>
        <p:sp>
          <p:nvSpPr>
            <p:cNvPr id="30" name="TextBox 11">
              <a:extLst>
                <a:ext uri="{FF2B5EF4-FFF2-40B4-BE49-F238E27FC236}">
                  <a16:creationId xmlns:a16="http://schemas.microsoft.com/office/drawing/2014/main" id="{2FB29B04-001D-F864-A982-FFFEC4336FFC}"/>
                </a:ext>
              </a:extLst>
            </p:cNvPr>
            <p:cNvSpPr txBox="1"/>
            <p:nvPr/>
          </p:nvSpPr>
          <p:spPr>
            <a:xfrm flipH="1">
              <a:off x="2207482" y="5007151"/>
              <a:ext cx="11758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b="1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+mj-lt"/>
                  <a:cs typeface="Poppins" panose="00000500000000000000" pitchFamily="2" charset="0"/>
                </a:rPr>
                <a:t>優質教育</a:t>
              </a:r>
              <a:endParaRPr lang="en-US" sz="12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cs typeface="Poppins" panose="00000500000000000000" pitchFamily="2" charset="0"/>
              </a:endParaRPr>
            </a:p>
          </p:txBody>
        </p:sp>
      </p:grpSp>
      <p:grpSp>
        <p:nvGrpSpPr>
          <p:cNvPr id="31" name="Group 6">
            <a:extLst>
              <a:ext uri="{FF2B5EF4-FFF2-40B4-BE49-F238E27FC236}">
                <a16:creationId xmlns:a16="http://schemas.microsoft.com/office/drawing/2014/main" id="{98651BE1-8D61-31B6-3202-6A3419891DD0}"/>
              </a:ext>
            </a:extLst>
          </p:cNvPr>
          <p:cNvGrpSpPr/>
          <p:nvPr/>
        </p:nvGrpSpPr>
        <p:grpSpPr>
          <a:xfrm>
            <a:off x="8642361" y="3302429"/>
            <a:ext cx="1302574" cy="1418582"/>
            <a:chOff x="8642361" y="3302429"/>
            <a:chExt cx="1302574" cy="1418582"/>
          </a:xfrm>
        </p:grpSpPr>
        <p:sp>
          <p:nvSpPr>
            <p:cNvPr id="32" name="Graphic 18">
              <a:extLst>
                <a:ext uri="{FF2B5EF4-FFF2-40B4-BE49-F238E27FC236}">
                  <a16:creationId xmlns:a16="http://schemas.microsoft.com/office/drawing/2014/main" id="{E22BE619-1EAD-3E8B-7DA1-8DAF14D1E6A7}"/>
                </a:ext>
              </a:extLst>
            </p:cNvPr>
            <p:cNvSpPr/>
            <p:nvPr/>
          </p:nvSpPr>
          <p:spPr>
            <a:xfrm>
              <a:off x="8642361" y="3302429"/>
              <a:ext cx="1302574" cy="1418582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gradFill flip="none" rotWithShape="1">
              <a:gsLst>
                <a:gs pos="15000">
                  <a:srgbClr val="D9B169"/>
                </a:gs>
                <a:gs pos="75000">
                  <a:srgbClr val="BE8B30"/>
                </a:gs>
              </a:gsLst>
              <a:path path="circle">
                <a:fillToRect l="100000" t="100000"/>
              </a:path>
              <a:tileRect r="-100000" b="-100000"/>
            </a:gra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lIns="0" tIns="0" rIns="0" bIns="0" rtlCol="0" anchor="ctr"/>
            <a:lstStyle/>
            <a:p>
              <a:pPr algn="ctr"/>
              <a:r>
                <a:rPr lang="en-US" sz="8500" b="1">
                  <a:solidFill>
                    <a:schemeClr val="bg1">
                      <a:alpha val="15000"/>
                    </a:schemeClr>
                  </a:solidFill>
                  <a:latin typeface="+mj-lt"/>
                </a:rPr>
                <a:t>12</a:t>
              </a:r>
              <a:endParaRPr lang="en-US" sz="8500" b="1" dirty="0">
                <a:solidFill>
                  <a:schemeClr val="bg1">
                    <a:alpha val="15000"/>
                  </a:schemeClr>
                </a:solidFill>
                <a:latin typeface="+mj-lt"/>
              </a:endParaRPr>
            </a:p>
          </p:txBody>
        </p:sp>
        <p:sp>
          <p:nvSpPr>
            <p:cNvPr id="43" name="TextBox 12">
              <a:extLst>
                <a:ext uri="{FF2B5EF4-FFF2-40B4-BE49-F238E27FC236}">
                  <a16:creationId xmlns:a16="http://schemas.microsoft.com/office/drawing/2014/main" id="{244FCE2C-7A72-9FA7-BABD-231C1501E53D}"/>
                </a:ext>
              </a:extLst>
            </p:cNvPr>
            <p:cNvSpPr txBox="1"/>
            <p:nvPr/>
          </p:nvSpPr>
          <p:spPr>
            <a:xfrm flipH="1">
              <a:off x="8642361" y="3713447"/>
              <a:ext cx="1302574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700" b="1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+mj-lt"/>
                  <a:cs typeface="Poppins" panose="00000500000000000000" pitchFamily="2" charset="0"/>
                </a:rPr>
                <a:t>負責任的</a:t>
              </a:r>
              <a:endParaRPr lang="en-US" altLang="zh-TW" sz="1700" b="1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+mj-lt"/>
                <a:cs typeface="Poppins" panose="00000500000000000000" pitchFamily="2" charset="0"/>
              </a:endParaRPr>
            </a:p>
            <a:p>
              <a:pPr algn="ctr"/>
              <a:r>
                <a:rPr lang="zh-TW" altLang="en-US" sz="1700" b="1" dirty="0">
                  <a:solidFill>
                    <a:schemeClr val="bg1"/>
                  </a:solidFill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+mj-lt"/>
                  <a:cs typeface="Poppins" panose="00000500000000000000" pitchFamily="2" charset="0"/>
                </a:rPr>
                <a:t>消費與生產</a:t>
              </a:r>
              <a:endParaRPr lang="en-US" sz="1700" dirty="0"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cs typeface="Poppins" panose="00000500000000000000" pitchFamily="2" charset="0"/>
              </a:endParaRPr>
            </a:p>
          </p:txBody>
        </p:sp>
      </p:grpSp>
      <p:grpSp>
        <p:nvGrpSpPr>
          <p:cNvPr id="65" name="群組 64">
            <a:extLst>
              <a:ext uri="{FF2B5EF4-FFF2-40B4-BE49-F238E27FC236}">
                <a16:creationId xmlns:a16="http://schemas.microsoft.com/office/drawing/2014/main" id="{942F4CB6-F45A-FB38-2126-F77E03F60E46}"/>
              </a:ext>
            </a:extLst>
          </p:cNvPr>
          <p:cNvGrpSpPr/>
          <p:nvPr/>
        </p:nvGrpSpPr>
        <p:grpSpPr>
          <a:xfrm>
            <a:off x="10035766" y="4244428"/>
            <a:ext cx="645425" cy="702907"/>
            <a:chOff x="10035766" y="4244428"/>
            <a:chExt cx="645425" cy="702907"/>
          </a:xfrm>
        </p:grpSpPr>
        <p:sp>
          <p:nvSpPr>
            <p:cNvPr id="49" name="Graphic 18">
              <a:extLst>
                <a:ext uri="{FF2B5EF4-FFF2-40B4-BE49-F238E27FC236}">
                  <a16:creationId xmlns:a16="http://schemas.microsoft.com/office/drawing/2014/main" id="{CFCB4D33-EAB5-6499-64A7-B8A74128E554}"/>
                </a:ext>
              </a:extLst>
            </p:cNvPr>
            <p:cNvSpPr/>
            <p:nvPr/>
          </p:nvSpPr>
          <p:spPr>
            <a:xfrm>
              <a:off x="10035766" y="4244428"/>
              <a:ext cx="645425" cy="702907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2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+mj-lt"/>
              </a:endParaRPr>
            </a:p>
          </p:txBody>
        </p:sp>
        <p:pic>
          <p:nvPicPr>
            <p:cNvPr id="56" name="圖片 55" descr="新世界聖戰軍宗教去中心化不要再捐錢給宗教團體! - 福報哥&lt;紫微聖人&gt;新世界黨(@worldpeacesaint) | Dcard">
              <a:extLst>
                <a:ext uri="{FF2B5EF4-FFF2-40B4-BE49-F238E27FC236}">
                  <a16:creationId xmlns:a16="http://schemas.microsoft.com/office/drawing/2014/main" id="{B75E9714-D1CB-3709-E049-3730BC308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80671" t="48709" r="8852" b="38128"/>
            <a:stretch>
              <a:fillRect/>
            </a:stretch>
          </p:blipFill>
          <p:spPr>
            <a:xfrm>
              <a:off x="10107250" y="4460984"/>
              <a:ext cx="489756" cy="269794"/>
            </a:xfrm>
            <a:prstGeom prst="rect">
              <a:avLst/>
            </a:prstGeom>
          </p:spPr>
        </p:pic>
      </p:grpSp>
      <p:grpSp>
        <p:nvGrpSpPr>
          <p:cNvPr id="64" name="群組 63">
            <a:extLst>
              <a:ext uri="{FF2B5EF4-FFF2-40B4-BE49-F238E27FC236}">
                <a16:creationId xmlns:a16="http://schemas.microsoft.com/office/drawing/2014/main" id="{E45A0AB4-5602-7434-4EE8-7C37A1890170}"/>
              </a:ext>
            </a:extLst>
          </p:cNvPr>
          <p:cNvGrpSpPr/>
          <p:nvPr/>
        </p:nvGrpSpPr>
        <p:grpSpPr>
          <a:xfrm>
            <a:off x="3445820" y="2733217"/>
            <a:ext cx="645425" cy="702907"/>
            <a:chOff x="3445820" y="2733217"/>
            <a:chExt cx="645425" cy="702907"/>
          </a:xfrm>
        </p:grpSpPr>
        <p:sp>
          <p:nvSpPr>
            <p:cNvPr id="45" name="Graphic 18">
              <a:extLst>
                <a:ext uri="{FF2B5EF4-FFF2-40B4-BE49-F238E27FC236}">
                  <a16:creationId xmlns:a16="http://schemas.microsoft.com/office/drawing/2014/main" id="{F5D0296A-2960-049C-93AD-E66FB29E5EB0}"/>
                </a:ext>
              </a:extLst>
            </p:cNvPr>
            <p:cNvSpPr/>
            <p:nvPr/>
          </p:nvSpPr>
          <p:spPr>
            <a:xfrm>
              <a:off x="3445820" y="2733217"/>
              <a:ext cx="645425" cy="702907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+mj-lt"/>
              </a:endParaRPr>
            </a:p>
          </p:txBody>
        </p:sp>
        <p:pic>
          <p:nvPicPr>
            <p:cNvPr id="57" name="圖片 56" descr="新世界聖戰軍宗教去中心化不要再捐錢給宗教團體! - 福報哥&lt;紫微聖人&gt;新世界黨(@worldpeacesaint) | Dcard">
              <a:extLst>
                <a:ext uri="{FF2B5EF4-FFF2-40B4-BE49-F238E27FC236}">
                  <a16:creationId xmlns:a16="http://schemas.microsoft.com/office/drawing/2014/main" id="{2B55CB86-5A73-6D06-2666-D2B9A1F4AD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6482" t="46194" r="22763" b="35385"/>
            <a:stretch>
              <a:fillRect/>
            </a:stretch>
          </p:blipFill>
          <p:spPr>
            <a:xfrm>
              <a:off x="3504829" y="2893767"/>
              <a:ext cx="508355" cy="381806"/>
            </a:xfrm>
            <a:prstGeom prst="rect">
              <a:avLst/>
            </a:prstGeom>
          </p:spPr>
        </p:pic>
      </p:grp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438A676D-E35E-3369-0544-018F5A3EDDB6}"/>
              </a:ext>
            </a:extLst>
          </p:cNvPr>
          <p:cNvGrpSpPr/>
          <p:nvPr/>
        </p:nvGrpSpPr>
        <p:grpSpPr>
          <a:xfrm>
            <a:off x="1467987" y="4131072"/>
            <a:ext cx="645425" cy="702907"/>
            <a:chOff x="1467987" y="4131072"/>
            <a:chExt cx="645425" cy="702907"/>
          </a:xfrm>
        </p:grpSpPr>
        <p:sp>
          <p:nvSpPr>
            <p:cNvPr id="52" name="Graphic 18">
              <a:extLst>
                <a:ext uri="{FF2B5EF4-FFF2-40B4-BE49-F238E27FC236}">
                  <a16:creationId xmlns:a16="http://schemas.microsoft.com/office/drawing/2014/main" id="{1D339685-3D3A-7645-AB62-3BC7AE35B117}"/>
                </a:ext>
              </a:extLst>
            </p:cNvPr>
            <p:cNvSpPr/>
            <p:nvPr/>
          </p:nvSpPr>
          <p:spPr>
            <a:xfrm>
              <a:off x="1467987" y="4131072"/>
              <a:ext cx="645425" cy="702907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2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+mj-lt"/>
              </a:endParaRPr>
            </a:p>
          </p:txBody>
        </p:sp>
        <p:pic>
          <p:nvPicPr>
            <p:cNvPr id="58" name="圖片 57" descr="新世界聖戰軍宗教去中心化不要再捐錢給宗教團體! - 福報哥&lt;紫微聖人&gt;新世界黨(@worldpeacesaint) | Dcard">
              <a:extLst>
                <a:ext uri="{FF2B5EF4-FFF2-40B4-BE49-F238E27FC236}">
                  <a16:creationId xmlns:a16="http://schemas.microsoft.com/office/drawing/2014/main" id="{18F46CD6-74F0-A9BA-19A8-D7A305DC7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53230" t="14485" r="37931" b="68901"/>
            <a:stretch>
              <a:fillRect/>
            </a:stretch>
          </p:blipFill>
          <p:spPr>
            <a:xfrm>
              <a:off x="1575837" y="4333555"/>
              <a:ext cx="429726" cy="3541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15553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7" presetClass="emph" presetSubtype="256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9" dur="2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6081 0.1169 L 2.08333E-7 0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34" y="-585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9466 0.18195 L 3.125E-6 -4.44444E-6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27" y="-9097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6081 0.1169 L 4.16667E-7 -3.7037E-6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34" y="-5856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15899 0.30579 L 5E-6 -2.22222E-6 " pathEditMode="relative" rAng="0" ptsTypes="AA">
                                      <p:cBhvr>
                                        <p:cTn id="35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43" y="-15301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12161 0.23379 L -4.58333E-6 1.48148E-6 " pathEditMode="relative" rAng="0" ptsTypes="AA">
                                      <p:cBhvr>
                                        <p:cTn id="40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81" y="-1169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14648 0.28194 L 6.25E-7 1.11111E-6 " pathEditMode="relative" rAng="0" ptsTypes="AA">
                                      <p:cBhvr>
                                        <p:cTn id="45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18" y="-140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A727EE-5D7F-836D-9789-DED2F0307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群組 20">
            <a:extLst>
              <a:ext uri="{FF2B5EF4-FFF2-40B4-BE49-F238E27FC236}">
                <a16:creationId xmlns:a16="http://schemas.microsoft.com/office/drawing/2014/main" id="{F93FE0E2-0C17-EBB5-313D-E54B7939A104}"/>
              </a:ext>
            </a:extLst>
          </p:cNvPr>
          <p:cNvGrpSpPr/>
          <p:nvPr/>
        </p:nvGrpSpPr>
        <p:grpSpPr>
          <a:xfrm>
            <a:off x="5389687" y="4946559"/>
            <a:ext cx="2106257" cy="1115721"/>
            <a:chOff x="7521106" y="3389304"/>
            <a:chExt cx="2106257" cy="1115721"/>
          </a:xfrm>
        </p:grpSpPr>
        <p:sp>
          <p:nvSpPr>
            <p:cNvPr id="22" name="TextBox 55">
              <a:extLst>
                <a:ext uri="{FF2B5EF4-FFF2-40B4-BE49-F238E27FC236}">
                  <a16:creationId xmlns:a16="http://schemas.microsoft.com/office/drawing/2014/main" id="{9B8F81C4-C940-514C-EB40-7CF6931D9045}"/>
                </a:ext>
              </a:extLst>
            </p:cNvPr>
            <p:cNvSpPr txBox="1"/>
            <p:nvPr/>
          </p:nvSpPr>
          <p:spPr>
            <a:xfrm>
              <a:off x="7521106" y="3389304"/>
              <a:ext cx="19621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pt-PT" altLang="zh-TW" sz="2000" b="1" spc="50" dirty="0">
                  <a:solidFill>
                    <a:schemeClr val="accent6"/>
                  </a:solidFill>
                </a:rPr>
                <a:t>APP</a:t>
              </a:r>
              <a:r>
                <a:rPr lang="zh-TW" altLang="en-US" sz="2000" b="1" spc="50" dirty="0">
                  <a:solidFill>
                    <a:schemeClr val="accent6"/>
                  </a:solidFill>
                </a:rPr>
                <a:t>上架</a:t>
              </a:r>
              <a:endParaRPr lang="en-US" sz="2000" b="1" spc="50" dirty="0">
                <a:solidFill>
                  <a:schemeClr val="accent6"/>
                </a:solidFill>
              </a:endParaRPr>
            </a:p>
          </p:txBody>
        </p:sp>
        <p:sp>
          <p:nvSpPr>
            <p:cNvPr id="23" name="TextBox 56">
              <a:extLst>
                <a:ext uri="{FF2B5EF4-FFF2-40B4-BE49-F238E27FC236}">
                  <a16:creationId xmlns:a16="http://schemas.microsoft.com/office/drawing/2014/main" id="{07D7FF1B-B220-CEF4-7EF6-37DAB4000CA2}"/>
                </a:ext>
              </a:extLst>
            </p:cNvPr>
            <p:cNvSpPr txBox="1"/>
            <p:nvPr/>
          </p:nvSpPr>
          <p:spPr>
            <a:xfrm>
              <a:off x="7533555" y="3799575"/>
              <a:ext cx="2093808" cy="705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TW" altLang="en-US" sz="1600" dirty="0">
                  <a:solidFill>
                    <a:schemeClr val="tx2"/>
                  </a:solidFill>
                </a:rPr>
                <a:t>於 </a:t>
              </a:r>
              <a:r>
                <a:rPr lang="pt-PT" altLang="zh-TW" sz="1600" dirty="0">
                  <a:solidFill>
                    <a:schemeClr val="tx2"/>
                  </a:solidFill>
                </a:rPr>
                <a:t>Google Play </a:t>
              </a:r>
              <a:r>
                <a:rPr lang="zh-TW" altLang="en-US" sz="1600" dirty="0">
                  <a:solidFill>
                    <a:schemeClr val="tx2"/>
                  </a:solidFill>
                </a:rPr>
                <a:t>與</a:t>
              </a:r>
              <a:r>
                <a:rPr lang="pt-PT" altLang="zh-TW" sz="1600" dirty="0">
                  <a:solidFill>
                    <a:schemeClr val="tx2"/>
                  </a:solidFill>
                </a:rPr>
                <a:t>App Store </a:t>
              </a:r>
              <a:r>
                <a:rPr lang="zh-TW" altLang="en-US" sz="1600" dirty="0">
                  <a:solidFill>
                    <a:schemeClr val="tx2"/>
                  </a:solidFill>
                </a:rPr>
                <a:t>正式上架</a:t>
              </a:r>
              <a:endParaRPr lang="en-ID" sz="1600" dirty="0">
                <a:solidFill>
                  <a:schemeClr val="tx2"/>
                </a:solidFill>
              </a:endParaRPr>
            </a:p>
          </p:txBody>
        </p:sp>
      </p:grpSp>
      <p:sp>
        <p:nvSpPr>
          <p:cNvPr id="83" name="手繪多邊形: 圖案 82">
            <a:extLst>
              <a:ext uri="{FF2B5EF4-FFF2-40B4-BE49-F238E27FC236}">
                <a16:creationId xmlns:a16="http://schemas.microsoft.com/office/drawing/2014/main" id="{D271EDB8-E70A-4DB9-6E58-C8D37517A8ED}"/>
              </a:ext>
            </a:extLst>
          </p:cNvPr>
          <p:cNvSpPr/>
          <p:nvPr/>
        </p:nvSpPr>
        <p:spPr>
          <a:xfrm>
            <a:off x="0" y="2312307"/>
            <a:ext cx="12431950" cy="2538971"/>
          </a:xfrm>
          <a:custGeom>
            <a:avLst/>
            <a:gdLst>
              <a:gd name="csX0" fmla="*/ 0 w 12363856"/>
              <a:gd name="csY0" fmla="*/ 2049041 h 2410566"/>
              <a:gd name="csX1" fmla="*/ 2548647 w 12363856"/>
              <a:gd name="csY1" fmla="*/ 2408965 h 2410566"/>
              <a:gd name="csX2" fmla="*/ 6196519 w 12363856"/>
              <a:gd name="csY2" fmla="*/ 1922582 h 2410566"/>
              <a:gd name="csX3" fmla="*/ 9153728 w 12363856"/>
              <a:gd name="csY3" fmla="*/ 84054 h 2410566"/>
              <a:gd name="csX4" fmla="*/ 11128443 w 12363856"/>
              <a:gd name="csY4" fmla="*/ 298062 h 2410566"/>
              <a:gd name="csX5" fmla="*/ 12363856 w 12363856"/>
              <a:gd name="csY5" fmla="*/ 181331 h 2410566"/>
              <a:gd name="csX0" fmla="*/ 0 w 12363856"/>
              <a:gd name="csY0" fmla="*/ 2049041 h 2409709"/>
              <a:gd name="csX1" fmla="*/ 2548647 w 12363856"/>
              <a:gd name="csY1" fmla="*/ 2408965 h 2409709"/>
              <a:gd name="csX2" fmla="*/ 6196519 w 12363856"/>
              <a:gd name="csY2" fmla="*/ 1922582 h 2409709"/>
              <a:gd name="csX3" fmla="*/ 9153728 w 12363856"/>
              <a:gd name="csY3" fmla="*/ 84054 h 2409709"/>
              <a:gd name="csX4" fmla="*/ 11128443 w 12363856"/>
              <a:gd name="csY4" fmla="*/ 298062 h 2409709"/>
              <a:gd name="csX5" fmla="*/ 12363856 w 12363856"/>
              <a:gd name="csY5" fmla="*/ 181331 h 2409709"/>
              <a:gd name="csX0" fmla="*/ 0 w 12363856"/>
              <a:gd name="csY0" fmla="*/ 2049041 h 2514030"/>
              <a:gd name="csX1" fmla="*/ 2548647 w 12363856"/>
              <a:gd name="csY1" fmla="*/ 2408965 h 2514030"/>
              <a:gd name="csX2" fmla="*/ 6196519 w 12363856"/>
              <a:gd name="csY2" fmla="*/ 1922582 h 2514030"/>
              <a:gd name="csX3" fmla="*/ 9153728 w 12363856"/>
              <a:gd name="csY3" fmla="*/ 84054 h 2514030"/>
              <a:gd name="csX4" fmla="*/ 11128443 w 12363856"/>
              <a:gd name="csY4" fmla="*/ 298062 h 2514030"/>
              <a:gd name="csX5" fmla="*/ 12363856 w 12363856"/>
              <a:gd name="csY5" fmla="*/ 181331 h 2514030"/>
              <a:gd name="csX0" fmla="*/ 0 w 12363856"/>
              <a:gd name="csY0" fmla="*/ 2049041 h 2514030"/>
              <a:gd name="csX1" fmla="*/ 2548647 w 12363856"/>
              <a:gd name="csY1" fmla="*/ 2408965 h 2514030"/>
              <a:gd name="csX2" fmla="*/ 6196519 w 12363856"/>
              <a:gd name="csY2" fmla="*/ 1922582 h 2514030"/>
              <a:gd name="csX3" fmla="*/ 9153728 w 12363856"/>
              <a:gd name="csY3" fmla="*/ 84054 h 2514030"/>
              <a:gd name="csX4" fmla="*/ 11128443 w 12363856"/>
              <a:gd name="csY4" fmla="*/ 298062 h 2514030"/>
              <a:gd name="csX5" fmla="*/ 12363856 w 12363856"/>
              <a:gd name="csY5" fmla="*/ 181331 h 2514030"/>
              <a:gd name="csX0" fmla="*/ 0 w 12363856"/>
              <a:gd name="csY0" fmla="*/ 2049041 h 2584009"/>
              <a:gd name="csX1" fmla="*/ 2548647 w 12363856"/>
              <a:gd name="csY1" fmla="*/ 2408965 h 2584009"/>
              <a:gd name="csX2" fmla="*/ 6196519 w 12363856"/>
              <a:gd name="csY2" fmla="*/ 1922582 h 2584009"/>
              <a:gd name="csX3" fmla="*/ 9153728 w 12363856"/>
              <a:gd name="csY3" fmla="*/ 84054 h 2584009"/>
              <a:gd name="csX4" fmla="*/ 11128443 w 12363856"/>
              <a:gd name="csY4" fmla="*/ 298062 h 2584009"/>
              <a:gd name="csX5" fmla="*/ 12363856 w 12363856"/>
              <a:gd name="csY5" fmla="*/ 181331 h 2584009"/>
              <a:gd name="csX0" fmla="*/ 0 w 12363856"/>
              <a:gd name="csY0" fmla="*/ 2049041 h 2609762"/>
              <a:gd name="csX1" fmla="*/ 2548647 w 12363856"/>
              <a:gd name="csY1" fmla="*/ 2408965 h 2609762"/>
              <a:gd name="csX2" fmla="*/ 6196519 w 12363856"/>
              <a:gd name="csY2" fmla="*/ 1922582 h 2609762"/>
              <a:gd name="csX3" fmla="*/ 9153728 w 12363856"/>
              <a:gd name="csY3" fmla="*/ 84054 h 2609762"/>
              <a:gd name="csX4" fmla="*/ 11128443 w 12363856"/>
              <a:gd name="csY4" fmla="*/ 298062 h 2609762"/>
              <a:gd name="csX5" fmla="*/ 12363856 w 12363856"/>
              <a:gd name="csY5" fmla="*/ 181331 h 2609762"/>
              <a:gd name="csX0" fmla="*/ 0 w 12363856"/>
              <a:gd name="csY0" fmla="*/ 2109620 h 2670341"/>
              <a:gd name="csX1" fmla="*/ 2548647 w 12363856"/>
              <a:gd name="csY1" fmla="*/ 2469544 h 2670341"/>
              <a:gd name="csX2" fmla="*/ 6196519 w 12363856"/>
              <a:gd name="csY2" fmla="*/ 1983161 h 2670341"/>
              <a:gd name="csX3" fmla="*/ 9153728 w 12363856"/>
              <a:gd name="csY3" fmla="*/ 144633 h 2670341"/>
              <a:gd name="csX4" fmla="*/ 11128443 w 12363856"/>
              <a:gd name="csY4" fmla="*/ 358641 h 2670341"/>
              <a:gd name="csX5" fmla="*/ 12363856 w 12363856"/>
              <a:gd name="csY5" fmla="*/ 241910 h 2670341"/>
              <a:gd name="csX0" fmla="*/ 0 w 12363856"/>
              <a:gd name="csY0" fmla="*/ 2117868 h 2678589"/>
              <a:gd name="csX1" fmla="*/ 2548647 w 12363856"/>
              <a:gd name="csY1" fmla="*/ 2477792 h 2678589"/>
              <a:gd name="csX2" fmla="*/ 6196519 w 12363856"/>
              <a:gd name="csY2" fmla="*/ 1991409 h 2678589"/>
              <a:gd name="csX3" fmla="*/ 9153728 w 12363856"/>
              <a:gd name="csY3" fmla="*/ 152881 h 2678589"/>
              <a:gd name="csX4" fmla="*/ 11128443 w 12363856"/>
              <a:gd name="csY4" fmla="*/ 366889 h 2678589"/>
              <a:gd name="csX5" fmla="*/ 12363856 w 12363856"/>
              <a:gd name="csY5" fmla="*/ 250158 h 2678589"/>
              <a:gd name="csX0" fmla="*/ 0 w 12363856"/>
              <a:gd name="csY0" fmla="*/ 2041817 h 2602538"/>
              <a:gd name="csX1" fmla="*/ 2548647 w 12363856"/>
              <a:gd name="csY1" fmla="*/ 2401741 h 2602538"/>
              <a:gd name="csX2" fmla="*/ 6196519 w 12363856"/>
              <a:gd name="csY2" fmla="*/ 1915358 h 2602538"/>
              <a:gd name="csX3" fmla="*/ 9153728 w 12363856"/>
              <a:gd name="csY3" fmla="*/ 76830 h 2602538"/>
              <a:gd name="csX4" fmla="*/ 11400817 w 12363856"/>
              <a:gd name="csY4" fmla="*/ 329749 h 2602538"/>
              <a:gd name="csX5" fmla="*/ 12363856 w 12363856"/>
              <a:gd name="csY5" fmla="*/ 174107 h 2602538"/>
              <a:gd name="csX0" fmla="*/ 0 w 12363856"/>
              <a:gd name="csY0" fmla="*/ 2045636 h 2606357"/>
              <a:gd name="csX1" fmla="*/ 2548647 w 12363856"/>
              <a:gd name="csY1" fmla="*/ 2405560 h 2606357"/>
              <a:gd name="csX2" fmla="*/ 6196519 w 12363856"/>
              <a:gd name="csY2" fmla="*/ 1919177 h 2606357"/>
              <a:gd name="csX3" fmla="*/ 9153728 w 12363856"/>
              <a:gd name="csY3" fmla="*/ 80649 h 2606357"/>
              <a:gd name="csX4" fmla="*/ 11400817 w 12363856"/>
              <a:gd name="csY4" fmla="*/ 333568 h 2606357"/>
              <a:gd name="csX5" fmla="*/ 12363856 w 12363856"/>
              <a:gd name="csY5" fmla="*/ 177926 h 2606357"/>
              <a:gd name="csX0" fmla="*/ 0 w 12363856"/>
              <a:gd name="csY0" fmla="*/ 2045636 h 2606357"/>
              <a:gd name="csX1" fmla="*/ 2548647 w 12363856"/>
              <a:gd name="csY1" fmla="*/ 2405560 h 2606357"/>
              <a:gd name="csX2" fmla="*/ 6196519 w 12363856"/>
              <a:gd name="csY2" fmla="*/ 1919177 h 2606357"/>
              <a:gd name="csX3" fmla="*/ 9153728 w 12363856"/>
              <a:gd name="csY3" fmla="*/ 80649 h 2606357"/>
              <a:gd name="csX4" fmla="*/ 11400817 w 12363856"/>
              <a:gd name="csY4" fmla="*/ 333568 h 2606357"/>
              <a:gd name="csX5" fmla="*/ 12363856 w 12363856"/>
              <a:gd name="csY5" fmla="*/ 177926 h 2606357"/>
              <a:gd name="csX0" fmla="*/ 0 w 12363856"/>
              <a:gd name="csY0" fmla="*/ 2045636 h 2594393"/>
              <a:gd name="csX1" fmla="*/ 2548647 w 12363856"/>
              <a:gd name="csY1" fmla="*/ 2405560 h 2594393"/>
              <a:gd name="csX2" fmla="*/ 6196519 w 12363856"/>
              <a:gd name="csY2" fmla="*/ 1919177 h 2594393"/>
              <a:gd name="csX3" fmla="*/ 9153728 w 12363856"/>
              <a:gd name="csY3" fmla="*/ 80649 h 2594393"/>
              <a:gd name="csX4" fmla="*/ 11400817 w 12363856"/>
              <a:gd name="csY4" fmla="*/ 333568 h 2594393"/>
              <a:gd name="csX5" fmla="*/ 12363856 w 12363856"/>
              <a:gd name="csY5" fmla="*/ 177926 h 2594393"/>
              <a:gd name="csX0" fmla="*/ 0 w 12363856"/>
              <a:gd name="csY0" fmla="*/ 2045636 h 2692321"/>
              <a:gd name="csX1" fmla="*/ 2548647 w 12363856"/>
              <a:gd name="csY1" fmla="*/ 2405560 h 2692321"/>
              <a:gd name="csX2" fmla="*/ 6196519 w 12363856"/>
              <a:gd name="csY2" fmla="*/ 1919177 h 2692321"/>
              <a:gd name="csX3" fmla="*/ 9153728 w 12363856"/>
              <a:gd name="csY3" fmla="*/ 80649 h 2692321"/>
              <a:gd name="csX4" fmla="*/ 11400817 w 12363856"/>
              <a:gd name="csY4" fmla="*/ 333568 h 2692321"/>
              <a:gd name="csX5" fmla="*/ 12363856 w 12363856"/>
              <a:gd name="csY5" fmla="*/ 177926 h 2692321"/>
              <a:gd name="csX0" fmla="*/ 0 w 12363856"/>
              <a:gd name="csY0" fmla="*/ 2045636 h 2594393"/>
              <a:gd name="csX1" fmla="*/ 2548647 w 12363856"/>
              <a:gd name="csY1" fmla="*/ 2405560 h 2594393"/>
              <a:gd name="csX2" fmla="*/ 6196519 w 12363856"/>
              <a:gd name="csY2" fmla="*/ 1919177 h 2594393"/>
              <a:gd name="csX3" fmla="*/ 9153728 w 12363856"/>
              <a:gd name="csY3" fmla="*/ 80649 h 2594393"/>
              <a:gd name="csX4" fmla="*/ 11400817 w 12363856"/>
              <a:gd name="csY4" fmla="*/ 333568 h 2594393"/>
              <a:gd name="csX5" fmla="*/ 12363856 w 12363856"/>
              <a:gd name="csY5" fmla="*/ 177926 h 2594393"/>
              <a:gd name="csX0" fmla="*/ 0 w 12363856"/>
              <a:gd name="csY0" fmla="*/ 1968747 h 2447380"/>
              <a:gd name="csX1" fmla="*/ 2548647 w 12363856"/>
              <a:gd name="csY1" fmla="*/ 2328671 h 2447380"/>
              <a:gd name="csX2" fmla="*/ 6196519 w 12363856"/>
              <a:gd name="csY2" fmla="*/ 1842288 h 2447380"/>
              <a:gd name="csX3" fmla="*/ 7859949 w 12363856"/>
              <a:gd name="csY3" fmla="*/ 490143 h 2447380"/>
              <a:gd name="csX4" fmla="*/ 9153728 w 12363856"/>
              <a:gd name="csY4" fmla="*/ 3760 h 2447380"/>
              <a:gd name="csX5" fmla="*/ 11400817 w 12363856"/>
              <a:gd name="csY5" fmla="*/ 256679 h 2447380"/>
              <a:gd name="csX6" fmla="*/ 12363856 w 12363856"/>
              <a:gd name="csY6" fmla="*/ 101037 h 2447380"/>
              <a:gd name="csX0" fmla="*/ 0 w 12363856"/>
              <a:gd name="csY0" fmla="*/ 1968747 h 2447380"/>
              <a:gd name="csX1" fmla="*/ 2548647 w 12363856"/>
              <a:gd name="csY1" fmla="*/ 2328671 h 2447380"/>
              <a:gd name="csX2" fmla="*/ 6196519 w 12363856"/>
              <a:gd name="csY2" fmla="*/ 1842288 h 2447380"/>
              <a:gd name="csX3" fmla="*/ 7859949 w 12363856"/>
              <a:gd name="csY3" fmla="*/ 490143 h 2447380"/>
              <a:gd name="csX4" fmla="*/ 9153728 w 12363856"/>
              <a:gd name="csY4" fmla="*/ 3760 h 2447380"/>
              <a:gd name="csX5" fmla="*/ 11400817 w 12363856"/>
              <a:gd name="csY5" fmla="*/ 256679 h 2447380"/>
              <a:gd name="csX6" fmla="*/ 12363856 w 12363856"/>
              <a:gd name="csY6" fmla="*/ 101037 h 2447380"/>
              <a:gd name="csX0" fmla="*/ 0 w 12363856"/>
              <a:gd name="csY0" fmla="*/ 1968747 h 2531119"/>
              <a:gd name="csX1" fmla="*/ 2548647 w 12363856"/>
              <a:gd name="csY1" fmla="*/ 2328671 h 2531119"/>
              <a:gd name="csX2" fmla="*/ 6196519 w 12363856"/>
              <a:gd name="csY2" fmla="*/ 1842288 h 2531119"/>
              <a:gd name="csX3" fmla="*/ 7859949 w 12363856"/>
              <a:gd name="csY3" fmla="*/ 490143 h 2531119"/>
              <a:gd name="csX4" fmla="*/ 9153728 w 12363856"/>
              <a:gd name="csY4" fmla="*/ 3760 h 2531119"/>
              <a:gd name="csX5" fmla="*/ 11400817 w 12363856"/>
              <a:gd name="csY5" fmla="*/ 256679 h 2531119"/>
              <a:gd name="csX6" fmla="*/ 12363856 w 12363856"/>
              <a:gd name="csY6" fmla="*/ 101037 h 2531119"/>
              <a:gd name="csX0" fmla="*/ 0 w 12363856"/>
              <a:gd name="csY0" fmla="*/ 1968747 h 2538710"/>
              <a:gd name="csX1" fmla="*/ 2548647 w 12363856"/>
              <a:gd name="csY1" fmla="*/ 2328671 h 2538710"/>
              <a:gd name="csX2" fmla="*/ 6196519 w 12363856"/>
              <a:gd name="csY2" fmla="*/ 1842288 h 2538710"/>
              <a:gd name="csX3" fmla="*/ 7859949 w 12363856"/>
              <a:gd name="csY3" fmla="*/ 490143 h 2538710"/>
              <a:gd name="csX4" fmla="*/ 9153728 w 12363856"/>
              <a:gd name="csY4" fmla="*/ 3760 h 2538710"/>
              <a:gd name="csX5" fmla="*/ 11400817 w 12363856"/>
              <a:gd name="csY5" fmla="*/ 256679 h 2538710"/>
              <a:gd name="csX6" fmla="*/ 12363856 w 12363856"/>
              <a:gd name="csY6" fmla="*/ 101037 h 2538710"/>
              <a:gd name="csX0" fmla="*/ 0 w 12363856"/>
              <a:gd name="csY0" fmla="*/ 1968747 h 2538710"/>
              <a:gd name="csX1" fmla="*/ 2548647 w 12363856"/>
              <a:gd name="csY1" fmla="*/ 2328671 h 2538710"/>
              <a:gd name="csX2" fmla="*/ 6196519 w 12363856"/>
              <a:gd name="csY2" fmla="*/ 1842288 h 2538710"/>
              <a:gd name="csX3" fmla="*/ 7859949 w 12363856"/>
              <a:gd name="csY3" fmla="*/ 490143 h 2538710"/>
              <a:gd name="csX4" fmla="*/ 9153728 w 12363856"/>
              <a:gd name="csY4" fmla="*/ 3760 h 2538710"/>
              <a:gd name="csX5" fmla="*/ 11400817 w 12363856"/>
              <a:gd name="csY5" fmla="*/ 256679 h 2538710"/>
              <a:gd name="csX6" fmla="*/ 12363856 w 12363856"/>
              <a:gd name="csY6" fmla="*/ 101037 h 2538710"/>
              <a:gd name="csX0" fmla="*/ 0 w 12363856"/>
              <a:gd name="csY0" fmla="*/ 1968747 h 2546558"/>
              <a:gd name="csX1" fmla="*/ 2548647 w 12363856"/>
              <a:gd name="csY1" fmla="*/ 2328671 h 2546558"/>
              <a:gd name="csX2" fmla="*/ 6196519 w 12363856"/>
              <a:gd name="csY2" fmla="*/ 1842288 h 2546558"/>
              <a:gd name="csX3" fmla="*/ 7859949 w 12363856"/>
              <a:gd name="csY3" fmla="*/ 490143 h 2546558"/>
              <a:gd name="csX4" fmla="*/ 9153728 w 12363856"/>
              <a:gd name="csY4" fmla="*/ 3760 h 2546558"/>
              <a:gd name="csX5" fmla="*/ 11400817 w 12363856"/>
              <a:gd name="csY5" fmla="*/ 256679 h 2546558"/>
              <a:gd name="csX6" fmla="*/ 12363856 w 12363856"/>
              <a:gd name="csY6" fmla="*/ 101037 h 2546558"/>
              <a:gd name="csX0" fmla="*/ 0 w 12363856"/>
              <a:gd name="csY0" fmla="*/ 1968747 h 2538710"/>
              <a:gd name="csX1" fmla="*/ 2548647 w 12363856"/>
              <a:gd name="csY1" fmla="*/ 2328671 h 2538710"/>
              <a:gd name="csX2" fmla="*/ 6196519 w 12363856"/>
              <a:gd name="csY2" fmla="*/ 1842288 h 2538710"/>
              <a:gd name="csX3" fmla="*/ 7859949 w 12363856"/>
              <a:gd name="csY3" fmla="*/ 490143 h 2538710"/>
              <a:gd name="csX4" fmla="*/ 9153728 w 12363856"/>
              <a:gd name="csY4" fmla="*/ 3760 h 2538710"/>
              <a:gd name="csX5" fmla="*/ 11400817 w 12363856"/>
              <a:gd name="csY5" fmla="*/ 256679 h 2538710"/>
              <a:gd name="csX6" fmla="*/ 12363856 w 12363856"/>
              <a:gd name="csY6" fmla="*/ 101037 h 2538710"/>
              <a:gd name="csX0" fmla="*/ 0 w 12363856"/>
              <a:gd name="csY0" fmla="*/ 1972618 h 2542581"/>
              <a:gd name="csX1" fmla="*/ 2548647 w 12363856"/>
              <a:gd name="csY1" fmla="*/ 2332542 h 2542581"/>
              <a:gd name="csX2" fmla="*/ 6196519 w 12363856"/>
              <a:gd name="csY2" fmla="*/ 1846159 h 2542581"/>
              <a:gd name="csX3" fmla="*/ 7859949 w 12363856"/>
              <a:gd name="csY3" fmla="*/ 494014 h 2542581"/>
              <a:gd name="csX4" fmla="*/ 9153728 w 12363856"/>
              <a:gd name="csY4" fmla="*/ 7631 h 2542581"/>
              <a:gd name="csX5" fmla="*/ 11400817 w 12363856"/>
              <a:gd name="csY5" fmla="*/ 260550 h 2542581"/>
              <a:gd name="csX6" fmla="*/ 12363856 w 12363856"/>
              <a:gd name="csY6" fmla="*/ 104908 h 2542581"/>
              <a:gd name="csX0" fmla="*/ 0 w 12363856"/>
              <a:gd name="csY0" fmla="*/ 1867710 h 2437673"/>
              <a:gd name="csX1" fmla="*/ 2548647 w 12363856"/>
              <a:gd name="csY1" fmla="*/ 2227634 h 2437673"/>
              <a:gd name="csX2" fmla="*/ 6196519 w 12363856"/>
              <a:gd name="csY2" fmla="*/ 1741251 h 2437673"/>
              <a:gd name="csX3" fmla="*/ 7859949 w 12363856"/>
              <a:gd name="csY3" fmla="*/ 389106 h 2437673"/>
              <a:gd name="csX4" fmla="*/ 11400817 w 12363856"/>
              <a:gd name="csY4" fmla="*/ 155642 h 2437673"/>
              <a:gd name="csX5" fmla="*/ 12363856 w 12363856"/>
              <a:gd name="csY5" fmla="*/ 0 h 2437673"/>
              <a:gd name="csX0" fmla="*/ 0 w 12363856"/>
              <a:gd name="csY0" fmla="*/ 1980025 h 2549988"/>
              <a:gd name="csX1" fmla="*/ 2548647 w 12363856"/>
              <a:gd name="csY1" fmla="*/ 2339949 h 2549988"/>
              <a:gd name="csX2" fmla="*/ 6196519 w 12363856"/>
              <a:gd name="csY2" fmla="*/ 1853566 h 2549988"/>
              <a:gd name="csX3" fmla="*/ 7859949 w 12363856"/>
              <a:gd name="csY3" fmla="*/ 501421 h 2549988"/>
              <a:gd name="csX4" fmla="*/ 11400817 w 12363856"/>
              <a:gd name="csY4" fmla="*/ 267957 h 2549988"/>
              <a:gd name="csX5" fmla="*/ 12363856 w 12363856"/>
              <a:gd name="csY5" fmla="*/ 112315 h 2549988"/>
              <a:gd name="csX0" fmla="*/ 0 w 12363856"/>
              <a:gd name="csY0" fmla="*/ 1964318 h 2534281"/>
              <a:gd name="csX1" fmla="*/ 2548647 w 12363856"/>
              <a:gd name="csY1" fmla="*/ 2324242 h 2534281"/>
              <a:gd name="csX2" fmla="*/ 6196519 w 12363856"/>
              <a:gd name="csY2" fmla="*/ 1837859 h 2534281"/>
              <a:gd name="csX3" fmla="*/ 7859949 w 12363856"/>
              <a:gd name="csY3" fmla="*/ 485714 h 2534281"/>
              <a:gd name="csX4" fmla="*/ 11400817 w 12363856"/>
              <a:gd name="csY4" fmla="*/ 252250 h 2534281"/>
              <a:gd name="csX5" fmla="*/ 12363856 w 12363856"/>
              <a:gd name="csY5" fmla="*/ 96608 h 2534281"/>
              <a:gd name="csX0" fmla="*/ 0 w 12363856"/>
              <a:gd name="csY0" fmla="*/ 1977213 h 2547176"/>
              <a:gd name="csX1" fmla="*/ 2548647 w 12363856"/>
              <a:gd name="csY1" fmla="*/ 2337137 h 2547176"/>
              <a:gd name="csX2" fmla="*/ 6196519 w 12363856"/>
              <a:gd name="csY2" fmla="*/ 1850754 h 2547176"/>
              <a:gd name="csX3" fmla="*/ 7859949 w 12363856"/>
              <a:gd name="csY3" fmla="*/ 498609 h 2547176"/>
              <a:gd name="csX4" fmla="*/ 11400817 w 12363856"/>
              <a:gd name="csY4" fmla="*/ 265145 h 2547176"/>
              <a:gd name="csX5" fmla="*/ 12363856 w 12363856"/>
              <a:gd name="csY5" fmla="*/ 109503 h 2547176"/>
              <a:gd name="csX0" fmla="*/ 0 w 12431950"/>
              <a:gd name="csY0" fmla="*/ 1977213 h 2547176"/>
              <a:gd name="csX1" fmla="*/ 2548647 w 12431950"/>
              <a:gd name="csY1" fmla="*/ 2337137 h 2547176"/>
              <a:gd name="csX2" fmla="*/ 6196519 w 12431950"/>
              <a:gd name="csY2" fmla="*/ 1850754 h 2547176"/>
              <a:gd name="csX3" fmla="*/ 7859949 w 12431950"/>
              <a:gd name="csY3" fmla="*/ 498609 h 2547176"/>
              <a:gd name="csX4" fmla="*/ 11400817 w 12431950"/>
              <a:gd name="csY4" fmla="*/ 265145 h 2547176"/>
              <a:gd name="csX5" fmla="*/ 12431950 w 12431950"/>
              <a:gd name="csY5" fmla="*/ 148414 h 2547176"/>
              <a:gd name="csX0" fmla="*/ 0 w 12431950"/>
              <a:gd name="csY0" fmla="*/ 1981513 h 2551476"/>
              <a:gd name="csX1" fmla="*/ 2548647 w 12431950"/>
              <a:gd name="csY1" fmla="*/ 2341437 h 2551476"/>
              <a:gd name="csX2" fmla="*/ 6196519 w 12431950"/>
              <a:gd name="csY2" fmla="*/ 1855054 h 2551476"/>
              <a:gd name="csX3" fmla="*/ 7859949 w 12431950"/>
              <a:gd name="csY3" fmla="*/ 502909 h 2551476"/>
              <a:gd name="csX4" fmla="*/ 11400817 w 12431950"/>
              <a:gd name="csY4" fmla="*/ 269445 h 2551476"/>
              <a:gd name="csX5" fmla="*/ 12431950 w 12431950"/>
              <a:gd name="csY5" fmla="*/ 152714 h 2551476"/>
              <a:gd name="csX0" fmla="*/ 0 w 12431950"/>
              <a:gd name="csY0" fmla="*/ 1981513 h 2551476"/>
              <a:gd name="csX1" fmla="*/ 2548647 w 12431950"/>
              <a:gd name="csY1" fmla="*/ 2341437 h 2551476"/>
              <a:gd name="csX2" fmla="*/ 6196519 w 12431950"/>
              <a:gd name="csY2" fmla="*/ 1855054 h 2551476"/>
              <a:gd name="csX3" fmla="*/ 7859949 w 12431950"/>
              <a:gd name="csY3" fmla="*/ 502909 h 2551476"/>
              <a:gd name="csX4" fmla="*/ 11400817 w 12431950"/>
              <a:gd name="csY4" fmla="*/ 269445 h 2551476"/>
              <a:gd name="csX5" fmla="*/ 12431950 w 12431950"/>
              <a:gd name="csY5" fmla="*/ 152714 h 2551476"/>
              <a:gd name="csX0" fmla="*/ 0 w 12431950"/>
              <a:gd name="csY0" fmla="*/ 1981513 h 2551476"/>
              <a:gd name="csX1" fmla="*/ 2548647 w 12431950"/>
              <a:gd name="csY1" fmla="*/ 2341437 h 2551476"/>
              <a:gd name="csX2" fmla="*/ 6196519 w 12431950"/>
              <a:gd name="csY2" fmla="*/ 1855054 h 2551476"/>
              <a:gd name="csX3" fmla="*/ 7859949 w 12431950"/>
              <a:gd name="csY3" fmla="*/ 502909 h 2551476"/>
              <a:gd name="csX4" fmla="*/ 11400817 w 12431950"/>
              <a:gd name="csY4" fmla="*/ 269445 h 2551476"/>
              <a:gd name="csX5" fmla="*/ 12431950 w 12431950"/>
              <a:gd name="csY5" fmla="*/ 152714 h 2551476"/>
              <a:gd name="csX0" fmla="*/ 0 w 12431950"/>
              <a:gd name="csY0" fmla="*/ 1981513 h 2559324"/>
              <a:gd name="csX1" fmla="*/ 2548647 w 12431950"/>
              <a:gd name="csY1" fmla="*/ 2341437 h 2559324"/>
              <a:gd name="csX2" fmla="*/ 6196519 w 12431950"/>
              <a:gd name="csY2" fmla="*/ 1855054 h 2559324"/>
              <a:gd name="csX3" fmla="*/ 7859949 w 12431950"/>
              <a:gd name="csY3" fmla="*/ 502909 h 2559324"/>
              <a:gd name="csX4" fmla="*/ 11400817 w 12431950"/>
              <a:gd name="csY4" fmla="*/ 269445 h 2559324"/>
              <a:gd name="csX5" fmla="*/ 12431950 w 12431950"/>
              <a:gd name="csY5" fmla="*/ 152714 h 2559324"/>
              <a:gd name="csX0" fmla="*/ 0 w 12431950"/>
              <a:gd name="csY0" fmla="*/ 1981513 h 2554064"/>
              <a:gd name="csX1" fmla="*/ 2548647 w 12431950"/>
              <a:gd name="csY1" fmla="*/ 2341437 h 2554064"/>
              <a:gd name="csX2" fmla="*/ 6196519 w 12431950"/>
              <a:gd name="csY2" fmla="*/ 1855054 h 2554064"/>
              <a:gd name="csX3" fmla="*/ 7859949 w 12431950"/>
              <a:gd name="csY3" fmla="*/ 502909 h 2554064"/>
              <a:gd name="csX4" fmla="*/ 11400817 w 12431950"/>
              <a:gd name="csY4" fmla="*/ 269445 h 2554064"/>
              <a:gd name="csX5" fmla="*/ 12431950 w 12431950"/>
              <a:gd name="csY5" fmla="*/ 152714 h 2554064"/>
              <a:gd name="csX0" fmla="*/ 0 w 12431950"/>
              <a:gd name="csY0" fmla="*/ 1981513 h 2561996"/>
              <a:gd name="csX1" fmla="*/ 2548647 w 12431950"/>
              <a:gd name="csY1" fmla="*/ 2341437 h 2561996"/>
              <a:gd name="csX2" fmla="*/ 6196519 w 12431950"/>
              <a:gd name="csY2" fmla="*/ 1855054 h 2561996"/>
              <a:gd name="csX3" fmla="*/ 7859949 w 12431950"/>
              <a:gd name="csY3" fmla="*/ 502909 h 2561996"/>
              <a:gd name="csX4" fmla="*/ 11400817 w 12431950"/>
              <a:gd name="csY4" fmla="*/ 269445 h 2561996"/>
              <a:gd name="csX5" fmla="*/ 12431950 w 12431950"/>
              <a:gd name="csY5" fmla="*/ 152714 h 2561996"/>
              <a:gd name="csX0" fmla="*/ 0 w 12431950"/>
              <a:gd name="csY0" fmla="*/ 1981513 h 2561996"/>
              <a:gd name="csX1" fmla="*/ 2548647 w 12431950"/>
              <a:gd name="csY1" fmla="*/ 2341437 h 2561996"/>
              <a:gd name="csX2" fmla="*/ 6196519 w 12431950"/>
              <a:gd name="csY2" fmla="*/ 1855054 h 2561996"/>
              <a:gd name="csX3" fmla="*/ 7859949 w 12431950"/>
              <a:gd name="csY3" fmla="*/ 502909 h 2561996"/>
              <a:gd name="csX4" fmla="*/ 11400817 w 12431950"/>
              <a:gd name="csY4" fmla="*/ 269445 h 2561996"/>
              <a:gd name="csX5" fmla="*/ 12431950 w 12431950"/>
              <a:gd name="csY5" fmla="*/ 152714 h 2561996"/>
              <a:gd name="csX0" fmla="*/ 0 w 12431950"/>
              <a:gd name="csY0" fmla="*/ 1981513 h 2572956"/>
              <a:gd name="csX1" fmla="*/ 2548647 w 12431950"/>
              <a:gd name="csY1" fmla="*/ 2341437 h 2572956"/>
              <a:gd name="csX2" fmla="*/ 6196519 w 12431950"/>
              <a:gd name="csY2" fmla="*/ 1855054 h 2572956"/>
              <a:gd name="csX3" fmla="*/ 7859949 w 12431950"/>
              <a:gd name="csY3" fmla="*/ 502909 h 2572956"/>
              <a:gd name="csX4" fmla="*/ 11400817 w 12431950"/>
              <a:gd name="csY4" fmla="*/ 269445 h 2572956"/>
              <a:gd name="csX5" fmla="*/ 12431950 w 12431950"/>
              <a:gd name="csY5" fmla="*/ 152714 h 2572956"/>
              <a:gd name="csX0" fmla="*/ 0 w 12431950"/>
              <a:gd name="csY0" fmla="*/ 1981513 h 2572956"/>
              <a:gd name="csX1" fmla="*/ 2548647 w 12431950"/>
              <a:gd name="csY1" fmla="*/ 2341437 h 2572956"/>
              <a:gd name="csX2" fmla="*/ 6196519 w 12431950"/>
              <a:gd name="csY2" fmla="*/ 1855054 h 2572956"/>
              <a:gd name="csX3" fmla="*/ 7859949 w 12431950"/>
              <a:gd name="csY3" fmla="*/ 502909 h 2572956"/>
              <a:gd name="csX4" fmla="*/ 11400817 w 12431950"/>
              <a:gd name="csY4" fmla="*/ 269445 h 2572956"/>
              <a:gd name="csX5" fmla="*/ 12431950 w 12431950"/>
              <a:gd name="csY5" fmla="*/ 152714 h 2572956"/>
              <a:gd name="csX0" fmla="*/ 0 w 12431950"/>
              <a:gd name="csY0" fmla="*/ 1981513 h 2534174"/>
              <a:gd name="csX1" fmla="*/ 2548647 w 12431950"/>
              <a:gd name="csY1" fmla="*/ 2341437 h 2534174"/>
              <a:gd name="csX2" fmla="*/ 6196519 w 12431950"/>
              <a:gd name="csY2" fmla="*/ 1855054 h 2534174"/>
              <a:gd name="csX3" fmla="*/ 7859949 w 12431950"/>
              <a:gd name="csY3" fmla="*/ 502909 h 2534174"/>
              <a:gd name="csX4" fmla="*/ 11400817 w 12431950"/>
              <a:gd name="csY4" fmla="*/ 269445 h 2534174"/>
              <a:gd name="csX5" fmla="*/ 12431950 w 12431950"/>
              <a:gd name="csY5" fmla="*/ 152714 h 2534174"/>
              <a:gd name="csX0" fmla="*/ 0 w 12431950"/>
              <a:gd name="csY0" fmla="*/ 1981513 h 2546386"/>
              <a:gd name="csX1" fmla="*/ 2548647 w 12431950"/>
              <a:gd name="csY1" fmla="*/ 2341437 h 2546386"/>
              <a:gd name="csX2" fmla="*/ 6196519 w 12431950"/>
              <a:gd name="csY2" fmla="*/ 1855054 h 2546386"/>
              <a:gd name="csX3" fmla="*/ 7859949 w 12431950"/>
              <a:gd name="csY3" fmla="*/ 502909 h 2546386"/>
              <a:gd name="csX4" fmla="*/ 11400817 w 12431950"/>
              <a:gd name="csY4" fmla="*/ 269445 h 2546386"/>
              <a:gd name="csX5" fmla="*/ 12431950 w 12431950"/>
              <a:gd name="csY5" fmla="*/ 152714 h 2546386"/>
              <a:gd name="csX0" fmla="*/ 0 w 12431950"/>
              <a:gd name="csY0" fmla="*/ 1981513 h 2546386"/>
              <a:gd name="csX1" fmla="*/ 2548647 w 12431950"/>
              <a:gd name="csY1" fmla="*/ 2341437 h 2546386"/>
              <a:gd name="csX2" fmla="*/ 6196519 w 12431950"/>
              <a:gd name="csY2" fmla="*/ 1855054 h 2546386"/>
              <a:gd name="csX3" fmla="*/ 7859949 w 12431950"/>
              <a:gd name="csY3" fmla="*/ 502909 h 2546386"/>
              <a:gd name="csX4" fmla="*/ 11400817 w 12431950"/>
              <a:gd name="csY4" fmla="*/ 269445 h 2546386"/>
              <a:gd name="csX5" fmla="*/ 12431950 w 12431950"/>
              <a:gd name="csY5" fmla="*/ 152714 h 2546386"/>
              <a:gd name="csX0" fmla="*/ 0 w 12431950"/>
              <a:gd name="csY0" fmla="*/ 1981513 h 2546386"/>
              <a:gd name="csX1" fmla="*/ 2548647 w 12431950"/>
              <a:gd name="csY1" fmla="*/ 2341437 h 2546386"/>
              <a:gd name="csX2" fmla="*/ 6196519 w 12431950"/>
              <a:gd name="csY2" fmla="*/ 1855054 h 2546386"/>
              <a:gd name="csX3" fmla="*/ 7859949 w 12431950"/>
              <a:gd name="csY3" fmla="*/ 502909 h 2546386"/>
              <a:gd name="csX4" fmla="*/ 11400817 w 12431950"/>
              <a:gd name="csY4" fmla="*/ 269445 h 2546386"/>
              <a:gd name="csX5" fmla="*/ 12431950 w 12431950"/>
              <a:gd name="csY5" fmla="*/ 152714 h 2546386"/>
              <a:gd name="csX0" fmla="*/ 0 w 12431950"/>
              <a:gd name="csY0" fmla="*/ 1981513 h 2546386"/>
              <a:gd name="csX1" fmla="*/ 2548647 w 12431950"/>
              <a:gd name="csY1" fmla="*/ 2341437 h 2546386"/>
              <a:gd name="csX2" fmla="*/ 6196519 w 12431950"/>
              <a:gd name="csY2" fmla="*/ 1855054 h 2546386"/>
              <a:gd name="csX3" fmla="*/ 7859949 w 12431950"/>
              <a:gd name="csY3" fmla="*/ 502909 h 2546386"/>
              <a:gd name="csX4" fmla="*/ 11400817 w 12431950"/>
              <a:gd name="csY4" fmla="*/ 269445 h 2546386"/>
              <a:gd name="csX5" fmla="*/ 12431950 w 12431950"/>
              <a:gd name="csY5" fmla="*/ 152714 h 2546386"/>
              <a:gd name="csX0" fmla="*/ 0 w 12431950"/>
              <a:gd name="csY0" fmla="*/ 1981513 h 2572956"/>
              <a:gd name="csX1" fmla="*/ 2548647 w 12431950"/>
              <a:gd name="csY1" fmla="*/ 2341437 h 2572956"/>
              <a:gd name="csX2" fmla="*/ 6196519 w 12431950"/>
              <a:gd name="csY2" fmla="*/ 1855054 h 2572956"/>
              <a:gd name="csX3" fmla="*/ 7859949 w 12431950"/>
              <a:gd name="csY3" fmla="*/ 502909 h 2572956"/>
              <a:gd name="csX4" fmla="*/ 11400817 w 12431950"/>
              <a:gd name="csY4" fmla="*/ 269445 h 2572956"/>
              <a:gd name="csX5" fmla="*/ 12431950 w 12431950"/>
              <a:gd name="csY5" fmla="*/ 152714 h 2572956"/>
              <a:gd name="csX0" fmla="*/ 0 w 12431950"/>
              <a:gd name="csY0" fmla="*/ 1981513 h 2556680"/>
              <a:gd name="csX1" fmla="*/ 2548647 w 12431950"/>
              <a:gd name="csY1" fmla="*/ 2341437 h 2556680"/>
              <a:gd name="csX2" fmla="*/ 6196519 w 12431950"/>
              <a:gd name="csY2" fmla="*/ 1855054 h 2556680"/>
              <a:gd name="csX3" fmla="*/ 7859949 w 12431950"/>
              <a:gd name="csY3" fmla="*/ 502909 h 2556680"/>
              <a:gd name="csX4" fmla="*/ 11400817 w 12431950"/>
              <a:gd name="csY4" fmla="*/ 269445 h 2556680"/>
              <a:gd name="csX5" fmla="*/ 12431950 w 12431950"/>
              <a:gd name="csY5" fmla="*/ 152714 h 2556680"/>
              <a:gd name="csX0" fmla="*/ 0 w 12431950"/>
              <a:gd name="csY0" fmla="*/ 1981513 h 2512003"/>
              <a:gd name="csX1" fmla="*/ 2548647 w 12431950"/>
              <a:gd name="csY1" fmla="*/ 2341437 h 2512003"/>
              <a:gd name="csX2" fmla="*/ 6196519 w 12431950"/>
              <a:gd name="csY2" fmla="*/ 1855054 h 2512003"/>
              <a:gd name="csX3" fmla="*/ 7859949 w 12431950"/>
              <a:gd name="csY3" fmla="*/ 502909 h 2512003"/>
              <a:gd name="csX4" fmla="*/ 11400817 w 12431950"/>
              <a:gd name="csY4" fmla="*/ 269445 h 2512003"/>
              <a:gd name="csX5" fmla="*/ 12431950 w 12431950"/>
              <a:gd name="csY5" fmla="*/ 152714 h 2512003"/>
              <a:gd name="csX0" fmla="*/ 0 w 12431950"/>
              <a:gd name="csY0" fmla="*/ 1981513 h 2543885"/>
              <a:gd name="csX1" fmla="*/ 2548647 w 12431950"/>
              <a:gd name="csY1" fmla="*/ 2341437 h 2543885"/>
              <a:gd name="csX2" fmla="*/ 6196519 w 12431950"/>
              <a:gd name="csY2" fmla="*/ 1855054 h 2543885"/>
              <a:gd name="csX3" fmla="*/ 7859949 w 12431950"/>
              <a:gd name="csY3" fmla="*/ 502909 h 2543885"/>
              <a:gd name="csX4" fmla="*/ 11400817 w 12431950"/>
              <a:gd name="csY4" fmla="*/ 269445 h 2543885"/>
              <a:gd name="csX5" fmla="*/ 12431950 w 12431950"/>
              <a:gd name="csY5" fmla="*/ 152714 h 2543885"/>
              <a:gd name="csX0" fmla="*/ 0 w 12431950"/>
              <a:gd name="csY0" fmla="*/ 1981513 h 2556680"/>
              <a:gd name="csX1" fmla="*/ 2548647 w 12431950"/>
              <a:gd name="csY1" fmla="*/ 2341437 h 2556680"/>
              <a:gd name="csX2" fmla="*/ 6196519 w 12431950"/>
              <a:gd name="csY2" fmla="*/ 1855054 h 2556680"/>
              <a:gd name="csX3" fmla="*/ 7859949 w 12431950"/>
              <a:gd name="csY3" fmla="*/ 502909 h 2556680"/>
              <a:gd name="csX4" fmla="*/ 11400817 w 12431950"/>
              <a:gd name="csY4" fmla="*/ 269445 h 2556680"/>
              <a:gd name="csX5" fmla="*/ 12431950 w 12431950"/>
              <a:gd name="csY5" fmla="*/ 152714 h 2556680"/>
              <a:gd name="csX0" fmla="*/ 0 w 12431950"/>
              <a:gd name="csY0" fmla="*/ 1981513 h 2556680"/>
              <a:gd name="csX1" fmla="*/ 2548647 w 12431950"/>
              <a:gd name="csY1" fmla="*/ 2341437 h 2556680"/>
              <a:gd name="csX2" fmla="*/ 6196519 w 12431950"/>
              <a:gd name="csY2" fmla="*/ 1855054 h 2556680"/>
              <a:gd name="csX3" fmla="*/ 7859949 w 12431950"/>
              <a:gd name="csY3" fmla="*/ 502909 h 2556680"/>
              <a:gd name="csX4" fmla="*/ 11400817 w 12431950"/>
              <a:gd name="csY4" fmla="*/ 269445 h 2556680"/>
              <a:gd name="csX5" fmla="*/ 12431950 w 12431950"/>
              <a:gd name="csY5" fmla="*/ 152714 h 2556680"/>
              <a:gd name="csX0" fmla="*/ 0 w 12431950"/>
              <a:gd name="csY0" fmla="*/ 1981513 h 2538971"/>
              <a:gd name="csX1" fmla="*/ 2548647 w 12431950"/>
              <a:gd name="csY1" fmla="*/ 2341437 h 2538971"/>
              <a:gd name="csX2" fmla="*/ 6196519 w 12431950"/>
              <a:gd name="csY2" fmla="*/ 1855054 h 2538971"/>
              <a:gd name="csX3" fmla="*/ 7859949 w 12431950"/>
              <a:gd name="csY3" fmla="*/ 502909 h 2538971"/>
              <a:gd name="csX4" fmla="*/ 11400817 w 12431950"/>
              <a:gd name="csY4" fmla="*/ 269445 h 2538971"/>
              <a:gd name="csX5" fmla="*/ 12431950 w 12431950"/>
              <a:gd name="csY5" fmla="*/ 152714 h 25389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431950" h="2538971">
                <a:moveTo>
                  <a:pt x="0" y="1981513"/>
                </a:moveTo>
                <a:cubicBezTo>
                  <a:pt x="942773" y="1977459"/>
                  <a:pt x="1253247" y="1983134"/>
                  <a:pt x="2548647" y="2341437"/>
                </a:cubicBezTo>
                <a:cubicBezTo>
                  <a:pt x="3844047" y="2699740"/>
                  <a:pt x="5145932" y="2589493"/>
                  <a:pt x="6196519" y="1855054"/>
                </a:cubicBezTo>
                <a:cubicBezTo>
                  <a:pt x="7247106" y="1120615"/>
                  <a:pt x="6637506" y="1480539"/>
                  <a:pt x="7859949" y="502909"/>
                </a:cubicBezTo>
                <a:cubicBezTo>
                  <a:pt x="8192310" y="316462"/>
                  <a:pt x="8938098" y="-375823"/>
                  <a:pt x="11400817" y="269445"/>
                </a:cubicBezTo>
                <a:cubicBezTo>
                  <a:pt x="12081752" y="382935"/>
                  <a:pt x="12235776" y="159199"/>
                  <a:pt x="12431950" y="152714"/>
                </a:cubicBezTo>
              </a:path>
            </a:pathLst>
          </a:custGeom>
          <a:noFill/>
          <a:ln w="101600">
            <a:gradFill flip="none" rotWithShape="1">
              <a:gsLst>
                <a:gs pos="0">
                  <a:schemeClr val="accent3">
                    <a:alpha val="0"/>
                  </a:schemeClr>
                </a:gs>
                <a:gs pos="50000">
                  <a:schemeClr val="tx2"/>
                </a:gs>
                <a:gs pos="85000">
                  <a:schemeClr val="accent1"/>
                </a:gs>
                <a:gs pos="15000">
                  <a:schemeClr val="accent1"/>
                </a:gs>
                <a:gs pos="100000">
                  <a:schemeClr val="accent3">
                    <a:alpha val="0"/>
                  </a:schemeClr>
                </a:gs>
              </a:gsLst>
              <a:lin ang="0" scaled="1"/>
              <a:tileRect/>
            </a:gradFill>
            <a:extLst>
              <a:ext uri="{C807C97D-BFC1-408E-A445-0C87EB9F89A2}">
                <ask:lineSketchStyleProps xmlns:ask="http://schemas.microsoft.com/office/drawing/2018/sketchyshapes" sd="3523161294">
                  <a:custGeom>
                    <a:avLst/>
                    <a:gdLst>
                      <a:gd name="csX0" fmla="*/ 0 w 12431950"/>
                      <a:gd name="csY0" fmla="*/ 1981513 h 2538971"/>
                      <a:gd name="csX1" fmla="*/ 2548647 w 12431950"/>
                      <a:gd name="csY1" fmla="*/ 2341437 h 2538971"/>
                      <a:gd name="csX2" fmla="*/ 6196519 w 12431950"/>
                      <a:gd name="csY2" fmla="*/ 1855054 h 2538971"/>
                      <a:gd name="csX3" fmla="*/ 7859949 w 12431950"/>
                      <a:gd name="csY3" fmla="*/ 502909 h 2538971"/>
                      <a:gd name="csX4" fmla="*/ 11400817 w 12431950"/>
                      <a:gd name="csY4" fmla="*/ 269445 h 2538971"/>
                      <a:gd name="csX5" fmla="*/ 12431950 w 12431950"/>
                      <a:gd name="csY5" fmla="*/ 152714 h 253897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12431950" h="2538971" extrusionOk="0">
                        <a:moveTo>
                          <a:pt x="0" y="1981513"/>
                        </a:moveTo>
                        <a:cubicBezTo>
                          <a:pt x="872249" y="1939802"/>
                          <a:pt x="1217872" y="1936617"/>
                          <a:pt x="2548647" y="2341437"/>
                        </a:cubicBezTo>
                        <a:cubicBezTo>
                          <a:pt x="3794264" y="2788847"/>
                          <a:pt x="5214231" y="2439267"/>
                          <a:pt x="6196519" y="1855054"/>
                        </a:cubicBezTo>
                        <a:cubicBezTo>
                          <a:pt x="7192206" y="1129619"/>
                          <a:pt x="6701712" y="1466954"/>
                          <a:pt x="7859949" y="502909"/>
                        </a:cubicBezTo>
                        <a:cubicBezTo>
                          <a:pt x="8215779" y="316916"/>
                          <a:pt x="8827787" y="-92530"/>
                          <a:pt x="11400817" y="269445"/>
                        </a:cubicBezTo>
                        <a:cubicBezTo>
                          <a:pt x="12124504" y="420188"/>
                          <a:pt x="12246530" y="142432"/>
                          <a:pt x="12431950" y="152714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DE50E3ED-2DE3-2799-FE2F-B24B7CAD434B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0B64B28E-1BE4-678D-6378-E25BB8D0BC6B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600" b="1" spc="150" dirty="0">
                <a:latin typeface="+mn-ea"/>
              </a:rPr>
              <a:t>後續規劃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2A3246C-9A43-F387-168B-71534A1DDA8D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ROADMAP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grpSp>
        <p:nvGrpSpPr>
          <p:cNvPr id="10" name="群組 9" hidden="1">
            <a:extLst>
              <a:ext uri="{FF2B5EF4-FFF2-40B4-BE49-F238E27FC236}">
                <a16:creationId xmlns:a16="http://schemas.microsoft.com/office/drawing/2014/main" id="{24195F72-06F8-E9B5-A2E7-2C3A84DC620D}"/>
              </a:ext>
            </a:extLst>
          </p:cNvPr>
          <p:cNvGrpSpPr>
            <a:grpSpLocks/>
          </p:cNvGrpSpPr>
          <p:nvPr/>
        </p:nvGrpSpPr>
        <p:grpSpPr>
          <a:xfrm>
            <a:off x="-2314406" y="1493035"/>
            <a:ext cx="15634623" cy="3486974"/>
            <a:chOff x="-4145404" y="2233701"/>
            <a:chExt cx="23832115" cy="5315251"/>
          </a:xfrm>
        </p:grpSpPr>
        <p:sp>
          <p:nvSpPr>
            <p:cNvPr id="2" name="Freeform 3">
              <a:extLst>
                <a:ext uri="{FF2B5EF4-FFF2-40B4-BE49-F238E27FC236}">
                  <a16:creationId xmlns:a16="http://schemas.microsoft.com/office/drawing/2014/main" id="{C61E057B-1392-711A-CB06-F00A7844A818}"/>
                </a:ext>
              </a:extLst>
            </p:cNvPr>
            <p:cNvSpPr>
              <a:spLocks/>
            </p:cNvSpPr>
            <p:nvPr/>
          </p:nvSpPr>
          <p:spPr>
            <a:xfrm>
              <a:off x="3201935" y="5438146"/>
              <a:ext cx="6664269" cy="1892339"/>
            </a:xfrm>
            <a:custGeom>
              <a:avLst/>
              <a:gdLst/>
              <a:ahLst/>
              <a:cxnLst/>
              <a:rect l="l" t="t" r="r" b="b"/>
              <a:pathLst>
                <a:path w="6664269" h="1892339">
                  <a:moveTo>
                    <a:pt x="0" y="1586627"/>
                  </a:moveTo>
                  <a:quadBezTo>
                    <a:pt x="3774874" y="2652938"/>
                    <a:pt x="6664270" y="0"/>
                  </a:quadBezTo>
                </a:path>
              </a:pathLst>
            </a:custGeom>
            <a:ln w="101600" cap="flat">
              <a:gradFill>
                <a:gsLst>
                  <a:gs pos="0">
                    <a:srgbClr val="62818F">
                      <a:alpha val="100000"/>
                    </a:srgbClr>
                  </a:gs>
                  <a:gs pos="50000">
                    <a:srgbClr val="597684">
                      <a:alpha val="100000"/>
                    </a:srgbClr>
                  </a:gs>
                  <a:gs pos="100000">
                    <a:srgbClr val="4A6572">
                      <a:alpha val="100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" name="Freeform 4">
              <a:extLst>
                <a:ext uri="{FF2B5EF4-FFF2-40B4-BE49-F238E27FC236}">
                  <a16:creationId xmlns:a16="http://schemas.microsoft.com/office/drawing/2014/main" id="{BD9FE36E-F9F7-B439-2F82-3D5927291DDA}"/>
                </a:ext>
              </a:extLst>
            </p:cNvPr>
            <p:cNvSpPr>
              <a:spLocks/>
            </p:cNvSpPr>
            <p:nvPr/>
          </p:nvSpPr>
          <p:spPr>
            <a:xfrm>
              <a:off x="15959986" y="2233701"/>
              <a:ext cx="3726725" cy="1662386"/>
            </a:xfrm>
            <a:custGeom>
              <a:avLst/>
              <a:gdLst/>
              <a:ahLst/>
              <a:cxnLst/>
              <a:rect l="l" t="t" r="r" b="b"/>
              <a:pathLst>
                <a:path w="3726725" h="1662386">
                  <a:moveTo>
                    <a:pt x="0" y="1513728"/>
                  </a:moveTo>
                  <a:quadBezTo>
                    <a:pt x="2585912" y="2159503"/>
                    <a:pt x="3726725" y="0"/>
                  </a:quadBezTo>
                </a:path>
              </a:pathLst>
            </a:custGeom>
            <a:ln w="101600" cap="flat">
              <a:gradFill>
                <a:gsLst>
                  <a:gs pos="0">
                    <a:srgbClr val="4A6572">
                      <a:alpha val="100000"/>
                    </a:srgbClr>
                  </a:gs>
                  <a:gs pos="50000">
                    <a:srgbClr val="4A6572">
                      <a:alpha val="0"/>
                    </a:srgbClr>
                  </a:gs>
                  <a:gs pos="100000">
                    <a:srgbClr val="4A6572">
                      <a:alpha val="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E228345-2486-FC0E-0257-3AE5592C01B3}"/>
                </a:ext>
              </a:extLst>
            </p:cNvPr>
            <p:cNvSpPr>
              <a:spLocks/>
            </p:cNvSpPr>
            <p:nvPr/>
          </p:nvSpPr>
          <p:spPr>
            <a:xfrm>
              <a:off x="-4145404" y="6485915"/>
              <a:ext cx="7357101" cy="1063037"/>
            </a:xfrm>
            <a:custGeom>
              <a:avLst/>
              <a:gdLst/>
              <a:ahLst/>
              <a:cxnLst/>
              <a:rect l="l" t="t" r="r" b="b"/>
              <a:pathLst>
                <a:path w="7357101" h="1063037">
                  <a:moveTo>
                    <a:pt x="7357100" y="540033"/>
                  </a:moveTo>
                  <a:quadBezTo>
                    <a:pt x="3044193" y="-757678"/>
                    <a:pt x="0" y="1063037"/>
                  </a:quadBezTo>
                </a:path>
              </a:pathLst>
            </a:custGeom>
            <a:ln w="101600" cap="flat">
              <a:gradFill>
                <a:gsLst>
                  <a:gs pos="100000">
                    <a:srgbClr val="607D8B">
                      <a:alpha val="100000"/>
                    </a:srgbClr>
                  </a:gs>
                  <a:gs pos="50000">
                    <a:srgbClr val="607D8B">
                      <a:alpha val="0"/>
                    </a:srgbClr>
                  </a:gs>
                  <a:gs pos="0">
                    <a:srgbClr val="607D8B">
                      <a:alpha val="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B8B47B86-C67F-5EE1-CA28-26553C26AC32}"/>
                </a:ext>
              </a:extLst>
            </p:cNvPr>
            <p:cNvSpPr>
              <a:spLocks/>
            </p:cNvSpPr>
            <p:nvPr/>
          </p:nvSpPr>
          <p:spPr>
            <a:xfrm>
              <a:off x="9859352" y="3464142"/>
              <a:ext cx="6104220" cy="1986082"/>
            </a:xfrm>
            <a:custGeom>
              <a:avLst/>
              <a:gdLst/>
              <a:ahLst/>
              <a:cxnLst/>
              <a:rect l="l" t="t" r="r" b="b"/>
              <a:pathLst>
                <a:path w="6104220" h="1986082">
                  <a:moveTo>
                    <a:pt x="6104221" y="280044"/>
                  </a:moveTo>
                  <a:quadBezTo>
                    <a:pt x="2527002" y="-745781"/>
                    <a:pt x="0" y="1986082"/>
                  </a:quadBezTo>
                </a:path>
              </a:pathLst>
            </a:custGeom>
            <a:ln w="101600" cap="flat">
              <a:solidFill>
                <a:srgbClr val="4A6572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2AAFC298-7A2F-A313-AD3A-4A3553471C83}"/>
              </a:ext>
            </a:extLst>
          </p:cNvPr>
          <p:cNvGrpSpPr/>
          <p:nvPr/>
        </p:nvGrpSpPr>
        <p:grpSpPr>
          <a:xfrm>
            <a:off x="758890" y="2656954"/>
            <a:ext cx="2073349" cy="1115721"/>
            <a:chOff x="758890" y="2656954"/>
            <a:chExt cx="2073349" cy="1115721"/>
          </a:xfrm>
        </p:grpSpPr>
        <p:sp>
          <p:nvSpPr>
            <p:cNvPr id="39" name="TextBox 55">
              <a:extLst>
                <a:ext uri="{FF2B5EF4-FFF2-40B4-BE49-F238E27FC236}">
                  <a16:creationId xmlns:a16="http://schemas.microsoft.com/office/drawing/2014/main" id="{E7C06FCA-E506-B355-52D0-004C63832BF0}"/>
                </a:ext>
              </a:extLst>
            </p:cNvPr>
            <p:cNvSpPr txBox="1"/>
            <p:nvPr/>
          </p:nvSpPr>
          <p:spPr>
            <a:xfrm>
              <a:off x="758890" y="2656954"/>
              <a:ext cx="19621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zh-TW" altLang="en-US" sz="2000" b="1" spc="50" dirty="0">
                  <a:solidFill>
                    <a:schemeClr val="accent6"/>
                  </a:solidFill>
                </a:rPr>
                <a:t>專利申請</a:t>
              </a:r>
              <a:endParaRPr lang="en-US" sz="2000" b="1" spc="50" dirty="0">
                <a:solidFill>
                  <a:schemeClr val="accent6"/>
                </a:solidFill>
              </a:endParaRPr>
            </a:p>
          </p:txBody>
        </p:sp>
        <p:sp>
          <p:nvSpPr>
            <p:cNvPr id="40" name="TextBox 56">
              <a:extLst>
                <a:ext uri="{FF2B5EF4-FFF2-40B4-BE49-F238E27FC236}">
                  <a16:creationId xmlns:a16="http://schemas.microsoft.com/office/drawing/2014/main" id="{6DA111D4-CD70-BFB7-E069-522A81E3CFBA}"/>
                </a:ext>
              </a:extLst>
            </p:cNvPr>
            <p:cNvSpPr txBox="1"/>
            <p:nvPr/>
          </p:nvSpPr>
          <p:spPr>
            <a:xfrm>
              <a:off x="771339" y="3067225"/>
              <a:ext cx="2060900" cy="705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TW" altLang="en-US" sz="1600" spc="50" dirty="0">
                  <a:solidFill>
                    <a:schemeClr val="tx2"/>
                  </a:solidFill>
                </a:rPr>
                <a:t>就書櫃結構機構</a:t>
              </a:r>
              <a:endParaRPr lang="en-US" altLang="zh-TW" sz="1600" spc="50" dirty="0">
                <a:solidFill>
                  <a:schemeClr val="tx2"/>
                </a:solidFill>
              </a:endParaRPr>
            </a:p>
            <a:p>
              <a:pPr>
                <a:lnSpc>
                  <a:spcPct val="130000"/>
                </a:lnSpc>
              </a:pPr>
              <a:r>
                <a:rPr lang="zh-TW" altLang="en-US" sz="1600" spc="50" dirty="0">
                  <a:solidFill>
                    <a:schemeClr val="tx2"/>
                  </a:solidFill>
                </a:rPr>
                <a:t>申請新型專利</a:t>
              </a:r>
              <a:endParaRPr lang="en-ID" sz="1600" spc="5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8A5DBEFB-35C7-47E7-E926-B343E4FD2006}"/>
              </a:ext>
            </a:extLst>
          </p:cNvPr>
          <p:cNvGrpSpPr/>
          <p:nvPr/>
        </p:nvGrpSpPr>
        <p:grpSpPr>
          <a:xfrm>
            <a:off x="3074521" y="3050121"/>
            <a:ext cx="3420261" cy="1115721"/>
            <a:chOff x="3074521" y="3050121"/>
            <a:chExt cx="3420261" cy="1115721"/>
          </a:xfrm>
        </p:grpSpPr>
        <p:sp>
          <p:nvSpPr>
            <p:cNvPr id="41" name="TextBox 55">
              <a:extLst>
                <a:ext uri="{FF2B5EF4-FFF2-40B4-BE49-F238E27FC236}">
                  <a16:creationId xmlns:a16="http://schemas.microsoft.com/office/drawing/2014/main" id="{9CB6AE69-0E4E-1469-A12D-8BC6E75A7A45}"/>
                </a:ext>
              </a:extLst>
            </p:cNvPr>
            <p:cNvSpPr txBox="1"/>
            <p:nvPr/>
          </p:nvSpPr>
          <p:spPr>
            <a:xfrm>
              <a:off x="3074521" y="3050121"/>
              <a:ext cx="19621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zh-TW" altLang="en-US" sz="2000" b="1" spc="50" dirty="0">
                  <a:solidFill>
                    <a:schemeClr val="accent6"/>
                  </a:solidFill>
                </a:rPr>
                <a:t>區塊鏈實作</a:t>
              </a:r>
              <a:endParaRPr lang="en-US" sz="2000" b="1" spc="50" dirty="0">
                <a:solidFill>
                  <a:schemeClr val="accent6"/>
                </a:solidFill>
              </a:endParaRPr>
            </a:p>
          </p:txBody>
        </p:sp>
        <p:sp>
          <p:nvSpPr>
            <p:cNvPr id="42" name="TextBox 56">
              <a:extLst>
                <a:ext uri="{FF2B5EF4-FFF2-40B4-BE49-F238E27FC236}">
                  <a16:creationId xmlns:a16="http://schemas.microsoft.com/office/drawing/2014/main" id="{5B1E5746-18C5-ED73-01D5-936CD0E1E793}"/>
                </a:ext>
              </a:extLst>
            </p:cNvPr>
            <p:cNvSpPr txBox="1"/>
            <p:nvPr/>
          </p:nvSpPr>
          <p:spPr>
            <a:xfrm>
              <a:off x="3086969" y="3460392"/>
              <a:ext cx="3407813" cy="705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TW" altLang="en-US" sz="1600" spc="50" dirty="0">
                  <a:solidFill>
                    <a:schemeClr val="tx2"/>
                  </a:solidFill>
                </a:rPr>
                <a:t>導入代幣化交易</a:t>
              </a:r>
              <a:endParaRPr lang="en-US" altLang="zh-TW" sz="1600" spc="50" dirty="0">
                <a:solidFill>
                  <a:schemeClr val="tx2"/>
                </a:solidFill>
              </a:endParaRPr>
            </a:p>
            <a:p>
              <a:pPr>
                <a:lnSpc>
                  <a:spcPct val="130000"/>
                </a:lnSpc>
              </a:pPr>
              <a:r>
                <a:rPr lang="zh-TW" altLang="en-US" sz="1600" spc="50" dirty="0">
                  <a:solidFill>
                    <a:schemeClr val="tx2"/>
                  </a:solidFill>
                </a:rPr>
                <a:t>並將交易紀錄上鏈</a:t>
              </a:r>
              <a:endParaRPr lang="en-ID" sz="1600" spc="5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B9FBA62C-1B43-CE5B-F32A-EE5D92544F19}"/>
              </a:ext>
            </a:extLst>
          </p:cNvPr>
          <p:cNvGrpSpPr/>
          <p:nvPr/>
        </p:nvGrpSpPr>
        <p:grpSpPr>
          <a:xfrm>
            <a:off x="10016301" y="3000832"/>
            <a:ext cx="1962150" cy="1115721"/>
            <a:chOff x="10016301" y="3000832"/>
            <a:chExt cx="1962150" cy="1115721"/>
          </a:xfrm>
        </p:grpSpPr>
        <p:sp>
          <p:nvSpPr>
            <p:cNvPr id="59" name="TextBox 55">
              <a:extLst>
                <a:ext uri="{FF2B5EF4-FFF2-40B4-BE49-F238E27FC236}">
                  <a16:creationId xmlns:a16="http://schemas.microsoft.com/office/drawing/2014/main" id="{39E6B790-2AA1-D6C0-6295-8D00F0835E85}"/>
                </a:ext>
              </a:extLst>
            </p:cNvPr>
            <p:cNvSpPr txBox="1"/>
            <p:nvPr/>
          </p:nvSpPr>
          <p:spPr>
            <a:xfrm>
              <a:off x="10016301" y="3000832"/>
              <a:ext cx="19621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zh-TW" altLang="en-US" sz="2000" b="1" spc="50" dirty="0">
                  <a:solidFill>
                    <a:schemeClr val="accent6"/>
                  </a:solidFill>
                </a:rPr>
                <a:t>盈利模式</a:t>
              </a:r>
              <a:endParaRPr lang="en-US" sz="2000" b="1" spc="50" dirty="0">
                <a:solidFill>
                  <a:schemeClr val="accent6"/>
                </a:solidFill>
              </a:endParaRPr>
            </a:p>
          </p:txBody>
        </p:sp>
        <p:sp>
          <p:nvSpPr>
            <p:cNvPr id="63" name="TextBox 56">
              <a:extLst>
                <a:ext uri="{FF2B5EF4-FFF2-40B4-BE49-F238E27FC236}">
                  <a16:creationId xmlns:a16="http://schemas.microsoft.com/office/drawing/2014/main" id="{F5C850CE-C4E1-2677-019F-A5AEBE2176DD}"/>
                </a:ext>
              </a:extLst>
            </p:cNvPr>
            <p:cNvSpPr txBox="1"/>
            <p:nvPr/>
          </p:nvSpPr>
          <p:spPr>
            <a:xfrm>
              <a:off x="10028750" y="3411103"/>
              <a:ext cx="1521874" cy="705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TW" altLang="en-US" sz="1600" spc="50" dirty="0">
                  <a:solidFill>
                    <a:schemeClr val="tx2"/>
                  </a:solidFill>
                </a:rPr>
                <a:t>廣告置入與</a:t>
              </a:r>
              <a:endParaRPr lang="en-US" altLang="zh-TW" sz="1600" spc="50" dirty="0">
                <a:solidFill>
                  <a:schemeClr val="tx2"/>
                </a:solidFill>
              </a:endParaRPr>
            </a:p>
            <a:p>
              <a:pPr>
                <a:lnSpc>
                  <a:spcPct val="130000"/>
                </a:lnSpc>
              </a:pPr>
              <a:r>
                <a:rPr lang="zh-TW" altLang="en-US" sz="1600" spc="50" dirty="0">
                  <a:solidFill>
                    <a:schemeClr val="tx2"/>
                  </a:solidFill>
                </a:rPr>
                <a:t>交易手續費等</a:t>
              </a:r>
              <a:endParaRPr lang="en-ID" sz="1600" spc="5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2D208EFD-DF0B-5FC3-1FAA-B411A76984E4}"/>
              </a:ext>
            </a:extLst>
          </p:cNvPr>
          <p:cNvGrpSpPr/>
          <p:nvPr/>
        </p:nvGrpSpPr>
        <p:grpSpPr>
          <a:xfrm>
            <a:off x="865220" y="4040692"/>
            <a:ext cx="602076" cy="655695"/>
            <a:chOff x="865220" y="4040692"/>
            <a:chExt cx="602076" cy="655695"/>
          </a:xfrm>
        </p:grpSpPr>
        <p:sp>
          <p:nvSpPr>
            <p:cNvPr id="34" name="Graphic 18">
              <a:extLst>
                <a:ext uri="{FF2B5EF4-FFF2-40B4-BE49-F238E27FC236}">
                  <a16:creationId xmlns:a16="http://schemas.microsoft.com/office/drawing/2014/main" id="{BE89CB4B-CD5C-5687-E3BE-DEC0A1FD9ED7}"/>
                </a:ext>
              </a:extLst>
            </p:cNvPr>
            <p:cNvSpPr/>
            <p:nvPr/>
          </p:nvSpPr>
          <p:spPr>
            <a:xfrm>
              <a:off x="865220" y="4040692"/>
              <a:ext cx="602076" cy="655695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67" name="圖形 66">
              <a:extLst>
                <a:ext uri="{FF2B5EF4-FFF2-40B4-BE49-F238E27FC236}">
                  <a16:creationId xmlns:a16="http://schemas.microsoft.com/office/drawing/2014/main" id="{6DC51678-1303-C1F8-84FE-4D6C85449D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50258" y="4152539"/>
              <a:ext cx="432000" cy="432000"/>
            </a:xfrm>
            <a:prstGeom prst="rect">
              <a:avLst/>
            </a:prstGeom>
          </p:spPr>
        </p:pic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64584501-3328-E11B-2F32-7F6F902946BC}"/>
              </a:ext>
            </a:extLst>
          </p:cNvPr>
          <p:cNvGrpSpPr/>
          <p:nvPr/>
        </p:nvGrpSpPr>
        <p:grpSpPr>
          <a:xfrm>
            <a:off x="3180459" y="4465161"/>
            <a:ext cx="602076" cy="655695"/>
            <a:chOff x="3180459" y="4465161"/>
            <a:chExt cx="602076" cy="655695"/>
          </a:xfrm>
        </p:grpSpPr>
        <p:sp>
          <p:nvSpPr>
            <p:cNvPr id="36" name="Graphic 18">
              <a:extLst>
                <a:ext uri="{FF2B5EF4-FFF2-40B4-BE49-F238E27FC236}">
                  <a16:creationId xmlns:a16="http://schemas.microsoft.com/office/drawing/2014/main" id="{50258AC8-8B38-DBDF-1030-E311A6A3C001}"/>
                </a:ext>
              </a:extLst>
            </p:cNvPr>
            <p:cNvSpPr/>
            <p:nvPr/>
          </p:nvSpPr>
          <p:spPr>
            <a:xfrm>
              <a:off x="3180459" y="4465161"/>
              <a:ext cx="602076" cy="655695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73" name="圖形 72">
              <a:extLst>
                <a:ext uri="{FF2B5EF4-FFF2-40B4-BE49-F238E27FC236}">
                  <a16:creationId xmlns:a16="http://schemas.microsoft.com/office/drawing/2014/main" id="{20F19DC2-EA01-2446-70D1-9D2A2E9ECB2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65497" y="4577008"/>
              <a:ext cx="432000" cy="432000"/>
            </a:xfrm>
            <a:prstGeom prst="rect">
              <a:avLst/>
            </a:prstGeom>
          </p:spPr>
        </p:pic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FBE20879-31D0-2E05-4D30-243E96969289}"/>
              </a:ext>
            </a:extLst>
          </p:cNvPr>
          <p:cNvGrpSpPr/>
          <p:nvPr/>
        </p:nvGrpSpPr>
        <p:grpSpPr>
          <a:xfrm>
            <a:off x="5495698" y="3983257"/>
            <a:ext cx="602076" cy="655695"/>
            <a:chOff x="5495698" y="3983257"/>
            <a:chExt cx="602076" cy="655695"/>
          </a:xfrm>
        </p:grpSpPr>
        <p:sp>
          <p:nvSpPr>
            <p:cNvPr id="37" name="Graphic 18">
              <a:extLst>
                <a:ext uri="{FF2B5EF4-FFF2-40B4-BE49-F238E27FC236}">
                  <a16:creationId xmlns:a16="http://schemas.microsoft.com/office/drawing/2014/main" id="{17D55A0B-5D6F-8CC0-DF28-03C3B5EFB889}"/>
                </a:ext>
              </a:extLst>
            </p:cNvPr>
            <p:cNvSpPr/>
            <p:nvPr/>
          </p:nvSpPr>
          <p:spPr>
            <a:xfrm>
              <a:off x="5495698" y="3983257"/>
              <a:ext cx="602076" cy="655695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77" name="圖形 76">
              <a:extLst>
                <a:ext uri="{FF2B5EF4-FFF2-40B4-BE49-F238E27FC236}">
                  <a16:creationId xmlns:a16="http://schemas.microsoft.com/office/drawing/2014/main" id="{9C591A16-D938-9921-BF2A-568D0F99493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80736" y="4095104"/>
              <a:ext cx="432000" cy="432000"/>
            </a:xfrm>
            <a:prstGeom prst="rect">
              <a:avLst/>
            </a:prstGeom>
          </p:spPr>
        </p:pic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14C9DE7A-758E-3FDF-9A2D-89B0FF0F58BC}"/>
              </a:ext>
            </a:extLst>
          </p:cNvPr>
          <p:cNvGrpSpPr/>
          <p:nvPr/>
        </p:nvGrpSpPr>
        <p:grpSpPr>
          <a:xfrm>
            <a:off x="10126175" y="2032562"/>
            <a:ext cx="602076" cy="655695"/>
            <a:chOff x="10126175" y="2032562"/>
            <a:chExt cx="602076" cy="655695"/>
          </a:xfrm>
        </p:grpSpPr>
        <p:sp>
          <p:nvSpPr>
            <p:cNvPr id="35" name="Graphic 18">
              <a:extLst>
                <a:ext uri="{FF2B5EF4-FFF2-40B4-BE49-F238E27FC236}">
                  <a16:creationId xmlns:a16="http://schemas.microsoft.com/office/drawing/2014/main" id="{0F1B1684-C90E-B40D-3C11-B976CB374966}"/>
                </a:ext>
              </a:extLst>
            </p:cNvPr>
            <p:cNvSpPr/>
            <p:nvPr/>
          </p:nvSpPr>
          <p:spPr>
            <a:xfrm>
              <a:off x="10126175" y="2032562"/>
              <a:ext cx="602076" cy="655695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79" name="圖形 78">
              <a:extLst>
                <a:ext uri="{FF2B5EF4-FFF2-40B4-BE49-F238E27FC236}">
                  <a16:creationId xmlns:a16="http://schemas.microsoft.com/office/drawing/2014/main" id="{CBED62F5-14A9-49E0-FADA-005BADE4A1F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211213" y="2144409"/>
              <a:ext cx="432000" cy="432000"/>
            </a:xfrm>
            <a:prstGeom prst="rect">
              <a:avLst/>
            </a:prstGeom>
          </p:spPr>
        </p:pic>
      </p:grp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DDC4E61-A6ED-8F1E-9D68-5CC376123418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33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B696EC87-DA5F-6CE7-EAB7-53275A24A12B}"/>
              </a:ext>
            </a:extLst>
          </p:cNvPr>
          <p:cNvGrpSpPr/>
          <p:nvPr/>
        </p:nvGrpSpPr>
        <p:grpSpPr>
          <a:xfrm>
            <a:off x="7521106" y="3389304"/>
            <a:ext cx="1962150" cy="1115721"/>
            <a:chOff x="5389687" y="4946559"/>
            <a:chExt cx="1962150" cy="1115721"/>
          </a:xfrm>
        </p:grpSpPr>
        <p:sp>
          <p:nvSpPr>
            <p:cNvPr id="25" name="TextBox 55">
              <a:extLst>
                <a:ext uri="{FF2B5EF4-FFF2-40B4-BE49-F238E27FC236}">
                  <a16:creationId xmlns:a16="http://schemas.microsoft.com/office/drawing/2014/main" id="{8F2CBF57-37D8-A6CD-C46C-88E9797C354E}"/>
                </a:ext>
              </a:extLst>
            </p:cNvPr>
            <p:cNvSpPr txBox="1"/>
            <p:nvPr/>
          </p:nvSpPr>
          <p:spPr>
            <a:xfrm>
              <a:off x="5389687" y="4946559"/>
              <a:ext cx="19621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1200"/>
                </a:spcBef>
              </a:pPr>
              <a:r>
                <a:rPr lang="zh-TW" altLang="en-US" sz="2000" b="1" spc="50" dirty="0">
                  <a:solidFill>
                    <a:schemeClr val="accent6"/>
                  </a:solidFill>
                </a:rPr>
                <a:t>場域擴充</a:t>
              </a:r>
              <a:endParaRPr lang="en-US" sz="2000" b="1" spc="50" dirty="0">
                <a:solidFill>
                  <a:schemeClr val="accent6"/>
                </a:solidFill>
              </a:endParaRPr>
            </a:p>
          </p:txBody>
        </p:sp>
        <p:sp>
          <p:nvSpPr>
            <p:cNvPr id="26" name="TextBox 56">
              <a:extLst>
                <a:ext uri="{FF2B5EF4-FFF2-40B4-BE49-F238E27FC236}">
                  <a16:creationId xmlns:a16="http://schemas.microsoft.com/office/drawing/2014/main" id="{72957A41-DED1-A065-5F36-3F3A5ECA04E8}"/>
                </a:ext>
              </a:extLst>
            </p:cNvPr>
            <p:cNvSpPr txBox="1"/>
            <p:nvPr/>
          </p:nvSpPr>
          <p:spPr>
            <a:xfrm>
              <a:off x="5402136" y="5356830"/>
              <a:ext cx="1751304" cy="705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TW" altLang="en-US" sz="1600" spc="50" dirty="0">
                  <a:solidFill>
                    <a:schemeClr val="tx2"/>
                  </a:solidFill>
                </a:rPr>
                <a:t>與更多學校及</a:t>
              </a:r>
              <a:endParaRPr lang="en-US" altLang="zh-TW" sz="1600" spc="50" dirty="0">
                <a:solidFill>
                  <a:schemeClr val="tx2"/>
                </a:solidFill>
              </a:endParaRPr>
            </a:p>
            <a:p>
              <a:pPr>
                <a:lnSpc>
                  <a:spcPct val="130000"/>
                </a:lnSpc>
              </a:pPr>
              <a:r>
                <a:rPr lang="zh-TW" altLang="en-US" sz="1600" spc="50" dirty="0">
                  <a:solidFill>
                    <a:schemeClr val="tx2"/>
                  </a:solidFill>
                </a:rPr>
                <a:t>公共場域合作</a:t>
              </a:r>
              <a:endParaRPr lang="en-ID" sz="1600" spc="5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2498E0A9-C10C-C93E-1186-F3563D37E1E2}"/>
              </a:ext>
            </a:extLst>
          </p:cNvPr>
          <p:cNvGrpSpPr/>
          <p:nvPr/>
        </p:nvGrpSpPr>
        <p:grpSpPr>
          <a:xfrm>
            <a:off x="7624123" y="2425611"/>
            <a:ext cx="602076" cy="655695"/>
            <a:chOff x="7624123" y="2425611"/>
            <a:chExt cx="602076" cy="655695"/>
          </a:xfrm>
        </p:grpSpPr>
        <p:sp>
          <p:nvSpPr>
            <p:cNvPr id="38" name="Graphic 18">
              <a:extLst>
                <a:ext uri="{FF2B5EF4-FFF2-40B4-BE49-F238E27FC236}">
                  <a16:creationId xmlns:a16="http://schemas.microsoft.com/office/drawing/2014/main" id="{F240D038-620A-C6B6-66ED-4E8072B6449C}"/>
                </a:ext>
              </a:extLst>
            </p:cNvPr>
            <p:cNvSpPr/>
            <p:nvPr/>
          </p:nvSpPr>
          <p:spPr>
            <a:xfrm>
              <a:off x="7624123" y="2425611"/>
              <a:ext cx="602076" cy="655695"/>
            </a:xfrm>
            <a:custGeom>
              <a:avLst/>
              <a:gdLst>
                <a:gd name="connsiteX0" fmla="*/ 1238039 w 3142829"/>
                <a:gd name="connsiteY0" fmla="*/ 89328 h 3422732"/>
                <a:gd name="connsiteX1" fmla="*/ 1904789 w 3142829"/>
                <a:gd name="connsiteY1" fmla="*/ 89328 h 3422732"/>
                <a:gd name="connsiteX2" fmla="*/ 2809455 w 3142829"/>
                <a:gd name="connsiteY2" fmla="*/ 611635 h 3422732"/>
                <a:gd name="connsiteX3" fmla="*/ 3142830 w 3142829"/>
                <a:gd name="connsiteY3" fmla="*/ 1189063 h 3422732"/>
                <a:gd name="connsiteX4" fmla="*/ 3142830 w 3142829"/>
                <a:gd name="connsiteY4" fmla="*/ 2233669 h 3422732"/>
                <a:gd name="connsiteX5" fmla="*/ 2809455 w 3142829"/>
                <a:gd name="connsiteY5" fmla="*/ 2811094 h 3422732"/>
                <a:gd name="connsiteX6" fmla="*/ 1904789 w 3142829"/>
                <a:gd name="connsiteY6" fmla="*/ 3333407 h 3422732"/>
                <a:gd name="connsiteX7" fmla="*/ 1238039 w 3142829"/>
                <a:gd name="connsiteY7" fmla="*/ 3333407 h 3422732"/>
                <a:gd name="connsiteX8" fmla="*/ 333375 w 3142829"/>
                <a:gd name="connsiteY8" fmla="*/ 2811094 h 3422732"/>
                <a:gd name="connsiteX9" fmla="*/ 0 w 3142829"/>
                <a:gd name="connsiteY9" fmla="*/ 2233669 h 3422732"/>
                <a:gd name="connsiteX10" fmla="*/ 0 w 3142829"/>
                <a:gd name="connsiteY10" fmla="*/ 1189063 h 3422732"/>
                <a:gd name="connsiteX11" fmla="*/ 333375 w 3142829"/>
                <a:gd name="connsiteY11" fmla="*/ 611635 h 3422732"/>
                <a:gd name="connsiteX12" fmla="*/ 1238039 w 3142829"/>
                <a:gd name="connsiteY12" fmla="*/ 89328 h 342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2829" h="3422732">
                  <a:moveTo>
                    <a:pt x="1238039" y="89328"/>
                  </a:moveTo>
                  <a:cubicBezTo>
                    <a:pt x="1444332" y="-29776"/>
                    <a:pt x="1698497" y="-29776"/>
                    <a:pt x="1904789" y="89328"/>
                  </a:cubicBezTo>
                  <a:lnTo>
                    <a:pt x="2809455" y="611635"/>
                  </a:lnTo>
                  <a:cubicBezTo>
                    <a:pt x="3015747" y="730738"/>
                    <a:pt x="3142830" y="950852"/>
                    <a:pt x="3142830" y="1189063"/>
                  </a:cubicBezTo>
                  <a:lnTo>
                    <a:pt x="3142830" y="2233669"/>
                  </a:lnTo>
                  <a:cubicBezTo>
                    <a:pt x="3142830" y="2471880"/>
                    <a:pt x="3015747" y="2691993"/>
                    <a:pt x="2809455" y="2811094"/>
                  </a:cubicBezTo>
                  <a:lnTo>
                    <a:pt x="1904789" y="3333407"/>
                  </a:lnTo>
                  <a:cubicBezTo>
                    <a:pt x="1698497" y="3452507"/>
                    <a:pt x="1444332" y="3452507"/>
                    <a:pt x="1238039" y="3333407"/>
                  </a:cubicBezTo>
                  <a:lnTo>
                    <a:pt x="333375" y="2811094"/>
                  </a:lnTo>
                  <a:cubicBezTo>
                    <a:pt x="127082" y="2691993"/>
                    <a:pt x="0" y="2471880"/>
                    <a:pt x="0" y="2233669"/>
                  </a:cubicBezTo>
                  <a:lnTo>
                    <a:pt x="0" y="1189063"/>
                  </a:lnTo>
                  <a:cubicBezTo>
                    <a:pt x="0" y="950852"/>
                    <a:pt x="127082" y="730738"/>
                    <a:pt x="333375" y="611635"/>
                  </a:cubicBezTo>
                  <a:lnTo>
                    <a:pt x="1238039" y="8932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  <a:effectLst>
              <a:outerShdw blurRad="571500" dist="381000" dir="5400000" sx="85000" sy="85000" algn="t" rotWithShape="0">
                <a:schemeClr val="accent1">
                  <a:alpha val="30000"/>
                </a:schemeClr>
              </a:outerShdw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75" name="圖形 74">
              <a:extLst>
                <a:ext uri="{FF2B5EF4-FFF2-40B4-BE49-F238E27FC236}">
                  <a16:creationId xmlns:a16="http://schemas.microsoft.com/office/drawing/2014/main" id="{A987D353-B1FE-69F9-16F0-B2840FF372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709161" y="2537458"/>
              <a:ext cx="432000" cy="43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81366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0" presetClass="path" presetSubtype="0" accel="26000" decel="74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05117 0.16667 L 0.0263 0.16667 C 0.01562 0.16667 1.25E-6 0.1206 1.25E-6 0.08287 L 1.25E-6 -1.48148E-6 " pathEditMode="relative" rAng="0" ptsTypes="AAAA">
                                      <p:cBhvr>
                                        <p:cTn id="1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5" y="-8333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0" presetClass="path" presetSubtype="0" accel="26000" decel="74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5117 0.16667 L 0.0263 0.16667 C 0.01562 0.16667 1.25E-6 0.1206 1.25E-6 0.08287 L 1.25E-6 -1.48148E-6 " pathEditMode="relative" rAng="0" ptsTypes="AAAA">
                                      <p:cBhvr>
                                        <p:cTn id="1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5" y="-8333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0" presetClass="path" presetSubtype="0" accel="26000" decel="74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0.05117 0.16667 L 0.0263 0.16667 C 0.01562 0.16667 1.25E-6 0.1206 1.25E-6 0.08287 L 1.25E-6 -1.48148E-6 " pathEditMode="relative" rAng="0" ptsTypes="AAAA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5" y="-8333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3" presetClass="path" presetSubtype="0" accel="14000" decel="86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375E-6 7.40741E-7 L 4.375E-6 -0.11852 " pathEditMode="relative" rAng="0" ptsTypes="AA">
                                      <p:cBhvr>
                                        <p:cTn id="27" dur="125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926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3" presetClass="path" presetSubtype="0" accel="14000" decel="86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4.375E-6 7.40741E-7 L 4.375E-6 -0.11852 " pathEditMode="relative" rAng="0" ptsTypes="AA">
                                      <p:cBhvr>
                                        <p:cTn id="32" dur="125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926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3" presetClass="path" presetSubtype="0" accel="14000" decel="86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3.95833E-6 -3.33333E-6 L 3.95833E-6 0.13311 " pathEditMode="relative" rAng="0" ptsTypes="AA">
                                      <p:cBhvr>
                                        <p:cTn id="37" dur="125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644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3" presetClass="path" presetSubtype="0" accel="14000" decel="86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4.58333E-6 3.7037E-6 L 4.58333E-6 0.1331 " pathEditMode="relative" rAng="0" ptsTypes="AA">
                                      <p:cBhvr>
                                        <p:cTn id="42" dur="125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644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3" presetClass="path" presetSubtype="0" accel="14000" decel="86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-8.33333E-7 -2.22222E-6 L -8.33333E-7 0.1331 " pathEditMode="relative" rAng="0" ptsTypes="AA">
                                      <p:cBhvr>
                                        <p:cTn id="47" dur="125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644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0" presetClass="path" presetSubtype="0" accel="26000" decel="74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5117 0.16667 L 0.0263 0.16667 C 0.01562 0.16667 1.25E-6 0.1206 1.25E-6 0.08287 L 1.25E-6 -1.48148E-6 " pathEditMode="relative" rAng="0" ptsTypes="AAAA">
                                      <p:cBhvr>
                                        <p:cTn id="5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5" y="-8333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0" presetClass="path" presetSubtype="0" accel="26000" decel="74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.05117 0.16667 L 0.0263 0.16667 C 0.01562 0.16667 1.25E-6 0.1206 1.25E-6 0.08287 L 1.25E-6 -1.48148E-6 " pathEditMode="relative" rAng="0" ptsTypes="AAAA">
                                      <p:cBhvr>
                                        <p:cTn id="5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5" y="-8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914971-3F3E-A55F-E2D0-35FEF080A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148CDB8E-1AF3-7324-CE8A-1C8010D278A8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037FB920-3C04-075D-4319-89C10689B982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altLang="zh-TW" sz="3600" b="1" spc="100" dirty="0">
                <a:latin typeface="+mn-ea"/>
              </a:rPr>
              <a:t>GitHub</a:t>
            </a:r>
            <a:r>
              <a:rPr lang="zh-TW" altLang="en-US" sz="1400" b="1" spc="150" dirty="0">
                <a:latin typeface="+mn-ea"/>
              </a:rPr>
              <a:t> </a:t>
            </a:r>
            <a:r>
              <a:rPr lang="zh-TW" altLang="en-US" sz="3600" b="1" spc="150" dirty="0">
                <a:latin typeface="+mn-ea"/>
              </a:rPr>
              <a:t>開發貢獻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B0EEC6F-05BD-B373-6420-82B4D78A5DA0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CONTRIBUTIONS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grpSp>
        <p:nvGrpSpPr>
          <p:cNvPr id="10" name="群組 9" hidden="1">
            <a:extLst>
              <a:ext uri="{FF2B5EF4-FFF2-40B4-BE49-F238E27FC236}">
                <a16:creationId xmlns:a16="http://schemas.microsoft.com/office/drawing/2014/main" id="{F3A0FE91-F396-2538-81AC-C0B3FBC9AAFC}"/>
              </a:ext>
            </a:extLst>
          </p:cNvPr>
          <p:cNvGrpSpPr>
            <a:grpSpLocks/>
          </p:cNvGrpSpPr>
          <p:nvPr/>
        </p:nvGrpSpPr>
        <p:grpSpPr>
          <a:xfrm>
            <a:off x="-2314406" y="1493035"/>
            <a:ext cx="15634623" cy="3486974"/>
            <a:chOff x="-4145404" y="2233701"/>
            <a:chExt cx="23832115" cy="5315251"/>
          </a:xfrm>
        </p:grpSpPr>
        <p:sp>
          <p:nvSpPr>
            <p:cNvPr id="2" name="Freeform 3">
              <a:extLst>
                <a:ext uri="{FF2B5EF4-FFF2-40B4-BE49-F238E27FC236}">
                  <a16:creationId xmlns:a16="http://schemas.microsoft.com/office/drawing/2014/main" id="{2E2DAE00-4106-4AD4-7478-34F6FF0B6D4F}"/>
                </a:ext>
              </a:extLst>
            </p:cNvPr>
            <p:cNvSpPr>
              <a:spLocks/>
            </p:cNvSpPr>
            <p:nvPr/>
          </p:nvSpPr>
          <p:spPr>
            <a:xfrm>
              <a:off x="3201935" y="5438146"/>
              <a:ext cx="6664269" cy="1892339"/>
            </a:xfrm>
            <a:custGeom>
              <a:avLst/>
              <a:gdLst/>
              <a:ahLst/>
              <a:cxnLst/>
              <a:rect l="l" t="t" r="r" b="b"/>
              <a:pathLst>
                <a:path w="6664269" h="1892339">
                  <a:moveTo>
                    <a:pt x="0" y="1586627"/>
                  </a:moveTo>
                  <a:quadBezTo>
                    <a:pt x="3774874" y="2652938"/>
                    <a:pt x="6664270" y="0"/>
                  </a:quadBezTo>
                </a:path>
              </a:pathLst>
            </a:custGeom>
            <a:ln w="101600" cap="flat">
              <a:gradFill>
                <a:gsLst>
                  <a:gs pos="0">
                    <a:srgbClr val="62818F">
                      <a:alpha val="100000"/>
                    </a:srgbClr>
                  </a:gs>
                  <a:gs pos="50000">
                    <a:srgbClr val="597684">
                      <a:alpha val="100000"/>
                    </a:srgbClr>
                  </a:gs>
                  <a:gs pos="100000">
                    <a:srgbClr val="4A6572">
                      <a:alpha val="100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" name="Freeform 4">
              <a:extLst>
                <a:ext uri="{FF2B5EF4-FFF2-40B4-BE49-F238E27FC236}">
                  <a16:creationId xmlns:a16="http://schemas.microsoft.com/office/drawing/2014/main" id="{105D120E-5EBE-AD88-2AC6-31D48C7145F6}"/>
                </a:ext>
              </a:extLst>
            </p:cNvPr>
            <p:cNvSpPr>
              <a:spLocks/>
            </p:cNvSpPr>
            <p:nvPr/>
          </p:nvSpPr>
          <p:spPr>
            <a:xfrm>
              <a:off x="15959986" y="2233701"/>
              <a:ext cx="3726725" cy="1662386"/>
            </a:xfrm>
            <a:custGeom>
              <a:avLst/>
              <a:gdLst/>
              <a:ahLst/>
              <a:cxnLst/>
              <a:rect l="l" t="t" r="r" b="b"/>
              <a:pathLst>
                <a:path w="3726725" h="1662386">
                  <a:moveTo>
                    <a:pt x="0" y="1513728"/>
                  </a:moveTo>
                  <a:quadBezTo>
                    <a:pt x="2585912" y="2159503"/>
                    <a:pt x="3726725" y="0"/>
                  </a:quadBezTo>
                </a:path>
              </a:pathLst>
            </a:custGeom>
            <a:ln w="101600" cap="flat">
              <a:gradFill>
                <a:gsLst>
                  <a:gs pos="0">
                    <a:srgbClr val="4A6572">
                      <a:alpha val="100000"/>
                    </a:srgbClr>
                  </a:gs>
                  <a:gs pos="50000">
                    <a:srgbClr val="4A6572">
                      <a:alpha val="0"/>
                    </a:srgbClr>
                  </a:gs>
                  <a:gs pos="100000">
                    <a:srgbClr val="4A6572">
                      <a:alpha val="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B89C11AB-23CD-1154-CF54-03EA4C5D1401}"/>
                </a:ext>
              </a:extLst>
            </p:cNvPr>
            <p:cNvSpPr>
              <a:spLocks/>
            </p:cNvSpPr>
            <p:nvPr/>
          </p:nvSpPr>
          <p:spPr>
            <a:xfrm>
              <a:off x="-4145404" y="6485915"/>
              <a:ext cx="7357101" cy="1063037"/>
            </a:xfrm>
            <a:custGeom>
              <a:avLst/>
              <a:gdLst/>
              <a:ahLst/>
              <a:cxnLst/>
              <a:rect l="l" t="t" r="r" b="b"/>
              <a:pathLst>
                <a:path w="7357101" h="1063037">
                  <a:moveTo>
                    <a:pt x="7357100" y="540033"/>
                  </a:moveTo>
                  <a:quadBezTo>
                    <a:pt x="3044193" y="-757678"/>
                    <a:pt x="0" y="1063037"/>
                  </a:quadBezTo>
                </a:path>
              </a:pathLst>
            </a:custGeom>
            <a:ln w="101600" cap="flat">
              <a:gradFill>
                <a:gsLst>
                  <a:gs pos="100000">
                    <a:srgbClr val="607D8B">
                      <a:alpha val="100000"/>
                    </a:srgbClr>
                  </a:gs>
                  <a:gs pos="50000">
                    <a:srgbClr val="607D8B">
                      <a:alpha val="0"/>
                    </a:srgbClr>
                  </a:gs>
                  <a:gs pos="0">
                    <a:srgbClr val="607D8B">
                      <a:alpha val="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CB58AA30-BB20-1C6F-4755-8DB671064EC3}"/>
                </a:ext>
              </a:extLst>
            </p:cNvPr>
            <p:cNvSpPr>
              <a:spLocks/>
            </p:cNvSpPr>
            <p:nvPr/>
          </p:nvSpPr>
          <p:spPr>
            <a:xfrm>
              <a:off x="9859352" y="3464142"/>
              <a:ext cx="6104220" cy="1986082"/>
            </a:xfrm>
            <a:custGeom>
              <a:avLst/>
              <a:gdLst/>
              <a:ahLst/>
              <a:cxnLst/>
              <a:rect l="l" t="t" r="r" b="b"/>
              <a:pathLst>
                <a:path w="6104220" h="1986082">
                  <a:moveTo>
                    <a:pt x="6104221" y="280044"/>
                  </a:moveTo>
                  <a:quadBezTo>
                    <a:pt x="2527002" y="-745781"/>
                    <a:pt x="0" y="1986082"/>
                  </a:quadBezTo>
                </a:path>
              </a:pathLst>
            </a:custGeom>
            <a:ln w="101600" cap="flat">
              <a:solidFill>
                <a:srgbClr val="4A6572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24D192C-F84E-8093-E10C-B10ED9FB6332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34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9FAC0BD2-32EA-B4AF-26D3-1659DAAC3EF2}"/>
              </a:ext>
            </a:extLst>
          </p:cNvPr>
          <p:cNvGrpSpPr/>
          <p:nvPr/>
        </p:nvGrpSpPr>
        <p:grpSpPr>
          <a:xfrm>
            <a:off x="1453552" y="2374209"/>
            <a:ext cx="9284896" cy="2989554"/>
            <a:chOff x="1314278" y="2374209"/>
            <a:chExt cx="9284896" cy="2989554"/>
          </a:xfrm>
        </p:grpSpPr>
        <p:sp>
          <p:nvSpPr>
            <p:cNvPr id="9" name="Rectangle: Rounded Corners 122">
              <a:extLst>
                <a:ext uri="{FF2B5EF4-FFF2-40B4-BE49-F238E27FC236}">
                  <a16:creationId xmlns:a16="http://schemas.microsoft.com/office/drawing/2014/main" id="{9FB0C70B-EF1B-7390-FE79-0CB7D8C6D280}"/>
                </a:ext>
              </a:extLst>
            </p:cNvPr>
            <p:cNvSpPr/>
            <p:nvPr/>
          </p:nvSpPr>
          <p:spPr>
            <a:xfrm>
              <a:off x="1314278" y="2374209"/>
              <a:ext cx="9284896" cy="2989554"/>
            </a:xfrm>
            <a:prstGeom prst="roundRect">
              <a:avLst>
                <a:gd name="adj" fmla="val 10322"/>
              </a:avLst>
            </a:prstGeom>
            <a:solidFill>
              <a:schemeClr val="bg1"/>
            </a:solidFill>
            <a:ln>
              <a:noFill/>
            </a:ln>
            <a:effectLst>
              <a:outerShdw blurRad="1168400" dist="927100" dir="2700000" sx="90000" sy="9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3C334B9A-A381-46F7-2D44-1CC7E770EB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93" t="3592" r="1378" b="1976"/>
            <a:stretch>
              <a:fillRect/>
            </a:stretch>
          </p:blipFill>
          <p:spPr>
            <a:xfrm>
              <a:off x="1533163" y="2543327"/>
              <a:ext cx="8847128" cy="26513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17230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14000" decel="86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3.54167E-6 0 L 3.54167E-6 0.2625 " pathEditMode="relative" rAng="0" ptsTypes="AA">
                                      <p:cBhvr>
                                        <p:cTn id="9" dur="125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1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7692FC-6FA8-9DBE-C37B-7F57B8D50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1DA562CD-B9B9-D70D-EA08-965F8D5DDA8D}"/>
              </a:ext>
            </a:extLst>
          </p:cNvPr>
          <p:cNvCxnSpPr>
            <a:cxnSpLocks/>
          </p:cNvCxnSpPr>
          <p:nvPr/>
        </p:nvCxnSpPr>
        <p:spPr>
          <a:xfrm>
            <a:off x="758890" y="1343604"/>
            <a:ext cx="10674221" cy="0"/>
          </a:xfrm>
          <a:prstGeom prst="line">
            <a:avLst/>
          </a:prstGeom>
          <a:ln>
            <a:solidFill>
              <a:srgbClr val="D5DE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文字方塊 5">
            <a:extLst>
              <a:ext uri="{FF2B5EF4-FFF2-40B4-BE49-F238E27FC236}">
                <a16:creationId xmlns:a16="http://schemas.microsoft.com/office/drawing/2014/main" id="{D14E8DB2-4C87-8B8B-BBBA-B5EFC09C0E45}"/>
              </a:ext>
            </a:extLst>
          </p:cNvPr>
          <p:cNvSpPr txBox="1"/>
          <p:nvPr/>
        </p:nvSpPr>
        <p:spPr>
          <a:xfrm>
            <a:off x="681136" y="523639"/>
            <a:ext cx="52158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altLang="zh-TW" sz="3600" b="1" spc="100" dirty="0">
                <a:latin typeface="+mn-ea"/>
              </a:rPr>
              <a:t>GitHub</a:t>
            </a:r>
            <a:r>
              <a:rPr lang="zh-TW" altLang="en-US" sz="1400" b="1" spc="150" dirty="0">
                <a:latin typeface="+mn-ea"/>
              </a:rPr>
              <a:t> </a:t>
            </a:r>
            <a:r>
              <a:rPr lang="zh-TW" altLang="en-US" sz="3600" b="1" spc="150" dirty="0">
                <a:latin typeface="+mn-ea"/>
              </a:rPr>
              <a:t>開發貢獻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2CC7909-3E8F-F556-5FE1-63988AC50EB4}"/>
              </a:ext>
            </a:extLst>
          </p:cNvPr>
          <p:cNvSpPr txBox="1"/>
          <p:nvPr/>
        </p:nvSpPr>
        <p:spPr>
          <a:xfrm>
            <a:off x="2668556" y="828142"/>
            <a:ext cx="88423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PT" altLang="zh-TW" sz="1400" spc="200" dirty="0">
                <a:solidFill>
                  <a:srgbClr val="7E8A90"/>
                </a:solidFill>
              </a:rPr>
              <a:t>CONTRIBUTIONS</a:t>
            </a:r>
            <a:endParaRPr lang="zh-TW" altLang="en-US" sz="1400" spc="200" dirty="0">
              <a:solidFill>
                <a:srgbClr val="7E8A90"/>
              </a:solidFill>
            </a:endParaRPr>
          </a:p>
        </p:txBody>
      </p:sp>
      <p:grpSp>
        <p:nvGrpSpPr>
          <p:cNvPr id="10" name="群組 9" hidden="1">
            <a:extLst>
              <a:ext uri="{FF2B5EF4-FFF2-40B4-BE49-F238E27FC236}">
                <a16:creationId xmlns:a16="http://schemas.microsoft.com/office/drawing/2014/main" id="{4F151185-C29E-9EAB-0F1A-E4B87422F2DB}"/>
              </a:ext>
            </a:extLst>
          </p:cNvPr>
          <p:cNvGrpSpPr>
            <a:grpSpLocks/>
          </p:cNvGrpSpPr>
          <p:nvPr/>
        </p:nvGrpSpPr>
        <p:grpSpPr>
          <a:xfrm>
            <a:off x="-2314406" y="1493035"/>
            <a:ext cx="15634623" cy="3486974"/>
            <a:chOff x="-4145404" y="2233701"/>
            <a:chExt cx="23832115" cy="5315251"/>
          </a:xfrm>
        </p:grpSpPr>
        <p:sp>
          <p:nvSpPr>
            <p:cNvPr id="2" name="Freeform 3">
              <a:extLst>
                <a:ext uri="{FF2B5EF4-FFF2-40B4-BE49-F238E27FC236}">
                  <a16:creationId xmlns:a16="http://schemas.microsoft.com/office/drawing/2014/main" id="{C1CA78C4-FA6C-7BCB-1DD5-C6863DE0E589}"/>
                </a:ext>
              </a:extLst>
            </p:cNvPr>
            <p:cNvSpPr>
              <a:spLocks/>
            </p:cNvSpPr>
            <p:nvPr/>
          </p:nvSpPr>
          <p:spPr>
            <a:xfrm>
              <a:off x="3201935" y="5438146"/>
              <a:ext cx="6664269" cy="1892339"/>
            </a:xfrm>
            <a:custGeom>
              <a:avLst/>
              <a:gdLst/>
              <a:ahLst/>
              <a:cxnLst/>
              <a:rect l="l" t="t" r="r" b="b"/>
              <a:pathLst>
                <a:path w="6664269" h="1892339">
                  <a:moveTo>
                    <a:pt x="0" y="1586627"/>
                  </a:moveTo>
                  <a:quadBezTo>
                    <a:pt x="3774874" y="2652938"/>
                    <a:pt x="6664270" y="0"/>
                  </a:quadBezTo>
                </a:path>
              </a:pathLst>
            </a:custGeom>
            <a:ln w="101600" cap="flat">
              <a:gradFill>
                <a:gsLst>
                  <a:gs pos="0">
                    <a:srgbClr val="62818F">
                      <a:alpha val="100000"/>
                    </a:srgbClr>
                  </a:gs>
                  <a:gs pos="50000">
                    <a:srgbClr val="597684">
                      <a:alpha val="100000"/>
                    </a:srgbClr>
                  </a:gs>
                  <a:gs pos="100000">
                    <a:srgbClr val="4A6572">
                      <a:alpha val="100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" name="Freeform 4">
              <a:extLst>
                <a:ext uri="{FF2B5EF4-FFF2-40B4-BE49-F238E27FC236}">
                  <a16:creationId xmlns:a16="http://schemas.microsoft.com/office/drawing/2014/main" id="{D2BFE771-329A-7EC9-BBA8-DB6F7E9F3B77}"/>
                </a:ext>
              </a:extLst>
            </p:cNvPr>
            <p:cNvSpPr>
              <a:spLocks/>
            </p:cNvSpPr>
            <p:nvPr/>
          </p:nvSpPr>
          <p:spPr>
            <a:xfrm>
              <a:off x="15959986" y="2233701"/>
              <a:ext cx="3726725" cy="1662386"/>
            </a:xfrm>
            <a:custGeom>
              <a:avLst/>
              <a:gdLst/>
              <a:ahLst/>
              <a:cxnLst/>
              <a:rect l="l" t="t" r="r" b="b"/>
              <a:pathLst>
                <a:path w="3726725" h="1662386">
                  <a:moveTo>
                    <a:pt x="0" y="1513728"/>
                  </a:moveTo>
                  <a:quadBezTo>
                    <a:pt x="2585912" y="2159503"/>
                    <a:pt x="3726725" y="0"/>
                  </a:quadBezTo>
                </a:path>
              </a:pathLst>
            </a:custGeom>
            <a:ln w="101600" cap="flat">
              <a:gradFill>
                <a:gsLst>
                  <a:gs pos="0">
                    <a:srgbClr val="4A6572">
                      <a:alpha val="100000"/>
                    </a:srgbClr>
                  </a:gs>
                  <a:gs pos="50000">
                    <a:srgbClr val="4A6572">
                      <a:alpha val="0"/>
                    </a:srgbClr>
                  </a:gs>
                  <a:gs pos="100000">
                    <a:srgbClr val="4A6572">
                      <a:alpha val="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37DA053-7D49-DA8E-4D5F-6A3483C54303}"/>
                </a:ext>
              </a:extLst>
            </p:cNvPr>
            <p:cNvSpPr>
              <a:spLocks/>
            </p:cNvSpPr>
            <p:nvPr/>
          </p:nvSpPr>
          <p:spPr>
            <a:xfrm>
              <a:off x="-4145404" y="6485915"/>
              <a:ext cx="7357101" cy="1063037"/>
            </a:xfrm>
            <a:custGeom>
              <a:avLst/>
              <a:gdLst/>
              <a:ahLst/>
              <a:cxnLst/>
              <a:rect l="l" t="t" r="r" b="b"/>
              <a:pathLst>
                <a:path w="7357101" h="1063037">
                  <a:moveTo>
                    <a:pt x="7357100" y="540033"/>
                  </a:moveTo>
                  <a:quadBezTo>
                    <a:pt x="3044193" y="-757678"/>
                    <a:pt x="0" y="1063037"/>
                  </a:quadBezTo>
                </a:path>
              </a:pathLst>
            </a:custGeom>
            <a:ln w="101600" cap="flat">
              <a:gradFill>
                <a:gsLst>
                  <a:gs pos="100000">
                    <a:srgbClr val="607D8B">
                      <a:alpha val="100000"/>
                    </a:srgbClr>
                  </a:gs>
                  <a:gs pos="50000">
                    <a:srgbClr val="607D8B">
                      <a:alpha val="0"/>
                    </a:srgbClr>
                  </a:gs>
                  <a:gs pos="0">
                    <a:srgbClr val="607D8B">
                      <a:alpha val="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F43C4AA1-3C65-518A-9C47-482E8D23697F}"/>
                </a:ext>
              </a:extLst>
            </p:cNvPr>
            <p:cNvSpPr>
              <a:spLocks/>
            </p:cNvSpPr>
            <p:nvPr/>
          </p:nvSpPr>
          <p:spPr>
            <a:xfrm>
              <a:off x="9859352" y="3464142"/>
              <a:ext cx="6104220" cy="1986082"/>
            </a:xfrm>
            <a:custGeom>
              <a:avLst/>
              <a:gdLst/>
              <a:ahLst/>
              <a:cxnLst/>
              <a:rect l="l" t="t" r="r" b="b"/>
              <a:pathLst>
                <a:path w="6104220" h="1986082">
                  <a:moveTo>
                    <a:pt x="6104221" y="280044"/>
                  </a:moveTo>
                  <a:quadBezTo>
                    <a:pt x="2527002" y="-745781"/>
                    <a:pt x="0" y="1986082"/>
                  </a:quadBezTo>
                </a:path>
              </a:pathLst>
            </a:custGeom>
            <a:ln w="101600" cap="flat">
              <a:solidFill>
                <a:srgbClr val="4A6572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8A0E496-C7EA-6CAF-16D0-77844ED011AC}"/>
              </a:ext>
            </a:extLst>
          </p:cNvPr>
          <p:cNvSpPr txBox="1"/>
          <p:nvPr/>
        </p:nvSpPr>
        <p:spPr>
          <a:xfrm>
            <a:off x="10879494" y="6213060"/>
            <a:ext cx="6313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66BE055D-626C-4FC3-B4D1-83BFD1070C6E}" type="slidenum">
              <a:rPr lang="pt-PT" altLang="zh-TW" sz="1400" spc="200" smtClean="0">
                <a:solidFill>
                  <a:schemeClr val="accent5">
                    <a:lumMod val="75000"/>
                  </a:schemeClr>
                </a:solidFill>
              </a:rPr>
              <a:t>35</a:t>
            </a:fld>
            <a:endParaRPr lang="zh-TW" altLang="en-US" sz="1400" spc="200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362DEBF9-4E30-D181-795C-62B73A1E05E2}"/>
              </a:ext>
            </a:extLst>
          </p:cNvPr>
          <p:cNvGrpSpPr/>
          <p:nvPr/>
        </p:nvGrpSpPr>
        <p:grpSpPr>
          <a:xfrm>
            <a:off x="1735685" y="1757193"/>
            <a:ext cx="4216564" cy="1948873"/>
            <a:chOff x="1735685" y="1757193"/>
            <a:chExt cx="4216564" cy="1948873"/>
          </a:xfrm>
        </p:grpSpPr>
        <p:sp>
          <p:nvSpPr>
            <p:cNvPr id="9" name="Rectangle: Rounded Corners 122">
              <a:extLst>
                <a:ext uri="{FF2B5EF4-FFF2-40B4-BE49-F238E27FC236}">
                  <a16:creationId xmlns:a16="http://schemas.microsoft.com/office/drawing/2014/main" id="{407FF89A-8B18-439D-27E6-9AFC51F83872}"/>
                </a:ext>
              </a:extLst>
            </p:cNvPr>
            <p:cNvSpPr/>
            <p:nvPr/>
          </p:nvSpPr>
          <p:spPr>
            <a:xfrm>
              <a:off x="1735685" y="1757193"/>
              <a:ext cx="4216564" cy="1948873"/>
            </a:xfrm>
            <a:prstGeom prst="roundRect">
              <a:avLst>
                <a:gd name="adj" fmla="val 10322"/>
              </a:avLst>
            </a:prstGeom>
            <a:solidFill>
              <a:schemeClr val="bg1"/>
            </a:solidFill>
            <a:ln>
              <a:noFill/>
            </a:ln>
            <a:effectLst>
              <a:outerShdw blurRad="1168400" dist="927100" dir="2700000" sx="90000" sy="9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6AA659D7-4F26-50F6-C148-609903149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1" t="2575" r="51589" b="55251"/>
            <a:stretch>
              <a:fillRect/>
            </a:stretch>
          </p:blipFill>
          <p:spPr>
            <a:xfrm>
              <a:off x="1938121" y="1852402"/>
              <a:ext cx="3860028" cy="1738790"/>
            </a:xfrm>
            <a:prstGeom prst="rect">
              <a:avLst/>
            </a:prstGeom>
          </p:spPr>
        </p:pic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4E6DEE97-DAE0-537E-2A83-88FF66B4BFA0}"/>
              </a:ext>
            </a:extLst>
          </p:cNvPr>
          <p:cNvGrpSpPr/>
          <p:nvPr/>
        </p:nvGrpSpPr>
        <p:grpSpPr>
          <a:xfrm>
            <a:off x="6239751" y="1757193"/>
            <a:ext cx="4216564" cy="1948873"/>
            <a:chOff x="6239751" y="1757193"/>
            <a:chExt cx="4216564" cy="1948873"/>
          </a:xfrm>
        </p:grpSpPr>
        <p:sp>
          <p:nvSpPr>
            <p:cNvPr id="25" name="Rectangle: Rounded Corners 122">
              <a:extLst>
                <a:ext uri="{FF2B5EF4-FFF2-40B4-BE49-F238E27FC236}">
                  <a16:creationId xmlns:a16="http://schemas.microsoft.com/office/drawing/2014/main" id="{D3E03073-DD43-2299-0F0A-E215FC821FB7}"/>
                </a:ext>
              </a:extLst>
            </p:cNvPr>
            <p:cNvSpPr/>
            <p:nvPr/>
          </p:nvSpPr>
          <p:spPr>
            <a:xfrm>
              <a:off x="6239751" y="1757193"/>
              <a:ext cx="4216564" cy="1948873"/>
            </a:xfrm>
            <a:prstGeom prst="roundRect">
              <a:avLst>
                <a:gd name="adj" fmla="val 10322"/>
              </a:avLst>
            </a:prstGeom>
            <a:solidFill>
              <a:schemeClr val="bg1"/>
            </a:solidFill>
            <a:ln>
              <a:noFill/>
            </a:ln>
            <a:effectLst>
              <a:outerShdw blurRad="1168400" dist="927100" dir="2700000" sx="90000" sy="9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圖片 25">
              <a:extLst>
                <a:ext uri="{FF2B5EF4-FFF2-40B4-BE49-F238E27FC236}">
                  <a16:creationId xmlns:a16="http://schemas.microsoft.com/office/drawing/2014/main" id="{B12CD57E-9AC1-6ED6-0CE4-13BF2DA429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52" t="2575" r="1528" b="55251"/>
            <a:stretch>
              <a:fillRect/>
            </a:stretch>
          </p:blipFill>
          <p:spPr>
            <a:xfrm>
              <a:off x="6393026" y="1872066"/>
              <a:ext cx="3860028" cy="1738790"/>
            </a:xfrm>
            <a:prstGeom prst="rect">
              <a:avLst/>
            </a:prstGeom>
          </p:spPr>
        </p:pic>
      </p:grp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019F4D04-DE2F-1F85-FC83-0D4F9C56C392}"/>
              </a:ext>
            </a:extLst>
          </p:cNvPr>
          <p:cNvGrpSpPr/>
          <p:nvPr/>
        </p:nvGrpSpPr>
        <p:grpSpPr>
          <a:xfrm>
            <a:off x="1735685" y="3962527"/>
            <a:ext cx="4216564" cy="1948873"/>
            <a:chOff x="1735685" y="3962527"/>
            <a:chExt cx="4216564" cy="1948873"/>
          </a:xfrm>
        </p:grpSpPr>
        <p:sp>
          <p:nvSpPr>
            <p:cNvPr id="27" name="Rectangle: Rounded Corners 122">
              <a:extLst>
                <a:ext uri="{FF2B5EF4-FFF2-40B4-BE49-F238E27FC236}">
                  <a16:creationId xmlns:a16="http://schemas.microsoft.com/office/drawing/2014/main" id="{5BA9A2DD-CE0F-2480-1763-D1E21020C2A1}"/>
                </a:ext>
              </a:extLst>
            </p:cNvPr>
            <p:cNvSpPr/>
            <p:nvPr/>
          </p:nvSpPr>
          <p:spPr>
            <a:xfrm>
              <a:off x="1735685" y="3962527"/>
              <a:ext cx="4216564" cy="1948873"/>
            </a:xfrm>
            <a:prstGeom prst="roundRect">
              <a:avLst>
                <a:gd name="adj" fmla="val 10322"/>
              </a:avLst>
            </a:prstGeom>
            <a:solidFill>
              <a:schemeClr val="bg1"/>
            </a:solidFill>
            <a:ln>
              <a:noFill/>
            </a:ln>
            <a:effectLst>
              <a:outerShdw blurRad="1168400" dist="927100" dir="2700000" sx="90000" sy="9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圖片 27">
              <a:extLst>
                <a:ext uri="{FF2B5EF4-FFF2-40B4-BE49-F238E27FC236}">
                  <a16:creationId xmlns:a16="http://schemas.microsoft.com/office/drawing/2014/main" id="{EC81AC58-4D81-6CE3-67EB-9AF9E4D50D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91" t="55278" r="51589" b="2548"/>
            <a:stretch>
              <a:fillRect/>
            </a:stretch>
          </p:blipFill>
          <p:spPr>
            <a:xfrm>
              <a:off x="1938121" y="4106897"/>
              <a:ext cx="3860028" cy="1738790"/>
            </a:xfrm>
            <a:prstGeom prst="rect">
              <a:avLst/>
            </a:prstGeom>
          </p:spPr>
        </p:pic>
      </p:grp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DAAF1518-D24D-2C6D-50E4-9B6622150521}"/>
              </a:ext>
            </a:extLst>
          </p:cNvPr>
          <p:cNvGrpSpPr/>
          <p:nvPr/>
        </p:nvGrpSpPr>
        <p:grpSpPr>
          <a:xfrm>
            <a:off x="6239751" y="3962527"/>
            <a:ext cx="4216564" cy="1948873"/>
            <a:chOff x="6239751" y="3962527"/>
            <a:chExt cx="4216564" cy="1948873"/>
          </a:xfrm>
        </p:grpSpPr>
        <p:sp>
          <p:nvSpPr>
            <p:cNvPr id="29" name="Rectangle: Rounded Corners 122">
              <a:extLst>
                <a:ext uri="{FF2B5EF4-FFF2-40B4-BE49-F238E27FC236}">
                  <a16:creationId xmlns:a16="http://schemas.microsoft.com/office/drawing/2014/main" id="{E0F16239-B956-D0E2-7AAA-55E1C5190CDF}"/>
                </a:ext>
              </a:extLst>
            </p:cNvPr>
            <p:cNvSpPr/>
            <p:nvPr/>
          </p:nvSpPr>
          <p:spPr>
            <a:xfrm>
              <a:off x="6239751" y="3962527"/>
              <a:ext cx="4216564" cy="1948873"/>
            </a:xfrm>
            <a:prstGeom prst="roundRect">
              <a:avLst>
                <a:gd name="adj" fmla="val 10322"/>
              </a:avLst>
            </a:prstGeom>
            <a:solidFill>
              <a:schemeClr val="bg1"/>
            </a:solidFill>
            <a:ln>
              <a:noFill/>
            </a:ln>
            <a:effectLst>
              <a:outerShdw blurRad="1168400" dist="927100" dir="2700000" sx="90000" sy="9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0" name="圖片 29">
              <a:extLst>
                <a:ext uri="{FF2B5EF4-FFF2-40B4-BE49-F238E27FC236}">
                  <a16:creationId xmlns:a16="http://schemas.microsoft.com/office/drawing/2014/main" id="{984063F5-AFA9-E359-2A28-D98CCD030A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43" t="53729" r="1537" b="4097"/>
            <a:stretch>
              <a:fillRect/>
            </a:stretch>
          </p:blipFill>
          <p:spPr>
            <a:xfrm>
              <a:off x="6412691" y="4047904"/>
              <a:ext cx="3860028" cy="17387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1352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14000" decel="86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0 L 3.54167E-6 0.2625 " pathEditMode="relative" rAng="0" ptsTypes="AA">
                                      <p:cBhvr>
                                        <p:cTn id="9" dur="125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125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3" presetClass="path" presetSubtype="0" accel="14000" decel="86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3.54167E-6 0 L 3.54167E-6 0.2625 " pathEditMode="relative" rAng="0" ptsTypes="AA">
                                      <p:cBhvr>
                                        <p:cTn id="14" dur="125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125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accel="14000" decel="86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2.29167E-6 2.59259E-6 L -2.29167E-6 0.41597 " pathEditMode="relative" rAng="0" ptsTypes="AA">
                                      <p:cBhvr>
                                        <p:cTn id="19" dur="125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787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3" presetClass="path" presetSubtype="0" accel="14000" decel="86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58333E-6 -7.40741E-7 L 4.58333E-6 0.41597 " pathEditMode="relative" rAng="0" ptsTypes="AA">
                                      <p:cBhvr>
                                        <p:cTn id="24" dur="1250" spd="-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48DC7-E360-91C6-DD7D-269B32FE7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Rectangle 8">
            <a:extLst>
              <a:ext uri="{FF2B5EF4-FFF2-40B4-BE49-F238E27FC236}">
                <a16:creationId xmlns:a16="http://schemas.microsoft.com/office/drawing/2014/main" id="{663D3380-3B68-2991-FECC-EDCFEAC9FBD4}"/>
              </a:ext>
            </a:extLst>
          </p:cNvPr>
          <p:cNvSpPr/>
          <p:nvPr/>
        </p:nvSpPr>
        <p:spPr>
          <a:xfrm>
            <a:off x="3134678" y="0"/>
            <a:ext cx="5922645" cy="3200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id-ID" kern="0">
              <a:solidFill>
                <a:prstClr val="white"/>
              </a:solidFill>
              <a:latin typeface="Manrope"/>
            </a:endParaRPr>
          </a:p>
        </p:txBody>
      </p:sp>
      <p:sp>
        <p:nvSpPr>
          <p:cNvPr id="6" name="Oval 11">
            <a:extLst>
              <a:ext uri="{FF2B5EF4-FFF2-40B4-BE49-F238E27FC236}">
                <a16:creationId xmlns:a16="http://schemas.microsoft.com/office/drawing/2014/main" id="{963AF71F-6ED2-7CCD-1715-A85D69909E94}"/>
              </a:ext>
            </a:extLst>
          </p:cNvPr>
          <p:cNvSpPr/>
          <p:nvPr/>
        </p:nvSpPr>
        <p:spPr>
          <a:xfrm>
            <a:off x="-1047666" y="-925805"/>
            <a:ext cx="2493008" cy="2493006"/>
          </a:xfrm>
          <a:prstGeom prst="ellipse">
            <a:avLst/>
          </a:prstGeom>
          <a:gradFill>
            <a:gsLst>
              <a:gs pos="29000">
                <a:schemeClr val="accent2"/>
              </a:gs>
              <a:gs pos="67000">
                <a:schemeClr val="accent1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1092200" dist="165100" dir="2700000" algn="tl" rotWithShape="0">
              <a:schemeClr val="accent1">
                <a:alpha val="21000"/>
              </a:schemeClr>
            </a:outerShdw>
          </a:effectLst>
        </p:spPr>
        <p:txBody>
          <a:bodyPr rtlCol="0" anchor="ctr"/>
          <a:lstStyle/>
          <a:p>
            <a:pPr algn="ctr"/>
            <a:endParaRPr lang="en-US" kern="0">
              <a:solidFill>
                <a:prstClr val="white"/>
              </a:solidFill>
              <a:latin typeface="Manrope"/>
            </a:endParaRPr>
          </a:p>
        </p:txBody>
      </p:sp>
      <p:sp>
        <p:nvSpPr>
          <p:cNvPr id="8" name="Oval 13">
            <a:extLst>
              <a:ext uri="{FF2B5EF4-FFF2-40B4-BE49-F238E27FC236}">
                <a16:creationId xmlns:a16="http://schemas.microsoft.com/office/drawing/2014/main" id="{633360C0-B41F-147E-9EE9-5A6EF7537B6D}"/>
              </a:ext>
            </a:extLst>
          </p:cNvPr>
          <p:cNvSpPr/>
          <p:nvPr/>
        </p:nvSpPr>
        <p:spPr>
          <a:xfrm>
            <a:off x="6698064" y="-2017352"/>
            <a:ext cx="3278956" cy="3278954"/>
          </a:xfrm>
          <a:prstGeom prst="ellipse">
            <a:avLst/>
          </a:prstGeom>
          <a:gradFill>
            <a:gsLst>
              <a:gs pos="29000">
                <a:schemeClr val="accent2"/>
              </a:gs>
              <a:gs pos="67000">
                <a:schemeClr val="accent1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1092200" dist="165100" dir="2700000" algn="tl" rotWithShape="0">
              <a:schemeClr val="accent1">
                <a:alpha val="21000"/>
              </a:schemeClr>
            </a:outerShdw>
          </a:effectLst>
        </p:spPr>
        <p:txBody>
          <a:bodyPr rtlCol="0" anchor="ctr"/>
          <a:lstStyle/>
          <a:p>
            <a:pPr algn="ctr">
              <a:defRPr/>
            </a:pPr>
            <a:endParaRPr lang="en-US" kern="0">
              <a:solidFill>
                <a:prstClr val="white"/>
              </a:solidFill>
              <a:latin typeface="Manrope"/>
            </a:endParaRPr>
          </a:p>
        </p:txBody>
      </p:sp>
      <p:sp>
        <p:nvSpPr>
          <p:cNvPr id="9" name="Oval 14">
            <a:extLst>
              <a:ext uri="{FF2B5EF4-FFF2-40B4-BE49-F238E27FC236}">
                <a16:creationId xmlns:a16="http://schemas.microsoft.com/office/drawing/2014/main" id="{05ABAA79-9A86-56CB-C5FF-5BC890095B2D}"/>
              </a:ext>
            </a:extLst>
          </p:cNvPr>
          <p:cNvSpPr/>
          <p:nvPr/>
        </p:nvSpPr>
        <p:spPr>
          <a:xfrm>
            <a:off x="10058483" y="3728128"/>
            <a:ext cx="4871045" cy="4871042"/>
          </a:xfrm>
          <a:prstGeom prst="ellipse">
            <a:avLst/>
          </a:prstGeom>
          <a:gradFill>
            <a:gsLst>
              <a:gs pos="29000">
                <a:schemeClr val="accent2"/>
              </a:gs>
              <a:gs pos="67000">
                <a:schemeClr val="accent1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1092200" dist="165100" dir="2700000" algn="tl" rotWithShape="0">
              <a:schemeClr val="accent1">
                <a:alpha val="21000"/>
              </a:schemeClr>
            </a:outerShdw>
          </a:effectLst>
        </p:spPr>
        <p:txBody>
          <a:bodyPr rtlCol="0" anchor="ctr"/>
          <a:lstStyle/>
          <a:p>
            <a:pPr algn="ctr"/>
            <a:endParaRPr lang="en-US" kern="0">
              <a:solidFill>
                <a:prstClr val="white"/>
              </a:solidFill>
              <a:latin typeface="Manrope"/>
            </a:endParaRPr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8F5C2317-19C2-95FB-07C2-014365E5BE50}"/>
              </a:ext>
            </a:extLst>
          </p:cNvPr>
          <p:cNvSpPr txBox="1"/>
          <p:nvPr/>
        </p:nvSpPr>
        <p:spPr>
          <a:xfrm>
            <a:off x="4233954" y="2490014"/>
            <a:ext cx="372409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6600" b="1" kern="0" spc="300" dirty="0">
                <a:solidFill>
                  <a:schemeClr val="tx2"/>
                </a:solidFill>
                <a:latin typeface="+mj-ea"/>
                <a:ea typeface="+mj-ea"/>
              </a:rPr>
              <a:t>感謝聆聽</a:t>
            </a:r>
            <a:endParaRPr kumimoji="0" lang="id-ID" sz="6600" b="1" i="0" u="none" strike="noStrike" kern="0" cap="none" spc="30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8166AC6F-9EF8-C51B-5E87-353065D072A4}"/>
              </a:ext>
            </a:extLst>
          </p:cNvPr>
          <p:cNvSpPr txBox="1"/>
          <p:nvPr/>
        </p:nvSpPr>
        <p:spPr>
          <a:xfrm>
            <a:off x="4522492" y="3598546"/>
            <a:ext cx="314701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4400" b="1" spc="150" dirty="0">
                <a:solidFill>
                  <a:schemeClr val="accent1"/>
                </a:solidFill>
                <a:ea typeface="+mj-ea"/>
              </a:rPr>
              <a:t>Thank You</a:t>
            </a:r>
            <a:endParaRPr lang="id-ID" sz="4400" b="1" spc="150" dirty="0">
              <a:solidFill>
                <a:schemeClr val="accent1"/>
              </a:solidFill>
              <a:ea typeface="+mj-ea"/>
            </a:endParaRPr>
          </a:p>
        </p:txBody>
      </p:sp>
      <p:sp useBgFill="1">
        <p:nvSpPr>
          <p:cNvPr id="5" name="Rectangle 10">
            <a:extLst>
              <a:ext uri="{FF2B5EF4-FFF2-40B4-BE49-F238E27FC236}">
                <a16:creationId xmlns:a16="http://schemas.microsoft.com/office/drawing/2014/main" id="{937AFA16-0C0B-EA77-3D5B-5E45DA6F1692}"/>
              </a:ext>
            </a:extLst>
          </p:cNvPr>
          <p:cNvSpPr/>
          <p:nvPr/>
        </p:nvSpPr>
        <p:spPr>
          <a:xfrm>
            <a:off x="3034604" y="3579046"/>
            <a:ext cx="6240780" cy="3278954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id-ID" kern="0">
              <a:solidFill>
                <a:prstClr val="white"/>
              </a:solidFill>
              <a:latin typeface="Manrope"/>
            </a:endParaRPr>
          </a:p>
        </p:txBody>
      </p:sp>
      <p:sp>
        <p:nvSpPr>
          <p:cNvPr id="7" name="Oval 12">
            <a:extLst>
              <a:ext uri="{FF2B5EF4-FFF2-40B4-BE49-F238E27FC236}">
                <a16:creationId xmlns:a16="http://schemas.microsoft.com/office/drawing/2014/main" id="{E94B765B-7FA4-1C5D-CF06-9B1FB4BA442B}"/>
              </a:ext>
            </a:extLst>
          </p:cNvPr>
          <p:cNvSpPr/>
          <p:nvPr/>
        </p:nvSpPr>
        <p:spPr>
          <a:xfrm>
            <a:off x="-1523915" y="5036845"/>
            <a:ext cx="3352716" cy="3352713"/>
          </a:xfrm>
          <a:prstGeom prst="ellipse">
            <a:avLst/>
          </a:prstGeom>
          <a:gradFill>
            <a:gsLst>
              <a:gs pos="29000">
                <a:schemeClr val="accent2"/>
              </a:gs>
              <a:gs pos="67000">
                <a:schemeClr val="accent1"/>
              </a:gs>
            </a:gsLst>
            <a:path path="circle">
              <a:fillToRect l="100000" t="100000"/>
            </a:path>
          </a:gradFill>
          <a:ln w="12700" cap="flat" cmpd="sng" algn="ctr">
            <a:noFill/>
            <a:prstDash val="solid"/>
            <a:miter lim="800000"/>
          </a:ln>
          <a:effectLst>
            <a:outerShdw blurRad="1092200" dist="165100" dir="2700000" algn="tl" rotWithShape="0">
              <a:schemeClr val="accent1">
                <a:alpha val="21000"/>
              </a:schemeClr>
            </a:outerShdw>
          </a:effectLst>
        </p:spPr>
        <p:txBody>
          <a:bodyPr rtlCol="0" anchor="ctr"/>
          <a:lstStyle/>
          <a:p>
            <a:pPr algn="ctr"/>
            <a:endParaRPr lang="en-US" kern="0">
              <a:solidFill>
                <a:prstClr val="white"/>
              </a:solidFill>
              <a:latin typeface="Manrope"/>
            </a:endParaRPr>
          </a:p>
        </p:txBody>
      </p:sp>
    </p:spTree>
    <p:extLst>
      <p:ext uri="{BB962C8B-B14F-4D97-AF65-F5344CB8AC3E}">
        <p14:creationId xmlns:p14="http://schemas.microsoft.com/office/powerpoint/2010/main" val="2716784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6" presetClass="emph" presetSubtype="0" accel="100000" fill="hold" grpId="1" nodeType="withEffect" p14:presetBounceEnd="98000">
                                      <p:stCondLst>
                                        <p:cond delay="250"/>
                                      </p:stCondLst>
                                      <p:childTnLst>
                                        <p:animScale p14:bounceEnd="98000">
                                          <p:cBhvr>
                                            <p:cTn id="10" dur="1000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1" presetID="35" presetClass="path" presetSubtype="0" accel="7000" decel="93000" fill="hold" grpId="2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4.16667E-6 3.7037E-6 L -0.5651 3.7037E-6 " pathEditMode="relative" rAng="0" ptsTypes="AA">
                                          <p:cBhvr>
                                            <p:cTn id="12" dur="5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8255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2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6" presetClass="emph" presetSubtype="0" accel="100000" fill="hold" grpId="1" nodeType="withEffect" p14:presetBounceEnd="98000">
                                      <p:stCondLst>
                                        <p:cond delay="500"/>
                                      </p:stCondLst>
                                      <p:childTnLst>
                                        <p:animScale p14:bounceEnd="98000">
                                          <p:cBhvr>
                                            <p:cTn id="18" dur="1000" fill="hold"/>
                                            <p:tgtEl>
                                              <p:spTgt spid="6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9" presetID="35" presetClass="path" presetSubtype="0" accel="7000" decel="93000" fill="hold" grpId="2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1.85185E-6 L 0.00247 0.69606 " pathEditMode="relative" rAng="0" ptsTypes="AA">
                                          <p:cBhvr>
                                            <p:cTn id="20" dur="5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17" y="3479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2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6" presetClass="emph" presetSubtype="0" accel="100000" fill="hold" grpId="1" nodeType="withEffect" p14:presetBounceEnd="98000">
                                      <p:stCondLst>
                                        <p:cond delay="750"/>
                                      </p:stCondLst>
                                      <p:childTnLst>
                                        <p:animScale p14:bounceEnd="98000">
                                          <p:cBhvr>
                                            <p:cTn id="26" dur="1000" fill="hold"/>
                                            <p:tgtEl>
                                              <p:spTgt spid="9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7" presetID="35" presetClass="path" presetSubtype="0" accel="7000" decel="93000" fill="hold" grpId="2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Motion origin="layout" path="M 4.16667E-7 -2.22222E-6 L 4.16667E-7 -0.79583 " pathEditMode="relative" rAng="0" ptsTypes="AA">
                                          <p:cBhvr>
                                            <p:cTn id="28" dur="5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3979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1" dur="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6" presetClass="emph" presetSubtype="0" accel="100000" fill="hold" grpId="1" nodeType="withEffect" p14:presetBounceEnd="98000">
                                      <p:stCondLst>
                                        <p:cond delay="500"/>
                                      </p:stCondLst>
                                      <p:childTnLst>
                                        <p:animScale p14:bounceEnd="98000">
                                          <p:cBhvr>
                                            <p:cTn id="34" dur="1000" fill="hold"/>
                                            <p:tgtEl>
                                              <p:spTgt spid="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5" presetID="35" presetClass="path" presetSubtype="0" accel="7000" decel="93000" fill="hold" grpId="2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73472E-18 3.7037E-6 L 0.84609 3.7037E-6 " pathEditMode="relative" rAng="0" ptsTypes="AA">
                                          <p:cBhvr>
                                            <p:cTn id="36" dur="5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2305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decel="10000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xit" presetSubtype="4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42" dur="250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250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1+ppt_h/2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249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1" decel="10000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6" grpId="1" animBg="1"/>
          <p:bldP spid="6" grpId="2" animBg="1"/>
          <p:bldP spid="8" grpId="0" animBg="1"/>
          <p:bldP spid="8" grpId="1" animBg="1"/>
          <p:bldP spid="8" grpId="2" animBg="1"/>
          <p:bldP spid="9" grpId="0" animBg="1"/>
          <p:bldP spid="9" grpId="1" animBg="1"/>
          <p:bldP spid="9" grpId="2" animBg="1"/>
          <p:bldP spid="4" grpId="0"/>
          <p:bldP spid="2" grpId="0"/>
          <p:bldP spid="5" grpId="0" animBg="1"/>
          <p:bldP spid="7" grpId="0" animBg="1"/>
          <p:bldP spid="7" grpId="1" animBg="1"/>
          <p:bldP spid="7" grpId="2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3" presetClass="entr" presetSubtype="16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6" presetClass="emph" presetSubtype="0" accel="100000" fill="hold" grpId="1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Scale>
                                          <p:cBhvr>
                                            <p:cTn id="10" dur="1000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1" presetID="35" presetClass="path" presetSubtype="0" accel="7000" decel="93000" fill="hold" grpId="2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animMotion origin="layout" path="M -4.16667E-6 3.7037E-6 L -0.5651 3.7037E-6 " pathEditMode="relative" rAng="0" ptsTypes="AA">
                                          <p:cBhvr>
                                            <p:cTn id="12" dur="50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8255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2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5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6" dur="25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6" presetClass="emph" presetSubtype="0" accel="10000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Scale>
                                          <p:cBhvr>
                                            <p:cTn id="18" dur="1000" fill="hold"/>
                                            <p:tgtEl>
                                              <p:spTgt spid="6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9" presetID="35" presetClass="path" presetSubtype="0" accel="7000" decel="93000" fill="hold" grpId="2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1.85185E-6 L 0.00247 0.69606 " pathEditMode="relative" rAng="0" ptsTypes="AA">
                                          <p:cBhvr>
                                            <p:cTn id="20" dur="5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17" y="3479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1" presetID="2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2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25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6" presetClass="emph" presetSubtype="0" accel="100000" fill="hold" grpId="1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Scale>
                                          <p:cBhvr>
                                            <p:cTn id="26" dur="1000" fill="hold"/>
                                            <p:tgtEl>
                                              <p:spTgt spid="10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7" presetID="35" presetClass="path" presetSubtype="0" accel="7000" decel="93000" fill="hold" grpId="2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Motion origin="layout" path="M 2.91667E-6 -4.07407E-6 L 0.11432 0.00232 " pathEditMode="relative" rAng="0" ptsTypes="AA">
                                          <p:cBhvr>
                                            <p:cTn id="28" dur="50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5716" y="11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3" presetClass="entr" presetSubtype="1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1" dur="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2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6" presetClass="emph" presetSubtype="0" accel="100000" fill="hold" grpId="1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Scale>
                                          <p:cBhvr>
                                            <p:cTn id="34" dur="1000" fill="hold"/>
                                            <p:tgtEl>
                                              <p:spTgt spid="9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5" presetID="35" presetClass="path" presetSubtype="0" accel="7000" decel="93000" fill="hold" grpId="2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Motion origin="layout" path="M 4.16667E-7 -2.22222E-6 L 4.16667E-7 -0.79583 " pathEditMode="relative" rAng="0" ptsTypes="AA">
                                          <p:cBhvr>
                                            <p:cTn id="36" dur="5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-3979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37" presetID="23" presetClass="entr" presetSubtype="16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2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6" presetClass="emph" presetSubtype="0" accel="100000" fill="hold" grpId="1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Scale>
                                          <p:cBhvr>
                                            <p:cTn id="42" dur="1000" fill="hold"/>
                                            <p:tgtEl>
                                              <p:spTgt spid="7"/>
                                            </p:tgtEl>
                                          </p:cBhvr>
                                          <p:by x="110000" y="11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43" presetID="35" presetClass="path" presetSubtype="0" accel="7000" decel="93000" fill="hold" grpId="2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73472E-18 3.7037E-6 L 0.84609 3.7037E-6 " pathEditMode="relative" rAng="0" ptsTypes="AA">
                                          <p:cBhvr>
                                            <p:cTn id="44" dur="5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42305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decel="100000" fill="hold" grpId="0" nodeType="withEffect">
                                      <p:stCondLst>
                                        <p:cond delay="75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xit" presetSubtype="4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anim calcmode="lin" valueType="num">
                                          <p:cBhvr additive="base">
                                            <p:cTn id="50" dur="250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1" dur="250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1+ppt_h/2"/>
                                              </p:val>
                                            </p:tav>
                                          </p:tavLst>
                                        </p:anim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249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1" decel="100000" fill="hold" grpId="0" nodeType="withEffect">
                                      <p:stCondLst>
                                        <p:cond delay="15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6" grpId="1" animBg="1"/>
          <p:bldP spid="6" grpId="2" animBg="1"/>
          <p:bldP spid="8" grpId="0" animBg="1"/>
          <p:bldP spid="8" grpId="1" animBg="1"/>
          <p:bldP spid="8" grpId="2" animBg="1"/>
          <p:bldP spid="9" grpId="0" animBg="1"/>
          <p:bldP spid="9" grpId="1" animBg="1"/>
          <p:bldP spid="9" grpId="2" animBg="1"/>
          <p:bldP spid="10" grpId="0" animBg="1"/>
          <p:bldP spid="10" grpId="1" animBg="1"/>
          <p:bldP spid="10" grpId="2" animBg="1"/>
          <p:bldP spid="4" grpId="0"/>
          <p:bldP spid="2" grpId="0"/>
          <p:bldP spid="5" grpId="0" animBg="1"/>
          <p:bldP spid="7" grpId="0" animBg="1"/>
          <p:bldP spid="7" grpId="1" animBg="1"/>
          <p:bldP spid="7" grpId="2" animBg="1"/>
        </p:bldLst>
      </p:timing>
    </mc:Fallback>
  </mc:AlternateContent>
</p:sld>
</file>

<file path=ppt/theme/theme1.xml><?xml version="1.0" encoding="utf-8"?>
<a:theme xmlns:a="http://schemas.openxmlformats.org/drawingml/2006/main" name="Office 佈景主題">
  <a:themeElements>
    <a:clrScheme name="NTUB Project">
      <a:dk1>
        <a:srgbClr val="1F2A30"/>
      </a:dk1>
      <a:lt1>
        <a:srgbClr val="FFFFFF"/>
      </a:lt1>
      <a:dk2>
        <a:srgbClr val="3F5560"/>
      </a:dk2>
      <a:lt2>
        <a:srgbClr val="E7ECEE"/>
      </a:lt2>
      <a:accent1>
        <a:srgbClr val="607D8B"/>
      </a:accent1>
      <a:accent2>
        <a:srgbClr val="8AA1AC"/>
      </a:accent2>
      <a:accent3>
        <a:srgbClr val="CFD9DD"/>
      </a:accent3>
      <a:accent4>
        <a:srgbClr val="B48A4A"/>
      </a:accent4>
      <a:accent5>
        <a:srgbClr val="7E8A90"/>
      </a:accent5>
      <a:accent6>
        <a:srgbClr val="46555C"/>
      </a:accent6>
      <a:hlink>
        <a:srgbClr val="3F7A92"/>
      </a:hlink>
      <a:folHlink>
        <a:srgbClr val="6E5A8A"/>
      </a:folHlink>
    </a:clrScheme>
    <a:fontScheme name="自訂 15">
      <a:majorFont>
        <a:latin typeface="Manrope"/>
        <a:ea typeface="Noto Sans TC"/>
        <a:cs typeface=""/>
      </a:majorFont>
      <a:minorFont>
        <a:latin typeface="Manrope"/>
        <a:ea typeface="Noto Sans T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3776</TotalTime>
  <Words>1256</Words>
  <Application>Microsoft Office PowerPoint</Application>
  <PresentationFormat>寬螢幕</PresentationFormat>
  <Paragraphs>446</Paragraphs>
  <Slides>36</Slides>
  <Notes>31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36</vt:i4>
      </vt:variant>
    </vt:vector>
  </HeadingPairs>
  <TitlesOfParts>
    <vt:vector size="45" baseType="lpstr">
      <vt:lpstr>Montserrat Bold</vt:lpstr>
      <vt:lpstr>Noto Sans TC Medium</vt:lpstr>
      <vt:lpstr>Aptos</vt:lpstr>
      <vt:lpstr>Arial</vt:lpstr>
      <vt:lpstr>Manrope</vt:lpstr>
      <vt:lpstr>Open Sans</vt:lpstr>
      <vt:lpstr>Poppins</vt:lpstr>
      <vt:lpstr>Segoe UI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四技第115414組-救「舊」我的書</dc:title>
  <dc:creator>11246065_陳秉鴻</dc:creator>
  <cp:lastModifiedBy>11246065_陳秉鴻</cp:lastModifiedBy>
  <cp:revision>79</cp:revision>
  <dcterms:created xsi:type="dcterms:W3CDTF">2026-05-19T08:20:24Z</dcterms:created>
  <dcterms:modified xsi:type="dcterms:W3CDTF">2026-06-11T15:32:48Z</dcterms:modified>
</cp:coreProperties>
</file>