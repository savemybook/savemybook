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4" r:id="rId2"/>
    <p:sldId id="316" r:id="rId3"/>
    <p:sldId id="269" r:id="rId4"/>
    <p:sldId id="259" r:id="rId5"/>
    <p:sldId id="318" r:id="rId6"/>
    <p:sldId id="319" r:id="rId7"/>
    <p:sldId id="270" r:id="rId8"/>
    <p:sldId id="321" r:id="rId9"/>
    <p:sldId id="322" r:id="rId10"/>
    <p:sldId id="271" r:id="rId11"/>
    <p:sldId id="339" r:id="rId12"/>
    <p:sldId id="340" r:id="rId13"/>
    <p:sldId id="341" r:id="rId14"/>
    <p:sldId id="342" r:id="rId15"/>
    <p:sldId id="343" r:id="rId16"/>
    <p:sldId id="347" r:id="rId17"/>
    <p:sldId id="344" r:id="rId18"/>
    <p:sldId id="345" r:id="rId19"/>
    <p:sldId id="346" r:id="rId20"/>
    <p:sldId id="272" r:id="rId21"/>
    <p:sldId id="323" r:id="rId22"/>
    <p:sldId id="324" r:id="rId23"/>
    <p:sldId id="327" r:id="rId24"/>
    <p:sldId id="328" r:id="rId25"/>
    <p:sldId id="330" r:id="rId26"/>
    <p:sldId id="331" r:id="rId27"/>
    <p:sldId id="332" r:id="rId28"/>
    <p:sldId id="333" r:id="rId29"/>
    <p:sldId id="334" r:id="rId30"/>
    <p:sldId id="273" r:id="rId31"/>
    <p:sldId id="336" r:id="rId32"/>
    <p:sldId id="338" r:id="rId33"/>
    <p:sldId id="337" r:id="rId34"/>
    <p:sldId id="348" r:id="rId42"/>
    <p:sldId id="260" r:id="rId35"/>
    <p:sldId id="274" r:id="rId36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42ACE8C-17AF-4084-B847-5F16976287D8}">
          <p14:sldIdLst>
            <p14:sldId id="264"/>
          </p14:sldIdLst>
        </p14:section>
        <p14:section name="目錄" id="{90F8F9B5-82A0-453C-BF40-E796F600801D}">
          <p14:sldIdLst>
            <p14:sldId id="316"/>
          </p14:sldIdLst>
        </p14:section>
        <p14:section name="01 初評建議與改善" id="{48535043-E1AB-450B-AC79-1E981107FA1B}">
          <p14:sldIdLst>
            <p14:sldId id="269"/>
            <p14:sldId id="259"/>
            <p14:sldId id="318"/>
            <p14:sldId id="319"/>
          </p14:sldIdLst>
        </p14:section>
        <p14:section name="02 系統核心與架構" id="{648C1DE4-AEF1-4B08-893E-77229EBA6A68}">
          <p14:sldIdLst>
            <p14:sldId id="270"/>
            <p14:sldId id="321"/>
            <p14:sldId id="322"/>
          </p14:sldIdLst>
        </p14:section>
        <p14:section name="03 AI智慧服務" id="{61FD4BCB-CB30-4051-8730-F97053A269F8}">
          <p14:sldIdLst>
            <p14:sldId id="271"/>
            <p14:sldId id="339"/>
            <p14:sldId id="340"/>
            <p14:sldId id="341"/>
            <p14:sldId id="342"/>
            <p14:sldId id="343"/>
            <p14:sldId id="347"/>
            <p14:sldId id="344"/>
            <p14:sldId id="345"/>
            <p14:sldId id="346"/>
          </p14:sldIdLst>
        </p14:section>
        <p14:section name="04 IoT智慧書櫃" id="{556472CD-A55E-43C6-A72A-503EBF591716}">
          <p14:sldIdLst>
            <p14:sldId id="272"/>
            <p14:sldId id="323"/>
            <p14:sldId id="324"/>
            <p14:sldId id="327"/>
            <p14:sldId id="328"/>
            <p14:sldId id="330"/>
            <p14:sldId id="331"/>
            <p14:sldId id="332"/>
            <p14:sldId id="333"/>
            <p14:sldId id="334"/>
          </p14:sldIdLst>
        </p14:section>
        <p14:section name="05 成果與未來展望" id="{19A67D96-CFEF-4872-93BB-B0FBB1496B5D}">
          <p14:sldIdLst>
            <p14:sldId id="273"/>
            <p14:sldId id="336"/>
            <p14:sldId id="338"/>
            <p14:sldId id="337"/>
          </p14:sldIdLst>
        </p14:section>
        <p14:section name="封底" id="{B605022F-1F1E-49E0-BEB5-F57E3D39B5C9}">
          <p14:sldIdLst>
            <p14:sldId id="260"/>
          </p14:sldIdLst>
        </p14:section>
        <p14:section name="評審問答" id="{7027D934-AD3A-47CD-BD1E-8AC6F9D329ED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7D81"/>
    <a:srgbClr val="ACBDC4"/>
    <a:srgbClr val="F3F6F7"/>
    <a:srgbClr val="EBEFF1"/>
    <a:srgbClr val="F1F4F5"/>
    <a:srgbClr val="7E8A90"/>
    <a:srgbClr val="77909E"/>
    <a:srgbClr val="C31A2D"/>
    <a:srgbClr val="EA6070"/>
    <a:srgbClr val="FEBD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22" autoAdjust="0"/>
    <p:restoredTop sz="90586" autoAdjust="0"/>
  </p:normalViewPr>
  <p:slideViewPr>
    <p:cSldViewPr snapToGrid="0">
      <p:cViewPr>
        <p:scale>
          <a:sx n="81" d="100"/>
          <a:sy n="81" d="100"/>
        </p:scale>
        <p:origin x="25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  <Relationship Id="rId42" Type="http://schemas.openxmlformats.org/officeDocument/2006/relationships/slide" Target="slides/slide36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6462BA-EC03-4984-B865-F4659AC46FAC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A1140D6-8F10-47D1-B4B8-907EF7F5B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88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各位評審老師好</a:t>
            </a:r>
            <a:r>
              <a:rPr lang="en-US" altLang="zh-TW" dirty="0"/>
              <a:t>(</a:t>
            </a:r>
            <a:r>
              <a:rPr lang="zh-TW" altLang="en-US" dirty="0"/>
              <a:t>敬禮</a:t>
            </a:r>
            <a:r>
              <a:rPr lang="en-US" altLang="zh-TW" dirty="0"/>
              <a:t>)</a:t>
            </a:r>
            <a:r>
              <a:rPr lang="en-US" dirty="0"/>
              <a:t>，</a:t>
            </a:r>
            <a:r>
              <a:rPr lang="en-US" dirty="0" err="1"/>
              <a:t>我們是四技第</a:t>
            </a:r>
            <a:r>
              <a:rPr lang="en-US" dirty="0"/>
              <a:t> 115414 </a:t>
            </a:r>
            <a:r>
              <a:rPr lang="en-US" dirty="0" err="1"/>
              <a:t>組，專題名稱是「救『舊』我的書</a:t>
            </a:r>
            <a:r>
              <a:rPr lang="en-US" dirty="0"/>
              <a:t>」。</a:t>
            </a:r>
          </a:p>
          <a:p>
            <a:r>
              <a:rPr lang="zh-TW" altLang="en-US" dirty="0"/>
              <a:t>我是連卉媗、我是江芸萱、我是陳秉鴻、我是許凱俊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36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報告分為五個部分：初評建議與改善、系統核心與架構、AI</a:t>
            </a:r>
            <a:r>
              <a:rPr lang="en-US" dirty="0"/>
              <a:t> </a:t>
            </a:r>
            <a:r>
              <a:rPr lang="en-US" dirty="0" err="1"/>
              <a:t>智慧服務、IoT</a:t>
            </a:r>
            <a:r>
              <a:rPr lang="en-US" dirty="0"/>
              <a:t> </a:t>
            </a:r>
            <a:r>
              <a:rPr lang="en-US" dirty="0" err="1"/>
              <a:t>智慧書櫃，最後是成果與未來展望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8643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首先說明初評建議的改善情形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560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初評共十二項建議，我們分成三個面向回應，卡片右下角是對應的手冊頁碼。第一是上架與交易：附件可以實拍照片並在簡介註明；書況改由</a:t>
            </a:r>
            <a:r>
              <a:rPr lang="en-US" dirty="0"/>
              <a:t> AI </a:t>
            </a:r>
            <a:r>
              <a:rPr lang="en-US" dirty="0" err="1"/>
              <a:t>視覺模型分析照片判斷，並依定價與書況建議售價；上架經過規則比對與</a:t>
            </a:r>
            <a:r>
              <a:rPr lang="en-US" dirty="0"/>
              <a:t> AI </a:t>
            </a:r>
            <a:r>
              <a:rPr lang="en-US" dirty="0" err="1"/>
              <a:t>文字、照片的雙層審核，取書發現不符也能申請爭議；付款改為站內代幣，由平台暫管，驗收後才撥款給賣家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933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5ABB-5183-2D8F-7AD4-1335CBE1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D463DA-0C47-7E9E-F30A-9EE5FF601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2A538F-DA34-C835-D4FE-5B3EF31E4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/>
              <a:t>第二是營運與服務條款。讀冊生活已納入競品比較，相較寄賣模式，本系統免寄送、可就近存取。書櫃設在有人員駐點的校園室內場域，管理員可從後台遠端監控裝置狀態。存書設有期限，書櫃也只設在室內。逾期收回已寫進服務條款：滿 14 </a:t>
            </a:r>
            <a:r>
              <a:rPr lang="en-US" dirty="0" err="1"/>
              <a:t>天由平台派員取出並負擔成本，再代管</a:t>
            </a:r>
            <a:r>
              <a:rPr lang="en-US" dirty="0"/>
              <a:t> 30 </a:t>
            </a:r>
            <a:r>
              <a:rPr lang="en-US" dirty="0" err="1"/>
              <a:t>天供賣家領回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7EB702-B21C-BD03-81BF-BAB0D6EA0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237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5E227-33D4-A888-59B4-46B83D6E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A0C779C-45D8-BEFC-9FA1-6D2EE68D4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107763B-8635-205B-F0DB-39B66B49F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第三是智慧書櫃。櫃體從</a:t>
            </a:r>
            <a:r>
              <a:rPr lang="en-US" dirty="0"/>
              <a:t> 3D </a:t>
            </a:r>
            <a:r>
              <a:rPr lang="en-US" dirty="0" err="1"/>
              <a:t>列印改為合板搭配雷射切割壓克力，兼顧耐用與成本。為了讓登記和實際放書同步，必須掃描書櫃的</a:t>
            </a:r>
            <a:r>
              <a:rPr lang="en-US" dirty="0"/>
              <a:t> QR Code </a:t>
            </a:r>
            <a:r>
              <a:rPr lang="en-US" dirty="0" err="1"/>
              <a:t>才能開門，書櫃回報關門後才寫入存書紀錄。掃碼由手機完成，書櫃不需要掃描器，一片</a:t>
            </a:r>
            <a:r>
              <a:rPr lang="en-US" dirty="0"/>
              <a:t> ESP32-S3 </a:t>
            </a:r>
            <a:r>
              <a:rPr lang="en-US" dirty="0" err="1"/>
              <a:t>就能控制四扇櫃門。安全性則以四道驗證把關，稍後由許凱俊詳細說明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5378BB-9D42-A82C-5B3D-A70E17E7A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917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接著由我介紹系統核心與架構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205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A4A1-2D97-44F0-F0AD-B39867987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77BD1F-A578-4D31-5D58-D6346E441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D8B38D-1504-2FB0-31AD-367304BC4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我們的問卷共取得</a:t>
            </a:r>
            <a:r>
              <a:rPr lang="en-US" dirty="0"/>
              <a:t> 498 份有效樣本。35% 的受訪者有閒置書想清空卻懶得處理，57.9% 認為寄送的麻煩在於包裝和跑超商，51.4% </a:t>
            </a:r>
            <a:r>
              <a:rPr lang="en-US" dirty="0" err="1"/>
              <a:t>偏好以實體儲物櫃改善。因此本系統以</a:t>
            </a:r>
            <a:r>
              <a:rPr lang="en-US" dirty="0"/>
              <a:t> AI </a:t>
            </a:r>
            <a:r>
              <a:rPr lang="en-US" dirty="0" err="1"/>
              <a:t>降低上架負擔、以智慧書櫃免除寄送，再由</a:t>
            </a:r>
            <a:r>
              <a:rPr lang="en-US" dirty="0"/>
              <a:t> App </a:t>
            </a:r>
            <a:r>
              <a:rPr lang="en-US" dirty="0" err="1"/>
              <a:t>串接非同步交付，買賣雙方不必約時間面交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0BE565C-697C-2469-8233-6FA8C08CA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3630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C609-8333-DD6A-7CD1-DFB045AF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9008F7-4A28-0002-97E3-C8E1B9262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03CDCF1-ADE6-990C-2EDA-90A0AAD20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系統分為三端。使用者端以</a:t>
            </a:r>
            <a:r>
              <a:rPr lang="en-US" dirty="0"/>
              <a:t> Flutter </a:t>
            </a:r>
            <a:r>
              <a:rPr lang="en-US" dirty="0" err="1"/>
              <a:t>開發，同一套程式碼支援</a:t>
            </a:r>
            <a:r>
              <a:rPr lang="en-US" dirty="0"/>
              <a:t> </a:t>
            </a:r>
            <a:r>
              <a:rPr lang="en-US" dirty="0" err="1"/>
              <a:t>iPhone、iPad</a:t>
            </a:r>
            <a:r>
              <a:rPr lang="en-US" dirty="0"/>
              <a:t> 與 </a:t>
            </a:r>
            <a:r>
              <a:rPr lang="en-US" dirty="0" err="1"/>
              <a:t>Android，管理後台也整合在</a:t>
            </a:r>
            <a:r>
              <a:rPr lang="en-US" dirty="0"/>
              <a:t> App </a:t>
            </a:r>
            <a:r>
              <a:rPr lang="en-US" dirty="0" err="1"/>
              <a:t>中。後端以</a:t>
            </a:r>
            <a:r>
              <a:rPr lang="en-US" dirty="0"/>
              <a:t> Node.js 與 Express </a:t>
            </a:r>
            <a:r>
              <a:rPr lang="en-US" dirty="0" err="1"/>
              <a:t>提供</a:t>
            </a:r>
            <a:r>
              <a:rPr lang="en-US" dirty="0"/>
              <a:t> 301 個 RESTful API </a:t>
            </a:r>
            <a:r>
              <a:rPr lang="en-US" dirty="0" err="1"/>
              <a:t>端點，透過</a:t>
            </a:r>
            <a:r>
              <a:rPr lang="en-US" dirty="0"/>
              <a:t> Prisma ORM </a:t>
            </a:r>
            <a:r>
              <a:rPr lang="en-US" dirty="0" err="1"/>
              <a:t>存取</a:t>
            </a:r>
            <a:r>
              <a:rPr lang="en-US" dirty="0"/>
              <a:t> MariaDB </a:t>
            </a:r>
            <a:r>
              <a:rPr lang="en-US" dirty="0" err="1"/>
              <a:t>資料庫，並以</a:t>
            </a:r>
            <a:r>
              <a:rPr lang="en-US" dirty="0"/>
              <a:t> Socket.IO </a:t>
            </a:r>
            <a:r>
              <a:rPr lang="en-US" dirty="0" err="1"/>
              <a:t>推送即時訊息，身分驗證採用</a:t>
            </a:r>
            <a:r>
              <a:rPr lang="en-US" dirty="0"/>
              <a:t> JWT </a:t>
            </a:r>
            <a:r>
              <a:rPr lang="en-US" dirty="0" err="1"/>
              <a:t>與通行密鑰。書櫃端是</a:t>
            </a:r>
            <a:r>
              <a:rPr lang="en-US" dirty="0"/>
              <a:t> ESP32-S3，以 HTTPS </a:t>
            </a:r>
            <a:r>
              <a:rPr lang="en-US" dirty="0" err="1"/>
              <a:t>輪詢搭配裝置憑證與後端同步。對外流量經</a:t>
            </a:r>
            <a:r>
              <a:rPr lang="en-US" dirty="0"/>
              <a:t> Cloudflare </a:t>
            </a:r>
            <a:r>
              <a:rPr lang="en-US" dirty="0" err="1"/>
              <a:t>防護與加密，並串接</a:t>
            </a:r>
            <a:r>
              <a:rPr lang="en-US" dirty="0"/>
              <a:t> AI </a:t>
            </a:r>
            <a:r>
              <a:rPr lang="en-US" dirty="0" err="1"/>
              <a:t>服務、Google</a:t>
            </a:r>
            <a:r>
              <a:rPr lang="en-US" dirty="0"/>
              <a:t> Books </a:t>
            </a:r>
            <a:r>
              <a:rPr lang="en-US" dirty="0" err="1"/>
              <a:t>書目、臺北市交通開放資料與</a:t>
            </a:r>
            <a:r>
              <a:rPr lang="en-US" dirty="0"/>
              <a:t> Firebase </a:t>
            </a:r>
            <a:r>
              <a:rPr lang="en-US" dirty="0" err="1"/>
              <a:t>推播。其中</a:t>
            </a:r>
            <a:r>
              <a:rPr lang="en-US" dirty="0"/>
              <a:t> AI </a:t>
            </a:r>
            <a:r>
              <a:rPr lang="en-US" dirty="0" err="1"/>
              <a:t>供應商可在後台切換</a:t>
            </a:r>
            <a:r>
              <a:rPr lang="en-US" dirty="0"/>
              <a:t> OpenAI 或 </a:t>
            </a:r>
            <a:r>
              <a:rPr lang="en-US" dirty="0" err="1"/>
              <a:t>Gemini，並設有每月預算與每人每日使用上限，控制營運成本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277CD1-7DC8-1078-D258-4EBC31D955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2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第三部分由我介紹</a:t>
            </a:r>
            <a:r>
              <a:rPr lang="en-US" dirty="0"/>
              <a:t> AI </a:t>
            </a:r>
            <a:r>
              <a:rPr lang="en-US" dirty="0" err="1"/>
              <a:t>智慧服務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411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2B9F-1697-04CA-5BD7-89AA5ABC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716CA74-4B3C-50AC-0F50-3069FE686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F296D2C-8693-F53E-B2F4-C2D0AE31A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我們依使用流程導入七項</a:t>
            </a:r>
            <a:r>
              <a:rPr lang="en-US" dirty="0"/>
              <a:t> AI </a:t>
            </a:r>
            <a:r>
              <a:rPr lang="en-US" dirty="0" err="1"/>
              <a:t>服務：上架階段有上架輔助、資料補齊與上架審核；選書階段有個人化推薦與</a:t>
            </a:r>
            <a:r>
              <a:rPr lang="en-US" dirty="0"/>
              <a:t> AI </a:t>
            </a:r>
            <a:r>
              <a:rPr lang="en-US" dirty="0" err="1"/>
              <a:t>書籍顧問；售後階段有</a:t>
            </a:r>
            <a:r>
              <a:rPr lang="en-US" dirty="0"/>
              <a:t> AI </a:t>
            </a:r>
            <a:r>
              <a:rPr lang="en-US" dirty="0" err="1"/>
              <a:t>客服與爭議分析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839B0F-F63E-5F47-2088-2AA3071B3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7072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88D8-A9EC-DDE5-CECA-0DC0063C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1805A58-1D70-F6CE-79CD-7F5AE4C3B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B0136C-96BB-86DC-26D7-D906942DD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zh-TW" altLang="en-US" dirty="0"/>
              <a:t>首先是</a:t>
            </a:r>
            <a:r>
              <a:rPr lang="en-US" dirty="0" err="1"/>
              <a:t>上架輔助的書目帶入。賣家輸入或掃描</a:t>
            </a:r>
            <a:r>
              <a:rPr lang="en-US" dirty="0"/>
              <a:t> ISBN </a:t>
            </a:r>
            <a:r>
              <a:rPr lang="en-US" dirty="0" err="1"/>
              <a:t>後按下「AI</a:t>
            </a:r>
            <a:r>
              <a:rPr lang="en-US" dirty="0"/>
              <a:t> </a:t>
            </a:r>
            <a:r>
              <a:rPr lang="en-US" dirty="0" err="1"/>
              <a:t>帶入</a:t>
            </a:r>
            <a:r>
              <a:rPr lang="en-US" dirty="0"/>
              <a:t>」，</a:t>
            </a:r>
            <a:r>
              <a:rPr lang="en-US" dirty="0" err="1"/>
              <a:t>系統會同時查詢</a:t>
            </a:r>
            <a:r>
              <a:rPr lang="en-US" dirty="0"/>
              <a:t> Google Books 與 Open </a:t>
            </a:r>
            <a:r>
              <a:rPr lang="en-US" dirty="0" err="1"/>
              <a:t>Library，查不到的欄位再由</a:t>
            </a:r>
            <a:r>
              <a:rPr lang="en-US" dirty="0"/>
              <a:t> AI </a:t>
            </a:r>
            <a:r>
              <a:rPr lang="en-US" dirty="0" err="1"/>
              <a:t>網路搜尋補齊。AI</a:t>
            </a:r>
            <a:r>
              <a:rPr lang="en-US" dirty="0"/>
              <a:t> </a:t>
            </a:r>
            <a:r>
              <a:rPr lang="en-US" dirty="0" err="1"/>
              <a:t>以結構化格式輸出書名、作者、出版資訊、簡介與分類，並附上資料來源；賣家逐項勾選，只套用勾選的欄位，之後仍可自行修改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90014B-47DD-CEE6-7FE1-6F8965D08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940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88D8-A9EC-DDE5-CECA-0DC0063C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1805A58-1D70-F6CE-79CD-7F5AE4C3B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B0136C-96BB-86DC-26D7-D906942DD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接著是書況與售價。賣家上傳封面、封底與條碼頁照片後，AI</a:t>
            </a:r>
            <a:r>
              <a:rPr lang="en-US" dirty="0"/>
              <a:t> </a:t>
            </a:r>
            <a:r>
              <a:rPr lang="en-US" dirty="0" err="1"/>
              <a:t>以視覺模型分析磨損、劃記等狀況，判斷書況等級並列出依據，再依定價與書況算出建議售價區間，例如這本建議</a:t>
            </a:r>
            <a:r>
              <a:rPr lang="en-US" dirty="0"/>
              <a:t> 250 </a:t>
            </a:r>
            <a:r>
              <a:rPr lang="en-US" dirty="0" err="1"/>
              <a:t>元、區間</a:t>
            </a:r>
            <a:r>
              <a:rPr lang="en-US" dirty="0"/>
              <a:t> 200 到 300 </a:t>
            </a:r>
            <a:r>
              <a:rPr lang="en-US" dirty="0" err="1"/>
              <a:t>元。賣家調整書況時，建議售價也會依新書況重新計算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90014B-47DD-CEE6-7FE1-6F8965D087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696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6B1A-196F-E98B-E159-8CA59523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C9DE4B6-6A48-C561-CFA6-4B5B3290D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1CB2E6-5B74-EE83-3D2D-EF5745C50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上架審核採規則加</a:t>
            </a:r>
            <a:r>
              <a:rPr lang="en-US" dirty="0"/>
              <a:t> AI </a:t>
            </a:r>
            <a:r>
              <a:rPr lang="en-US" dirty="0" err="1"/>
              <a:t>的雙層把關：規則先過濾售價異常與站外聯絡資訊，AI</a:t>
            </a:r>
            <a:r>
              <a:rPr lang="en-US" dirty="0"/>
              <a:t> </a:t>
            </a:r>
            <a:r>
              <a:rPr lang="en-US" dirty="0" err="1"/>
              <a:t>再審核文字與照片。像這本書的書背貼有分類號標籤，AI</a:t>
            </a:r>
            <a:r>
              <a:rPr lang="en-US" dirty="0"/>
              <a:t> </a:t>
            </a:r>
            <a:r>
              <a:rPr lang="en-US" dirty="0" err="1"/>
              <a:t>判定疑似圖書館館藏、可信度</a:t>
            </a:r>
            <a:r>
              <a:rPr lang="en-US" dirty="0"/>
              <a:t> 78%，</a:t>
            </a:r>
            <a:r>
              <a:rPr lang="en-US" dirty="0" err="1"/>
              <a:t>系統就送交管理員複核。管理員放大照片確認後，選擇原因拒絕上架，結果會通知賣家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0013AD-57A2-1AA2-DB29-67837B6BD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410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C1B6-75B6-3553-39E2-F0FBC4C7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9DE219C-35E5-EA83-CF54-30CA1349F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5C0C217-3B8F-D89D-4702-9A98E3CD0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聊天室也有防詐機制。這項以平台規則即時評分，不經過</a:t>
            </a:r>
            <a:r>
              <a:rPr lang="en-US" dirty="0"/>
              <a:t> AI：偵測到站外聯絡方式、私下付款等常見話術時，訊息下方與聊天室頂端會同步提醒。傳送聯絡方式前也會請傳送者確認，可疑訊息可以直接檢舉。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ECC182-BDAA-327A-FE24-A74EF960E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3132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0429-C979-897F-C1E7-0F5B7FCE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B269D1-ECF7-7C5C-4DFD-CDE0C19A5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E59AE7-55A7-07AB-46A4-FA3E8581D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個人化推薦會讀取使用者的購買、收藏、購物車與瀏覽紀錄，以語意向量找出內容相近的書，再和熱門書合併成候選清單，由</a:t>
            </a:r>
            <a:r>
              <a:rPr lang="en-US" dirty="0"/>
              <a:t> AI </a:t>
            </a:r>
            <a:r>
              <a:rPr lang="en-US" dirty="0" err="1"/>
              <a:t>挑選並寫出推薦理由，結果快取</a:t>
            </a:r>
            <a:r>
              <a:rPr lang="en-US" dirty="0"/>
              <a:t> 6 </a:t>
            </a:r>
            <a:r>
              <a:rPr lang="en-US" dirty="0" err="1"/>
              <a:t>小時。商品頁的相似書籍同樣以語意向量計算；AI</a:t>
            </a:r>
            <a:r>
              <a:rPr lang="en-US" dirty="0"/>
              <a:t> </a:t>
            </a:r>
            <a:r>
              <a:rPr lang="en-US" dirty="0" err="1"/>
              <a:t>無法使用時，系統會自動改用一般推薦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BAC53A-D3B5-D4BB-0BA3-0B620E03B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050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089B-BC99-7F6C-D8B1-C51D12C71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3BFC83F-C0A6-0ACD-1774-0615DDCE6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C78ACA-FF11-7335-9382-B8811C652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/>
              <a:t>AI </a:t>
            </a:r>
            <a:r>
              <a:rPr lang="en-US" dirty="0" err="1"/>
              <a:t>書籍顧問位在聊天室列表最上方。使用者以自然語言描述需求，例如「想學網頁設計，預算</a:t>
            </a:r>
            <a:r>
              <a:rPr lang="en-US" dirty="0"/>
              <a:t> 300 </a:t>
            </a:r>
            <a:r>
              <a:rPr lang="en-US" dirty="0" err="1"/>
              <a:t>以內</a:t>
            </a:r>
            <a:r>
              <a:rPr lang="en-US" dirty="0"/>
              <a:t>」，AI </a:t>
            </a:r>
            <a:r>
              <a:rPr lang="en-US" dirty="0" err="1"/>
              <a:t>會拆解出分類與預算等條件，只從站內可購買的書籍中挑選，建議先讀</a:t>
            </a:r>
            <a:r>
              <a:rPr lang="en-US" dirty="0"/>
              <a:t> HTML &amp; CSS </a:t>
            </a:r>
            <a:r>
              <a:rPr lang="en-US" dirty="0" err="1"/>
              <a:t>再搭配</a:t>
            </a:r>
            <a:r>
              <a:rPr lang="en-US" dirty="0"/>
              <a:t> </a:t>
            </a:r>
            <a:r>
              <a:rPr lang="en-US" dirty="0" err="1"/>
              <a:t>Vue.js，點選書卡就能加入購物車或直接購買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A8F61-C5D5-E263-6B4C-0235B8946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936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2C70-61F6-6F9F-E669-F75628E7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A803244-86CC-579C-64D5-F3A14F531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2D8A2D-6960-0B5F-82A6-C893AD48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/>
              <a:t>AI 客服採用混合檢索，同時以關鍵字與語意向量，從平台說明、常見問題與服務條款中找出相關段落，再結合使用者本人的訂單回答，例如帶出訂單、爭議申請期限與流程，並附上訂單連結。遇到複雜問題可以一鍵轉接客服人員，系統會連同對話內容建立客服工單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475751-3D8B-92E1-9F83-F9985471D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98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854A-88E2-E11D-1CE5-C1A831D1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55C3237-606A-1FA5-18F0-DCC22047B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EE15BE-2E6F-09FB-7E2D-66D68B2ED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最後是爭議分析。買家須在取書後</a:t>
            </a:r>
            <a:r>
              <a:rPr lang="en-US" dirty="0"/>
              <a:t> 24 </a:t>
            </a:r>
            <a:r>
              <a:rPr lang="en-US" dirty="0" err="1"/>
              <a:t>小時內申請爭議並附上照片，系統隨即暫停撥款。管理員可啟動</a:t>
            </a:r>
            <a:r>
              <a:rPr lang="en-US" dirty="0"/>
              <a:t> AI，比對上架照片、書況標示與佐證照片，逐點標示有利買家或賣家，並提出退款、駁回或協調的建議。本例建議協調處理，最後仍由管理員裁決，AI </a:t>
            </a:r>
            <a:r>
              <a:rPr lang="en-US" dirty="0" err="1"/>
              <a:t>不直接判決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2FE50C-DE31-7A15-45A9-AA4A824F9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7083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接下來由我介紹</a:t>
            </a:r>
            <a:r>
              <a:rPr lang="en-US" dirty="0"/>
              <a:t> IoT </a:t>
            </a:r>
            <a:r>
              <a:rPr lang="en-US" dirty="0" err="1"/>
              <a:t>智慧書櫃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896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07A2-79E4-F60F-C9E8-F9CB36F7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E8B3F6-7896-7B92-68EA-9F0F09807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274A179-AF9F-CC54-FE85-3F6F6B6A2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先看書櫃的改版。初評版本以</a:t>
            </a:r>
            <a:r>
              <a:rPr lang="en-US" dirty="0"/>
              <a:t> 3D </a:t>
            </a:r>
            <a:r>
              <a:rPr lang="en-US" dirty="0" err="1"/>
              <a:t>列印蜂巢面板，搭配</a:t>
            </a:r>
            <a:r>
              <a:rPr lang="en-US" dirty="0"/>
              <a:t> Nema 17 </a:t>
            </a:r>
            <a:r>
              <a:rPr lang="en-US" dirty="0" err="1"/>
              <a:t>步進馬達與齒條帶動，列印耗時、強度有限，不利量產。複評版本改為</a:t>
            </a:r>
            <a:r>
              <a:rPr lang="en-US" dirty="0"/>
              <a:t> 9mm </a:t>
            </a:r>
            <a:r>
              <a:rPr lang="en-US" dirty="0" err="1"/>
              <a:t>合板與</a:t>
            </a:r>
            <a:r>
              <a:rPr lang="en-US" dirty="0"/>
              <a:t> 5mm </a:t>
            </a:r>
            <a:r>
              <a:rPr lang="en-US" dirty="0" err="1"/>
              <a:t>壓克力雷射切割，四扇櫃門各由一顆</a:t>
            </a:r>
            <a:r>
              <a:rPr lang="en-US" dirty="0"/>
              <a:t> 12V </a:t>
            </a:r>
            <a:r>
              <a:rPr lang="en-US" dirty="0" err="1"/>
              <a:t>電磁鎖控制，右上角是</a:t>
            </a:r>
            <a:r>
              <a:rPr lang="en-US" dirty="0"/>
              <a:t> 2.8 </a:t>
            </a:r>
            <a:r>
              <a:rPr lang="en-US" dirty="0" err="1"/>
              <a:t>吋橫向螢幕，整體尺寸</a:t>
            </a:r>
            <a:r>
              <a:rPr lang="en-US" dirty="0"/>
              <a:t> 31 × 31 × 38 </a:t>
            </a:r>
            <a:r>
              <a:rPr lang="en-US" dirty="0" err="1"/>
              <a:t>公分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D22739-D14D-78C1-C3D4-978C4DB27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8417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E46EA-8D46-B81E-4212-CA8D5998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CC88023-0B25-C447-87D0-24D032E15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AD4793-5EA2-298B-1904-1D9D43A40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/>
              <a:t>這是書櫃的透視圖。12V </a:t>
            </a:r>
            <a:r>
              <a:rPr lang="en-US" dirty="0" err="1"/>
              <a:t>電源從頂板接入，供應平放在頂層的自製主控板。主控板以</a:t>
            </a:r>
            <a:r>
              <a:rPr lang="en-US" dirty="0"/>
              <a:t> ESP32-S3 </a:t>
            </a:r>
            <a:r>
              <a:rPr lang="en-US" dirty="0" err="1"/>
              <a:t>為核心，透過四路繼電器驅動四顆電磁鎖，對應由上而下的</a:t>
            </a:r>
            <a:r>
              <a:rPr lang="en-US" dirty="0"/>
              <a:t> A01 到 A04 </a:t>
            </a:r>
            <a:r>
              <a:rPr lang="en-US" dirty="0" err="1"/>
              <a:t>四扇櫃門，每扇門都有門磁開關偵測是否關妥。螢幕只負責顯示</a:t>
            </a:r>
            <a:r>
              <a:rPr lang="en-US" dirty="0"/>
              <a:t> QR Code </a:t>
            </a:r>
            <a:r>
              <a:rPr lang="en-US" dirty="0" err="1"/>
              <a:t>與比對數字，所有輸入都在手機上完成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A57AB3-AAC8-1CC5-604C-E8A78B0D5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616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D5CF-6EBE-571A-FE2B-B4A03A1C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69C4F0-5906-0538-B9DD-F6141ABE5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C51457-C099-0B4B-57E1-A6A2EB7E3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這是我們自行設計的主控板</a:t>
            </a:r>
            <a:r>
              <a:rPr lang="en-US" dirty="0"/>
              <a:t> Rev A。12V </a:t>
            </a:r>
            <a:r>
              <a:rPr lang="en-US" dirty="0" err="1"/>
              <a:t>輸入經</a:t>
            </a:r>
            <a:r>
              <a:rPr lang="en-US" dirty="0"/>
              <a:t> L7805 </a:t>
            </a:r>
            <a:r>
              <a:rPr lang="en-US" dirty="0" err="1"/>
              <a:t>穩壓為</a:t>
            </a:r>
            <a:r>
              <a:rPr lang="en-US" dirty="0"/>
              <a:t> 5V；ESP32-S3 </a:t>
            </a:r>
            <a:r>
              <a:rPr lang="en-US" dirty="0" err="1"/>
              <a:t>開發板以排母插接，方便更換；繼電器由</a:t>
            </a:r>
            <a:r>
              <a:rPr lang="en-US" dirty="0"/>
              <a:t> PC815 </a:t>
            </a:r>
            <a:r>
              <a:rPr lang="en-US" dirty="0" err="1"/>
              <a:t>光耦合器與</a:t>
            </a:r>
            <a:r>
              <a:rPr lang="en-US" dirty="0"/>
              <a:t> S8050 </a:t>
            </a:r>
            <a:r>
              <a:rPr lang="en-US" dirty="0" err="1"/>
              <a:t>電晶體驅動，讓控制訊號與電磁鎖電路隔離；電磁鎖並聯續流二極體吸收反向電壓。韌體以</a:t>
            </a:r>
            <a:r>
              <a:rPr lang="en-US" dirty="0"/>
              <a:t> ESP-IDF </a:t>
            </a:r>
            <a:r>
              <a:rPr lang="en-US" dirty="0" err="1"/>
              <a:t>開發，逐扇以脈衝開鎖，避免多扇同時通電造成電壓不足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2551E1-015F-9044-81F2-38790B08D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17461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CF49-A946-E547-C9DB-F71AF733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76E197-FA0D-4D40-CAC9-A8A03EA83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C20726-0E96-81B1-D156-5EDC625CA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書櫃無人駐守，因此開門前要通過四道驗證。第一，螢幕上的</a:t>
            </a:r>
            <a:r>
              <a:rPr lang="en-US" dirty="0"/>
              <a:t> QR Code </a:t>
            </a:r>
            <a:r>
              <a:rPr lang="en-US" dirty="0" err="1"/>
              <a:t>是伺服器簽發的一次性挑戰碼，每</a:t>
            </a:r>
            <a:r>
              <a:rPr lang="en-US" dirty="0"/>
              <a:t> 30 秒更新、45 </a:t>
            </a:r>
            <a:r>
              <a:rPr lang="en-US" dirty="0" err="1"/>
              <a:t>秒失效，截圖轉傳無效。第二，手機必須回傳書櫃</a:t>
            </a:r>
            <a:r>
              <a:rPr lang="en-US" dirty="0"/>
              <a:t> 200 公尺內的定位。第三，手機輸入螢幕上的兩位數字，60 </a:t>
            </a:r>
            <a:r>
              <a:rPr lang="en-US" dirty="0" err="1"/>
              <a:t>秒內只有一次機會。第四，書櫃以專屬裝置憑證連線，伺服器只保存憑證的雜湊值，並以開機代碼偵測憑證是否遭複製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81C896-07F2-6607-B0F0-72980BB2A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6289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461B-4F8B-9515-2C36-A8AD004B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495E48-3A98-3DC0-FCA2-1091899C6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7A5D75-07CD-60C6-AB15-1732117AC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實際操作來看賣家存書。賣家在書櫃前掃描</a:t>
            </a:r>
            <a:r>
              <a:rPr lang="en-US" dirty="0"/>
              <a:t> QR </a:t>
            </a:r>
            <a:r>
              <a:rPr lang="en-US" dirty="0" err="1"/>
              <a:t>Code，App</a:t>
            </a:r>
            <a:r>
              <a:rPr lang="en-US" dirty="0"/>
              <a:t> </a:t>
            </a:r>
            <a:r>
              <a:rPr lang="en-US" dirty="0" err="1"/>
              <a:t>連同定位一起送出；確認存書項目後，書櫃螢幕顯示比對數字</a:t>
            </a:r>
            <a:r>
              <a:rPr lang="en-US" dirty="0"/>
              <a:t> 25，在手機輸入後 A01 </a:t>
            </a:r>
            <a:r>
              <a:rPr lang="en-US" dirty="0" err="1"/>
              <a:t>開鎖。放入書籍、關上櫃門，門磁回報關門後，系統才在資料庫交易中寫入存書並通知買家；書櫃重送的事件以冪等鍵辨識，不會重複登記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136C7C-2DD2-C6B6-06C5-070A4A0BC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294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31D2-E10D-21D0-DAE2-7BA6052E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CFEAFD-52D0-A02D-4D5E-321F5793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77A3CC-8282-A15C-7AAF-95345357A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前往書櫃前，App</a:t>
            </a:r>
            <a:r>
              <a:rPr lang="en-US" dirty="0"/>
              <a:t> </a:t>
            </a:r>
            <a:r>
              <a:rPr lang="en-US" dirty="0" err="1"/>
              <a:t>整合臺北市資料大平臺的開放資料，提供捷運出口與票價、公車即時到站、YouBike</a:t>
            </a:r>
            <a:r>
              <a:rPr lang="en-US" dirty="0"/>
              <a:t> </a:t>
            </a:r>
            <a:r>
              <a:rPr lang="en-US" dirty="0" err="1"/>
              <a:t>車位、停車場與計程車招呼站。各資料來源獨立快取，來源中斷時沿用上次資料；最近的捷運站在手機上計算，使用者位置不會上傳伺服器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E8AED6-DB18-90E4-D73C-10F69A90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969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31D2-E10D-21D0-DAE2-7BA6052E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CFEAFD-52D0-A02D-4D5E-321F5793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77A3CC-8282-A15C-7AAF-95345357A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買家取書的流程相同：掃描</a:t>
            </a:r>
            <a:r>
              <a:rPr lang="en-US" dirty="0"/>
              <a:t> QR </a:t>
            </a:r>
            <a:r>
              <a:rPr lang="en-US" dirty="0" err="1"/>
              <a:t>Code、確認取書項目、輸入比對數字後開鎖。取出書籍並關門後，系統記錄取書時間、釋放櫃門並通知賣家，訂單隨即進入驗收階段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E8AED6-DB18-90E4-D73C-10F69A90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1984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31D2-E10D-21D0-DAE2-7BA6052E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CFEAFD-52D0-A02D-4D5E-321F57933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77A3CC-8282-A15C-7AAF-95345357A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款項流程是這樣：買家付款後由平台暫管；取書關門後進入</a:t>
            </a:r>
            <a:r>
              <a:rPr lang="en-US" dirty="0"/>
              <a:t> 24 </a:t>
            </a:r>
            <a:r>
              <a:rPr lang="en-US" dirty="0" err="1"/>
              <a:t>小時驗收，買家確認書況按下「完成訂單</a:t>
            </a:r>
            <a:r>
              <a:rPr lang="en-US" dirty="0"/>
              <a:t>」，或 24 </a:t>
            </a:r>
            <a:r>
              <a:rPr lang="en-US" dirty="0" err="1"/>
              <a:t>小時內未申請爭議，排程就會自動完成並撥款。這筆</a:t>
            </a:r>
            <a:r>
              <a:rPr lang="en-US" dirty="0"/>
              <a:t> 250 </a:t>
            </a:r>
            <a:r>
              <a:rPr lang="en-US" dirty="0" err="1"/>
              <a:t>代幣撥入後，賣家錢包從</a:t>
            </a:r>
            <a:r>
              <a:rPr lang="en-US" dirty="0"/>
              <a:t> 9,194 </a:t>
            </a:r>
            <a:r>
              <a:rPr lang="en-US" dirty="0" err="1"/>
              <a:t>變成</a:t>
            </a:r>
            <a:r>
              <a:rPr lang="en-US" dirty="0"/>
              <a:t> 9,444。撥款以資料庫交易的條件式更新執行，避免重複撥款。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E8AED6-DB18-90E4-D73C-10F69A90A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7420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48E3-1ED2-178C-9AB5-B0D0F520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F811F-EE1C-D007-D335-755DBA5E8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1B54DCB-0172-7598-19C9-BAF092564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最後是維運與例外處理。裝置以</a:t>
            </a:r>
            <a:r>
              <a:rPr lang="en-US" dirty="0"/>
              <a:t> 8 </a:t>
            </a:r>
            <a:r>
              <a:rPr lang="en-US" dirty="0" err="1"/>
              <a:t>位數配對碼綁定書櫃，管理員可遠端開櫃、調整螢幕亮度，開關門事件紀錄保存一年。書櫃離線</a:t>
            </a:r>
            <a:r>
              <a:rPr lang="en-US" dirty="0"/>
              <a:t> 5 </a:t>
            </a:r>
            <a:r>
              <a:rPr lang="en-US" dirty="0" err="1"/>
              <a:t>分鐘即通知管理員，故障逾</a:t>
            </a:r>
            <a:r>
              <a:rPr lang="en-US" dirty="0"/>
              <a:t> 2 分鐘可改為手動回報，並須由非當事人的管理員確認。逾期方面，7 </a:t>
            </a:r>
            <a:r>
              <a:rPr lang="en-US" dirty="0" err="1"/>
              <a:t>天未存書或未取書自動取消退款，先行存書滿</a:t>
            </a:r>
            <a:r>
              <a:rPr lang="en-US" dirty="0"/>
              <a:t> 14 </a:t>
            </a:r>
            <a:r>
              <a:rPr lang="en-US" dirty="0" err="1"/>
              <a:t>天由平台取出，並代管</a:t>
            </a:r>
            <a:r>
              <a:rPr lang="en-US" dirty="0"/>
              <a:t> 30 天。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FEEA8D-D362-1AD1-32F2-02252A032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5629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最後是成果與未來展望</a:t>
            </a:r>
            <a:r>
              <a:rPr 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9223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1A05-240B-B64D-1B53-3962C7679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12CCA0-751D-1FD2-6134-4535A59CE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9F0D25-087D-8341-2793-17DFBBC2F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總結目前成果：後端共有</a:t>
            </a:r>
            <a:r>
              <a:rPr lang="en-US" dirty="0"/>
              <a:t> 301 個 RESTful API </a:t>
            </a:r>
            <a:r>
              <a:rPr lang="en-US" dirty="0" err="1"/>
              <a:t>端點；後端</a:t>
            </a:r>
            <a:r>
              <a:rPr lang="en-US" dirty="0"/>
              <a:t> 1,558 </a:t>
            </a:r>
            <a:r>
              <a:rPr lang="en-US" dirty="0" err="1"/>
              <a:t>項測試以模擬的資料庫與外部服務自動執行，App</a:t>
            </a:r>
            <a:r>
              <a:rPr lang="en-US" dirty="0"/>
              <a:t> 端 2,571 </a:t>
            </a:r>
            <a:r>
              <a:rPr lang="en-US" dirty="0" err="1"/>
              <a:t>項元件與單元測試，全部通過。系統整合七項</a:t>
            </a:r>
            <a:r>
              <a:rPr lang="en-US" dirty="0"/>
              <a:t> AI </a:t>
            </a:r>
            <a:r>
              <a:rPr lang="en-US" dirty="0" err="1"/>
              <a:t>服務，並支援</a:t>
            </a:r>
            <a:r>
              <a:rPr lang="en-US" dirty="0"/>
              <a:t> </a:t>
            </a:r>
            <a:r>
              <a:rPr lang="en-US" dirty="0" err="1"/>
              <a:t>iPhone、iPad</a:t>
            </a:r>
            <a:r>
              <a:rPr lang="en-US" dirty="0"/>
              <a:t> 與 Android </a:t>
            </a:r>
            <a:r>
              <a:rPr lang="en-US" dirty="0" err="1"/>
              <a:t>三種裝置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5007A6-F160-D987-617A-48C81C865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6696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2A9A-DBAF-1C6A-E17F-170175A1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356D06-A0C9-4527-6F95-31E6DAD90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62DEC7-B986-728A-D423-F256C6798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未來展望有四項：第一，串接持有執照的第三方支付，提供儲值與提領；第二，App</a:t>
            </a:r>
            <a:r>
              <a:rPr lang="en-US" dirty="0"/>
              <a:t> </a:t>
            </a:r>
            <a:r>
              <a:rPr lang="en-US" dirty="0" err="1"/>
              <a:t>正式上架</a:t>
            </a:r>
            <a:r>
              <a:rPr lang="en-US" dirty="0"/>
              <a:t> App Store 與 Google </a:t>
            </a:r>
            <a:r>
              <a:rPr lang="en-US" dirty="0" err="1"/>
              <a:t>Play；第三，擴展到更多校園與公共場域；第四，以</a:t>
            </a:r>
            <a:r>
              <a:rPr lang="en-US" dirty="0"/>
              <a:t> 10% </a:t>
            </a:r>
            <a:r>
              <a:rPr lang="en-US" dirty="0" err="1"/>
              <a:t>交易服務費與書櫃廣告作為營收模式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8874C5-AD77-F059-38FF-F0724595A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61010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188A-DE04-8187-DD06-7CE6E79F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284EA5-FC11-BFB4-0B74-D06BD90B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399711-CAB6-26F0-3C16-C51F0483F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en-US" dirty="0" err="1"/>
              <a:t>這是我們的</a:t>
            </a:r>
            <a:r>
              <a:rPr lang="en-US" dirty="0"/>
              <a:t> GitHub </a:t>
            </a:r>
            <a:r>
              <a:rPr lang="en-US" dirty="0" err="1"/>
              <a:t>開發紀錄，從</a:t>
            </a:r>
            <a:r>
              <a:rPr lang="en-US" dirty="0"/>
              <a:t> 3 月 15 </a:t>
            </a:r>
            <a:r>
              <a:rPr lang="en-US" dirty="0" err="1"/>
              <a:t>日到</a:t>
            </a:r>
            <a:r>
              <a:rPr lang="en-US" dirty="0"/>
              <a:t> 10 月 4 </a:t>
            </a:r>
            <a:r>
              <a:rPr lang="en-US" dirty="0" err="1"/>
              <a:t>日共</a:t>
            </a:r>
            <a:r>
              <a:rPr lang="en-US" dirty="0"/>
              <a:t> 555 </a:t>
            </a:r>
            <a:r>
              <a:rPr lang="en-US" dirty="0" err="1"/>
              <a:t>次提交，四位組員都持續投入，分別負責硬體與韌體、後端</a:t>
            </a:r>
            <a:r>
              <a:rPr lang="en-US" dirty="0"/>
              <a:t> </a:t>
            </a:r>
            <a:r>
              <a:rPr lang="en-US" dirty="0" err="1"/>
              <a:t>API、前端頁面與文件</a:t>
            </a:r>
            <a:r>
              <a:rPr 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9509A3-714C-AAAE-F60A-15CBFEB83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296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以上是我們的報告，謝謝各位評審老師聆聽</a:t>
            </a:r>
            <a:r>
              <a:rPr lang="en-US" dirty="0"/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7827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Q：書櫃斷電或故障時，書會不會拿不出來？</a:t>
            </a:r>
          </a:p>
          <a:p>
            <a:r>
              <a:rPr lang="zh-TW" altLang="en-US" dirty="0"/>
              <a:t>A：電磁鎖斷電時維持上鎖，書在櫃內是安全的；裝置離線或故障超過 2 分鐘，App 改為手動回報，由管理員到場處理並確認後才變更訂單狀態。</a:t>
            </a:r>
          </a:p>
          <a:p>
            <a:r>
              <a:rPr lang="zh-TW" altLang="en-US" dirty="0"/>
              <a:t>Q：如何避免有人不在現場就遠端開櫃？</a:t>
            </a:r>
          </a:p>
          <a:p>
            <a:r>
              <a:rPr lang="zh-TW" altLang="en-US" dirty="0"/>
              <a:t>A：開櫃要通過四道驗證：書櫃螢幕的動態 QR Code 每 30 秒更新、45 秒失效；手機定位須在 200 公尺內；比對碼只顯示在書櫃螢幕上，輸入錯誤兩次暫停 10 分鐘；書櫃以裝置憑證連線。</a:t>
            </a:r>
          </a:p>
          <a:p>
            <a:r>
              <a:rPr lang="zh-TW" altLang="en-US" dirty="0"/>
              <a:t>Q：AI 判斷錯誤怎麼辦？</a:t>
            </a:r>
          </a:p>
          <a:p>
            <a:r>
              <a:rPr lang="zh-TW" altLang="en-US" dirty="0"/>
              <a:t>A：AI 只提供建議，書況與售價由賣家確認後才套用；上架審核有疑慮者送管理員複核；交易爭議由管理員依證據裁決，AI 分析僅供參考。</a:t>
            </a:r>
          </a:p>
          <a:p>
            <a:r>
              <a:rPr lang="zh-TW" altLang="en-US" dirty="0"/>
              <a:t>Q：買家拿到的書與描述不符如何保障？</a:t>
            </a:r>
          </a:p>
          <a:p>
            <a:r>
              <a:rPr lang="zh-TW" altLang="en-US" dirty="0"/>
              <a:t>A：款項由平台暫管，取書後 24 小時內可申請爭議並附照片，期間暫停撥款，由管理員裁決退款或撥款。</a:t>
            </a:r>
          </a:p>
          <a:p>
            <a:r>
              <a:rPr lang="zh-TW" altLang="en-US" dirty="0"/>
              <a:t>Q：AI 使用成本如何控制？</a:t>
            </a:r>
          </a:p>
          <a:p>
            <a:r>
              <a:rPr lang="zh-TW" altLang="en-US" dirty="0"/>
              <a:t>A：後台可設定每月預算上限，服務異常時有備援處理，並記錄每次 AI 使用量。</a:t>
            </a:r>
          </a:p>
          <a:p>
            <a:r>
              <a:rPr lang="zh-TW" altLang="en-US" dirty="0"/>
              <a:t>Q：個人資料與位置隱私？</a:t>
            </a:r>
          </a:p>
          <a:p>
            <a:r>
              <a:rPr lang="zh-TW" altLang="en-US" dirty="0"/>
              <a:t>A：開櫃時才傳送定位驗證距離；前往書櫃的最近車站在手機端計算，不傳到伺服器。使用 AI 前須同意 AI 使用說明，決策紀錄不含使用者原文，AI 對話保存 90 天。</a:t>
            </a:r>
          </a:p>
          <a:p>
            <a:r>
              <a:rPr lang="zh-TW" altLang="en-US" dirty="0"/>
              <a:t>Q：平台如何獲利？</a:t>
            </a:r>
          </a:p>
          <a:p>
            <a:r>
              <a:rPr lang="zh-TW" altLang="en-US" dirty="0"/>
              <a:t>A：以 10% 交易手續費作為收益試算的假設，目前系統尚未收取，後續串接第三方支付後實施。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911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CBCD6-DA0E-068D-0B22-4A7F6C1F0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89EDDD-BE1F-7DE7-8857-4DD4ADD36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EE0816-98E8-108B-8236-7EDB856D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7B57EA-45FC-92BE-3E10-97B23DD4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ED4720-97CA-51CA-6A02-B350111D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73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23CD8-DD4F-24D0-6912-CA20ADDB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C4E930-BCD6-97BC-3365-F2161DAC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8B31B-2050-0A34-38C6-D0BD2715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D12FB-A09E-D694-8776-A622DE48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C68E6A-0FC7-71AB-6C8D-5F6E5061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12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DB5425-0AF6-4894-F37C-143DAC43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179CF8-12F4-F3EF-A98A-50D9CE93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675756-F8C8-7CF1-D334-B8E2F5B7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5C48F-EC15-7656-B51D-9536A1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57AB-3085-37EC-1949-F6450661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76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4C2F4-680F-EF66-54DF-620C397F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DDD993-42EC-8B77-0E8E-5B2DE73A3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FF110E-FC6C-420E-7CFC-1B9A1902E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CAC335-0916-D7E9-1020-57E950C4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99B3A7-3247-089E-D3A1-A652C3AB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FF99E-4A48-0D68-B52A-B5107BD3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92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84C73-EF2A-06E1-C88D-19ADFF6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B89AE7-A2A3-140D-16DC-2B0287BD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0FC15B-5D91-46B7-72E3-84D27B9B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BB321C2-D28B-EF2A-1710-C139E7446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C955B-5895-1668-355B-126BF44E3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536E26-B145-7A54-E93E-719786BA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01A1CE-676C-B92E-07E7-14AA8A03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D36E90-BE8F-EC26-C7CF-3AEEA84D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2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E484B-B9E5-2EFC-577C-0A5525C7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DE99B8-233E-356C-CEB0-7E0DF599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E61FDC-21D3-9E07-B1C4-B455A1EE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CA94C0-2579-8A54-3B08-6FD42006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65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94E9A7-530B-BCF7-EC22-702761B8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2D0E4A-F11F-0146-4909-368F424E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D170D2-B481-5B9F-3A7A-224EFE98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40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D7426-9AE6-AB2C-488C-4EC50F0E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F5A7FA-BEE0-205A-8752-825C3929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C632BA-1257-1C11-4522-0A0F94959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050E62-4799-8FFC-DF75-08834057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1CCBA2-6040-C6A2-9599-256A55E6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34BF37-0D8E-9374-345C-EEB78C1A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60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E6C28-DCAF-439D-CDA0-BD59D555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8E4B44-F534-A400-1406-91EE85D03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745EA9-45A2-1378-FAF3-71DF97228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08EAAB-8680-3E35-9735-D01D5779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E64D2E-1418-26F8-FA0B-0AE8134F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CACE9A-561E-EF64-EBDB-7D70BBB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13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B84E3-0F2B-E5C1-533B-9596A27B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2427A7-0F29-A064-3AC2-E1F83BBB7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9CD2FB-A672-9001-C0FD-28FCFFE1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C700CD-E5BB-E39A-56FB-19F22572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A44F1-2ACE-73EB-6093-84C6E0A4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31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941E94-C7D9-2499-F23D-47FD178E0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54C61C-A654-E214-C970-7DB5EE6AC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025D6-C922-DA5E-2D81-216C6168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4B930E-9785-8964-2B90-AB080A58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CE0C5B-2C0F-869A-62D4-2EECAA9F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09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E76CD7-18FA-0DC6-3AEC-1DFEC1B5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F9C4F1-00C3-6599-F818-49F61D79A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6823C-F31C-E52F-EBC3-3E544D64F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20565-DB05-4523-A428-D47760A5323A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1FC8C7-C36B-F329-4CC2-55101E48F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B3C781-8624-116B-AE11-8F511226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A8344CE-ED16-4DF8-B71B-368BD23895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18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17/06/relationships/model3d" Target="../media/model3d3.glb"/><Relationship Id="rId13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microsoft.com/office/2017/06/relationships/model3d" Target="../media/model3d5.glb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microsoft.com/office/2017/06/relationships/model3d" Target="../media/model3d2.glb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microsoft.com/office/2017/06/relationships/model3d" Target="../media/model3d4.glb"/><Relationship Id="rId4" Type="http://schemas.microsoft.com/office/2017/06/relationships/model3d" Target="../media/model3d1.glb"/><Relationship Id="rId9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microsoft.com/office/2017/06/relationships/model3d" Target="../media/model3d6.glb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17/06/relationships/model3d" Target="../media/model3d6.glb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microsoft.com/office/2007/relationships/media" Target="../media/media10.mp4"/><Relationship Id="rId7" Type="http://schemas.openxmlformats.org/officeDocument/2006/relationships/image" Target="../media/image41.png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10.mp4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5.png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notesSlide" Target="../notesSlides/notesSlide26.xml"/><Relationship Id="rId9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microsoft.com/office/2007/relationships/media" Target="../media/media13.mp4"/><Relationship Id="rId7" Type="http://schemas.openxmlformats.org/officeDocument/2006/relationships/image" Target="../media/image49.png"/><Relationship Id="rId2" Type="http://schemas.openxmlformats.org/officeDocument/2006/relationships/video" Target="../media/media12.mp4"/><Relationship Id="rId1" Type="http://schemas.microsoft.com/office/2007/relationships/media" Target="../media/media12.mp4"/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13.mp4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4.mp4"/><Relationship Id="rId1" Type="http://schemas.microsoft.com/office/2007/relationships/media" Target="../media/media14.mp4"/><Relationship Id="rId5" Type="http://schemas.openxmlformats.org/officeDocument/2006/relationships/image" Target="../media/image51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3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8A2A5C05-BFCF-DED3-705E-008A41738283}"/>
              </a:ext>
            </a:extLst>
          </p:cNvPr>
          <p:cNvSpPr txBox="1"/>
          <p:nvPr/>
        </p:nvSpPr>
        <p:spPr>
          <a:xfrm>
            <a:off x="967526" y="1688672"/>
            <a:ext cx="589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-500" dirty="0">
                <a:latin typeface="+mj-ea"/>
                <a:ea typeface="+mj-ea"/>
              </a:rPr>
              <a:t>救</a:t>
            </a:r>
            <a:r>
              <a:rPr lang="zh-TW" altLang="en-US" sz="6000" b="1" spc="500" dirty="0">
                <a:solidFill>
                  <a:schemeClr val="accent1"/>
                </a:solidFill>
                <a:latin typeface="+mj-ea"/>
                <a:ea typeface="+mj-ea"/>
              </a:rPr>
              <a:t>「舊</a:t>
            </a:r>
            <a:r>
              <a:rPr lang="zh-TW" altLang="en-US" sz="6000" b="1" spc="-500" dirty="0">
                <a:solidFill>
                  <a:schemeClr val="accent1"/>
                </a:solidFill>
                <a:latin typeface="+mj-ea"/>
                <a:ea typeface="+mj-ea"/>
              </a:rPr>
              <a:t>」</a:t>
            </a:r>
            <a:r>
              <a:rPr lang="zh-TW" altLang="en-US" sz="6000" b="1" spc="200" dirty="0">
                <a:latin typeface="+mj-ea"/>
                <a:ea typeface="+mj-ea"/>
              </a:rPr>
              <a:t>我的書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86412A9-BB27-426E-A415-81B54D60BF37}"/>
              </a:ext>
            </a:extLst>
          </p:cNvPr>
          <p:cNvSpPr/>
          <p:nvPr/>
        </p:nvSpPr>
        <p:spPr>
          <a:xfrm>
            <a:off x="0" y="4664364"/>
            <a:ext cx="12191999" cy="2193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5898751-C33B-2F9B-088F-AAD6C644C542}"/>
              </a:ext>
            </a:extLst>
          </p:cNvPr>
          <p:cNvSpPr txBox="1"/>
          <p:nvPr/>
        </p:nvSpPr>
        <p:spPr>
          <a:xfrm>
            <a:off x="967525" y="5200075"/>
            <a:ext cx="146163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指導老師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pc="100" dirty="0">
                <a:solidFill>
                  <a:srgbClr val="F8FAFB"/>
                </a:solidFill>
              </a:rPr>
              <a:t>林俊杰 老師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CDA2FE4-A722-F248-99CD-7A28539E3E87}"/>
              </a:ext>
            </a:extLst>
          </p:cNvPr>
          <p:cNvSpPr txBox="1"/>
          <p:nvPr/>
        </p:nvSpPr>
        <p:spPr>
          <a:xfrm>
            <a:off x="2722307" y="5200075"/>
            <a:ext cx="207607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組長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3 </a:t>
            </a:r>
            <a:r>
              <a:rPr lang="zh-TW" altLang="en-US" spc="100" dirty="0">
                <a:solidFill>
                  <a:srgbClr val="F8FAFB"/>
                </a:solidFill>
              </a:rPr>
              <a:t>許凱俊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BDBDDDE-BDE8-0A91-3C2F-B00497B00458}"/>
              </a:ext>
            </a:extLst>
          </p:cNvPr>
          <p:cNvSpPr txBox="1"/>
          <p:nvPr/>
        </p:nvSpPr>
        <p:spPr>
          <a:xfrm>
            <a:off x="5091528" y="5200075"/>
            <a:ext cx="6132946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組員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5</a:t>
            </a:r>
            <a:r>
              <a:rPr lang="zh-TW" altLang="en-US" spc="100" dirty="0">
                <a:solidFill>
                  <a:srgbClr val="F8FAFB"/>
                </a:solidFill>
              </a:rPr>
              <a:t> 陳秉鴻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2</a:t>
            </a:r>
            <a:r>
              <a:rPr lang="zh-TW" altLang="en-US" spc="100" dirty="0">
                <a:solidFill>
                  <a:srgbClr val="F8FAFB"/>
                </a:solidFill>
              </a:rPr>
              <a:t> 連卉媗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4</a:t>
            </a:r>
            <a:r>
              <a:rPr lang="zh-TW" altLang="en-US" spc="100" dirty="0">
                <a:solidFill>
                  <a:srgbClr val="F8FAFB"/>
                </a:solidFill>
              </a:rPr>
              <a:t> 江芸萱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A6338D1-7CFE-CFD4-ECD9-34285F9A9BB4}"/>
              </a:ext>
            </a:extLst>
          </p:cNvPr>
          <p:cNvSpPr txBox="1"/>
          <p:nvPr/>
        </p:nvSpPr>
        <p:spPr>
          <a:xfrm>
            <a:off x="967526" y="667053"/>
            <a:ext cx="1757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四技第 </a:t>
            </a:r>
            <a:r>
              <a:rPr lang="en-US" altLang="zh-TW" sz="1500" spc="100" dirty="0">
                <a:solidFill>
                  <a:schemeClr val="accent1"/>
                </a:solidFill>
                <a:latin typeface="+mj-lt"/>
                <a:ea typeface="+mj-ea"/>
              </a:rPr>
              <a:t>115414</a:t>
            </a:r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 組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FB28240-D39C-5894-02FB-7B7207F7E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174" y="1092961"/>
            <a:ext cx="2854397" cy="2760544"/>
          </a:xfrm>
          <a:prstGeom prst="rect">
            <a:avLst/>
          </a:prstGeom>
        </p:spPr>
      </p:pic>
      <p:sp>
        <p:nvSpPr>
          <p:cNvPr id="7" name="標題底色">
            <a:extLst>
              <a:ext uri="{FF2B5EF4-FFF2-40B4-BE49-F238E27FC236}">
                <a16:creationId xmlns:a16="http://schemas.microsoft.com/office/drawing/2014/main" id="{084F60E7-91C7-8A21-7FA5-942460BF7D35}"/>
              </a:ext>
            </a:extLst>
          </p:cNvPr>
          <p:cNvSpPr/>
          <p:nvPr/>
        </p:nvSpPr>
        <p:spPr>
          <a:xfrm>
            <a:off x="1016492" y="1758386"/>
            <a:ext cx="5449936" cy="840852"/>
          </a:xfrm>
          <a:prstGeom prst="rect">
            <a:avLst/>
          </a:prstGeom>
          <a:solidFill>
            <a:srgbClr val="1F2A30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8" name="標題底色｜舊">
            <a:extLst>
              <a:ext uri="{FF2B5EF4-FFF2-40B4-BE49-F238E27FC236}">
                <a16:creationId xmlns:a16="http://schemas.microsoft.com/office/drawing/2014/main" id="{84413357-8790-BA4F-FAB9-3DECD8258B15}"/>
              </a:ext>
            </a:extLst>
          </p:cNvPr>
          <p:cNvSpPr/>
          <p:nvPr/>
        </p:nvSpPr>
        <p:spPr>
          <a:xfrm>
            <a:off x="2025436" y="1758386"/>
            <a:ext cx="1881251" cy="840852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9" name="副標題底色">
            <a:extLst>
              <a:ext uri="{FF2B5EF4-FFF2-40B4-BE49-F238E27FC236}">
                <a16:creationId xmlns:a16="http://schemas.microsoft.com/office/drawing/2014/main" id="{4EAC0FF7-3622-8DFF-3166-02CA0231B25D}"/>
              </a:ext>
            </a:extLst>
          </p:cNvPr>
          <p:cNvSpPr/>
          <p:nvPr/>
        </p:nvSpPr>
        <p:spPr>
          <a:xfrm>
            <a:off x="1016492" y="2903098"/>
            <a:ext cx="5449936" cy="356606"/>
          </a:xfrm>
          <a:prstGeom prst="rect">
            <a:avLst/>
          </a:prstGeom>
          <a:solidFill>
            <a:srgbClr val="1F2A30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0" name="光澤掃光條">
            <a:extLst>
              <a:ext uri="{FF2B5EF4-FFF2-40B4-BE49-F238E27FC236}">
                <a16:creationId xmlns:a16="http://schemas.microsoft.com/office/drawing/2014/main" id="{DC33247D-B2CE-4C08-0EFF-42F8ABCA3EA7}"/>
              </a:ext>
            </a:extLst>
          </p:cNvPr>
          <p:cNvSpPr/>
          <p:nvPr/>
        </p:nvSpPr>
        <p:spPr>
          <a:xfrm rot="1200000">
            <a:off x="-4225000" y="1200000"/>
            <a:ext cx="450000" cy="26000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6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標題與副標題（文字遮罩）">
            <a:extLst>
              <a:ext uri="{FF2B5EF4-FFF2-40B4-BE49-F238E27FC236}">
                <a16:creationId xmlns:a16="http://schemas.microsoft.com/office/drawing/2014/main" id="{D7205F25-1240-AE98-2898-FD44EBA1AB9B}"/>
              </a:ext>
            </a:extLst>
          </p:cNvPr>
          <p:cNvSpPr/>
          <p:nvPr/>
        </p:nvSpPr>
        <p:spPr>
          <a:xfrm>
            <a:off x="0" y="1100000"/>
            <a:ext cx="7780000" cy="2800000"/>
          </a:xfrm>
          <a:custGeom>
            <a:avLst/>
            <a:gdLst/>
            <a:ahLst/>
            <a:cxnLst/>
            <a:rect l="0" t="0" r="r" b="b"/>
            <a:pathLst>
              <a:path w="7780000" h="2800000">
                <a:moveTo>
                  <a:pt x="0" y="0"/>
                </a:moveTo>
                <a:lnTo>
                  <a:pt x="7780000" y="0"/>
                </a:lnTo>
                <a:lnTo>
                  <a:pt x="7780000" y="2800000"/>
                </a:lnTo>
                <a:lnTo>
                  <a:pt x="0" y="2800000"/>
                </a:lnTo>
                <a:close/>
                <a:moveTo>
                  <a:pt x="1100876" y="998040"/>
                </a:moveTo>
                <a:cubicBezTo>
                  <a:pt x="1126784" y="1039188"/>
                  <a:pt x="1154216" y="1094052"/>
                  <a:pt x="1164122" y="1128342"/>
                </a:cubicBezTo>
                <a:lnTo>
                  <a:pt x="1236512" y="1093290"/>
                </a:lnTo>
                <a:cubicBezTo>
                  <a:pt x="1225082" y="1058238"/>
                  <a:pt x="1196126" y="1006422"/>
                  <a:pt x="1168694" y="966798"/>
                </a:cubicBezTo>
                <a:close/>
                <a:moveTo>
                  <a:pt x="1337096" y="760296"/>
                </a:moveTo>
                <a:cubicBezTo>
                  <a:pt x="1362242" y="785442"/>
                  <a:pt x="1391198" y="822018"/>
                  <a:pt x="1403390" y="847926"/>
                </a:cubicBezTo>
                <a:lnTo>
                  <a:pt x="1329476" y="847926"/>
                </a:lnTo>
                <a:lnTo>
                  <a:pt x="1329476" y="720672"/>
                </a:lnTo>
                <a:lnTo>
                  <a:pt x="1239560" y="720672"/>
                </a:lnTo>
                <a:lnTo>
                  <a:pt x="1239560" y="847926"/>
                </a:lnTo>
                <a:lnTo>
                  <a:pt x="1089446" y="847926"/>
                </a:lnTo>
                <a:lnTo>
                  <a:pt x="1089446" y="931746"/>
                </a:lnTo>
                <a:lnTo>
                  <a:pt x="1239560" y="931746"/>
                </a:lnTo>
                <a:lnTo>
                  <a:pt x="1239560" y="1130628"/>
                </a:lnTo>
                <a:cubicBezTo>
                  <a:pt x="1179362" y="1173300"/>
                  <a:pt x="1118402" y="1214448"/>
                  <a:pt x="1076492" y="1240356"/>
                </a:cubicBezTo>
                <a:lnTo>
                  <a:pt x="1117640" y="1314270"/>
                </a:lnTo>
                <a:cubicBezTo>
                  <a:pt x="1154216" y="1289124"/>
                  <a:pt x="1197650" y="1258644"/>
                  <a:pt x="1239560" y="1227402"/>
                </a:cubicBezTo>
                <a:lnTo>
                  <a:pt x="1239560" y="1338654"/>
                </a:lnTo>
                <a:cubicBezTo>
                  <a:pt x="1239560" y="1349322"/>
                  <a:pt x="1235750" y="1353894"/>
                  <a:pt x="1224320" y="1353894"/>
                </a:cubicBezTo>
                <a:cubicBezTo>
                  <a:pt x="1213652" y="1353894"/>
                  <a:pt x="1178600" y="1353894"/>
                  <a:pt x="1147358" y="1352370"/>
                </a:cubicBezTo>
                <a:cubicBezTo>
                  <a:pt x="1158026" y="1374468"/>
                  <a:pt x="1170218" y="1410282"/>
                  <a:pt x="1173266" y="1432380"/>
                </a:cubicBezTo>
                <a:cubicBezTo>
                  <a:pt x="1229654" y="1432380"/>
                  <a:pt x="1266992" y="1430094"/>
                  <a:pt x="1293662" y="1417140"/>
                </a:cubicBezTo>
                <a:cubicBezTo>
                  <a:pt x="1320332" y="1403424"/>
                  <a:pt x="1329476" y="1382088"/>
                  <a:pt x="1329476" y="1338654"/>
                </a:cubicBezTo>
                <a:lnTo>
                  <a:pt x="1329476" y="1202256"/>
                </a:lnTo>
                <a:cubicBezTo>
                  <a:pt x="1363004" y="1230450"/>
                  <a:pt x="1394246" y="1260168"/>
                  <a:pt x="1411772" y="1282266"/>
                </a:cubicBezTo>
                <a:lnTo>
                  <a:pt x="1476542" y="1223592"/>
                </a:lnTo>
                <a:cubicBezTo>
                  <a:pt x="1449872" y="1193874"/>
                  <a:pt x="1400342" y="1154250"/>
                  <a:pt x="1355384" y="1121484"/>
                </a:cubicBezTo>
                <a:cubicBezTo>
                  <a:pt x="1388912" y="1084908"/>
                  <a:pt x="1427774" y="1036140"/>
                  <a:pt x="1459016" y="988896"/>
                </a:cubicBezTo>
                <a:lnTo>
                  <a:pt x="1380530" y="957654"/>
                </a:lnTo>
                <a:cubicBezTo>
                  <a:pt x="1367576" y="981276"/>
                  <a:pt x="1349288" y="1009470"/>
                  <a:pt x="1329476" y="1036140"/>
                </a:cubicBezTo>
                <a:lnTo>
                  <a:pt x="1329476" y="931746"/>
                </a:lnTo>
                <a:lnTo>
                  <a:pt x="1469684" y="931746"/>
                </a:lnTo>
                <a:lnTo>
                  <a:pt x="1469684" y="847926"/>
                </a:lnTo>
                <a:lnTo>
                  <a:pt x="1411772" y="847926"/>
                </a:lnTo>
                <a:lnTo>
                  <a:pt x="1472732" y="809826"/>
                </a:lnTo>
                <a:cubicBezTo>
                  <a:pt x="1459016" y="783918"/>
                  <a:pt x="1427774" y="748104"/>
                  <a:pt x="1400342" y="722958"/>
                </a:cubicBezTo>
                <a:close/>
                <a:moveTo>
                  <a:pt x="1585508" y="946224"/>
                </a:moveTo>
                <a:lnTo>
                  <a:pt x="1671614" y="946224"/>
                </a:lnTo>
                <a:cubicBezTo>
                  <a:pt x="1661708" y="1014042"/>
                  <a:pt x="1647230" y="1075764"/>
                  <a:pt x="1625894" y="1130628"/>
                </a:cubicBezTo>
                <a:cubicBezTo>
                  <a:pt x="1605320" y="1081860"/>
                  <a:pt x="1589318" y="1029282"/>
                  <a:pt x="1577126" y="974418"/>
                </a:cubicBezTo>
                <a:close/>
                <a:moveTo>
                  <a:pt x="1539788" y="721434"/>
                </a:moveTo>
                <a:cubicBezTo>
                  <a:pt x="1523024" y="859356"/>
                  <a:pt x="1489496" y="990420"/>
                  <a:pt x="1427012" y="1070430"/>
                </a:cubicBezTo>
                <a:cubicBezTo>
                  <a:pt x="1446824" y="1085670"/>
                  <a:pt x="1482638" y="1120722"/>
                  <a:pt x="1495592" y="1138248"/>
                </a:cubicBezTo>
                <a:cubicBezTo>
                  <a:pt x="1507022" y="1123008"/>
                  <a:pt x="1516928" y="1107006"/>
                  <a:pt x="1526834" y="1089480"/>
                </a:cubicBezTo>
                <a:cubicBezTo>
                  <a:pt x="1540550" y="1138248"/>
                  <a:pt x="1556552" y="1183968"/>
                  <a:pt x="1575602" y="1226640"/>
                </a:cubicBezTo>
                <a:cubicBezTo>
                  <a:pt x="1534454" y="1286838"/>
                  <a:pt x="1478066" y="1331796"/>
                  <a:pt x="1402628" y="1360752"/>
                </a:cubicBezTo>
                <a:cubicBezTo>
                  <a:pt x="1427012" y="1380564"/>
                  <a:pt x="1456730" y="1414092"/>
                  <a:pt x="1470446" y="1437714"/>
                </a:cubicBezTo>
                <a:cubicBezTo>
                  <a:pt x="1533692" y="1408758"/>
                  <a:pt x="1583984" y="1367610"/>
                  <a:pt x="1624370" y="1315794"/>
                </a:cubicBezTo>
                <a:cubicBezTo>
                  <a:pt x="1655612" y="1363800"/>
                  <a:pt x="1693712" y="1404948"/>
                  <a:pt x="1738670" y="1436190"/>
                </a:cubicBezTo>
                <a:cubicBezTo>
                  <a:pt x="1753910" y="1409520"/>
                  <a:pt x="1784390" y="1372944"/>
                  <a:pt x="1805726" y="1354656"/>
                </a:cubicBezTo>
                <a:cubicBezTo>
                  <a:pt x="1754672" y="1324938"/>
                  <a:pt x="1712762" y="1281504"/>
                  <a:pt x="1678472" y="1229688"/>
                </a:cubicBezTo>
                <a:cubicBezTo>
                  <a:pt x="1718096" y="1148916"/>
                  <a:pt x="1741718" y="1052904"/>
                  <a:pt x="1755434" y="946224"/>
                </a:cubicBezTo>
                <a:lnTo>
                  <a:pt x="1796582" y="946224"/>
                </a:lnTo>
                <a:lnTo>
                  <a:pt x="1796582" y="861642"/>
                </a:lnTo>
                <a:lnTo>
                  <a:pt x="1607606" y="861642"/>
                </a:lnTo>
                <a:cubicBezTo>
                  <a:pt x="1617512" y="820494"/>
                  <a:pt x="1624370" y="777060"/>
                  <a:pt x="1630466" y="733626"/>
                </a:cubicBezTo>
                <a:close/>
                <a:moveTo>
                  <a:pt x="2245146" y="719148"/>
                </a:moveTo>
                <a:lnTo>
                  <a:pt x="2245146" y="1206066"/>
                </a:lnTo>
                <a:lnTo>
                  <a:pt x="2335824" y="1206066"/>
                </a:lnTo>
                <a:lnTo>
                  <a:pt x="2335824" y="801444"/>
                </a:lnTo>
                <a:lnTo>
                  <a:pt x="2498130" y="801444"/>
                </a:lnTo>
                <a:lnTo>
                  <a:pt x="2498130" y="719148"/>
                </a:lnTo>
                <a:close/>
                <a:moveTo>
                  <a:pt x="2952536" y="1023948"/>
                </a:moveTo>
                <a:lnTo>
                  <a:pt x="2952536" y="1049094"/>
                </a:lnTo>
                <a:lnTo>
                  <a:pt x="2785658" y="1049094"/>
                </a:lnTo>
                <a:lnTo>
                  <a:pt x="2785658" y="1023948"/>
                </a:lnTo>
                <a:close/>
                <a:moveTo>
                  <a:pt x="2927390" y="862404"/>
                </a:moveTo>
                <a:lnTo>
                  <a:pt x="2939582" y="895932"/>
                </a:lnTo>
                <a:lnTo>
                  <a:pt x="2811566" y="895932"/>
                </a:lnTo>
                <a:lnTo>
                  <a:pt x="2829854" y="861642"/>
                </a:lnTo>
                <a:lnTo>
                  <a:pt x="2747558" y="847164"/>
                </a:lnTo>
                <a:cubicBezTo>
                  <a:pt x="2723174" y="896694"/>
                  <a:pt x="2679740" y="957654"/>
                  <a:pt x="2618780" y="1003374"/>
                </a:cubicBezTo>
                <a:cubicBezTo>
                  <a:pt x="2636306" y="1014804"/>
                  <a:pt x="2662976" y="1041474"/>
                  <a:pt x="2675168" y="1059000"/>
                </a:cubicBezTo>
                <a:lnTo>
                  <a:pt x="2702600" y="1035378"/>
                </a:lnTo>
                <a:lnTo>
                  <a:pt x="2702600" y="1185492"/>
                </a:lnTo>
                <a:lnTo>
                  <a:pt x="2785658" y="1185492"/>
                </a:lnTo>
                <a:lnTo>
                  <a:pt x="2785658" y="1176348"/>
                </a:lnTo>
                <a:lnTo>
                  <a:pt x="2891576" y="1176348"/>
                </a:lnTo>
                <a:cubicBezTo>
                  <a:pt x="2836712" y="1192350"/>
                  <a:pt x="2751368" y="1206066"/>
                  <a:pt x="2675930" y="1215210"/>
                </a:cubicBezTo>
                <a:lnTo>
                  <a:pt x="2675930" y="1436952"/>
                </a:lnTo>
                <a:lnTo>
                  <a:pt x="2767370" y="1436952"/>
                </a:lnTo>
                <a:lnTo>
                  <a:pt x="2767370" y="1417140"/>
                </a:lnTo>
                <a:lnTo>
                  <a:pt x="3163610" y="1417140"/>
                </a:lnTo>
                <a:lnTo>
                  <a:pt x="3163610" y="1436190"/>
                </a:lnTo>
                <a:lnTo>
                  <a:pt x="3255050" y="1436190"/>
                </a:lnTo>
                <a:lnTo>
                  <a:pt x="3255050" y="1201494"/>
                </a:lnTo>
                <a:lnTo>
                  <a:pt x="2977682" y="1201494"/>
                </a:lnTo>
                <a:lnTo>
                  <a:pt x="2977682" y="1254072"/>
                </a:lnTo>
                <a:lnTo>
                  <a:pt x="3163610" y="1254072"/>
                </a:lnTo>
                <a:lnTo>
                  <a:pt x="3163610" y="1281504"/>
                </a:lnTo>
                <a:lnTo>
                  <a:pt x="2983778" y="1281504"/>
                </a:lnTo>
                <a:lnTo>
                  <a:pt x="2983778" y="1330272"/>
                </a:lnTo>
                <a:lnTo>
                  <a:pt x="3163610" y="1330272"/>
                </a:lnTo>
                <a:lnTo>
                  <a:pt x="3163610" y="1361514"/>
                </a:lnTo>
                <a:lnTo>
                  <a:pt x="2767370" y="1361514"/>
                </a:lnTo>
                <a:lnTo>
                  <a:pt x="2767370" y="1329510"/>
                </a:lnTo>
                <a:lnTo>
                  <a:pt x="2946440" y="1329510"/>
                </a:lnTo>
                <a:lnTo>
                  <a:pt x="2946440" y="1280742"/>
                </a:lnTo>
                <a:lnTo>
                  <a:pt x="2767370" y="1280742"/>
                </a:lnTo>
                <a:lnTo>
                  <a:pt x="2767370" y="1257120"/>
                </a:lnTo>
                <a:cubicBezTo>
                  <a:pt x="2835188" y="1248738"/>
                  <a:pt x="2905292" y="1236546"/>
                  <a:pt x="2960156" y="1219020"/>
                </a:cubicBezTo>
                <a:lnTo>
                  <a:pt x="2911388" y="1176348"/>
                </a:lnTo>
                <a:lnTo>
                  <a:pt x="3287816" y="1176348"/>
                </a:lnTo>
                <a:lnTo>
                  <a:pt x="3287816" y="1119960"/>
                </a:lnTo>
                <a:lnTo>
                  <a:pt x="3037880" y="1119960"/>
                </a:lnTo>
                <a:lnTo>
                  <a:pt x="3037880" y="1094814"/>
                </a:lnTo>
                <a:lnTo>
                  <a:pt x="3221522" y="1094814"/>
                </a:lnTo>
                <a:lnTo>
                  <a:pt x="3221522" y="1049094"/>
                </a:lnTo>
                <a:lnTo>
                  <a:pt x="3037880" y="1049094"/>
                </a:lnTo>
                <a:lnTo>
                  <a:pt x="3037880" y="1023948"/>
                </a:lnTo>
                <a:lnTo>
                  <a:pt x="3220760" y="1023948"/>
                </a:lnTo>
                <a:lnTo>
                  <a:pt x="3220760" y="978228"/>
                </a:lnTo>
                <a:lnTo>
                  <a:pt x="3037880" y="978228"/>
                </a:lnTo>
                <a:lnTo>
                  <a:pt x="3037880" y="953082"/>
                </a:lnTo>
                <a:lnTo>
                  <a:pt x="3255812" y="953082"/>
                </a:lnTo>
                <a:lnTo>
                  <a:pt x="3255812" y="895932"/>
                </a:lnTo>
                <a:lnTo>
                  <a:pt x="3031784" y="895932"/>
                </a:lnTo>
                <a:cubicBezTo>
                  <a:pt x="3026450" y="879168"/>
                  <a:pt x="3019592" y="860880"/>
                  <a:pt x="3011972" y="846402"/>
                </a:cubicBezTo>
                <a:close/>
                <a:moveTo>
                  <a:pt x="2952536" y="978228"/>
                </a:moveTo>
                <a:lnTo>
                  <a:pt x="2785658" y="978228"/>
                </a:lnTo>
                <a:lnTo>
                  <a:pt x="2785658" y="953082"/>
                </a:lnTo>
                <a:lnTo>
                  <a:pt x="2952536" y="953082"/>
                </a:lnTo>
                <a:close/>
                <a:moveTo>
                  <a:pt x="2952536" y="1094814"/>
                </a:moveTo>
                <a:lnTo>
                  <a:pt x="2952536" y="1119960"/>
                </a:lnTo>
                <a:lnTo>
                  <a:pt x="2785658" y="1119960"/>
                </a:lnTo>
                <a:lnTo>
                  <a:pt x="2785658" y="1094814"/>
                </a:lnTo>
                <a:close/>
                <a:moveTo>
                  <a:pt x="2813090" y="720672"/>
                </a:moveTo>
                <a:lnTo>
                  <a:pt x="2813090" y="754200"/>
                </a:lnTo>
                <a:lnTo>
                  <a:pt x="2622590" y="754200"/>
                </a:lnTo>
                <a:lnTo>
                  <a:pt x="2622590" y="825066"/>
                </a:lnTo>
                <a:lnTo>
                  <a:pt x="2813090" y="825066"/>
                </a:lnTo>
                <a:lnTo>
                  <a:pt x="2813090" y="852498"/>
                </a:lnTo>
                <a:lnTo>
                  <a:pt x="2903768" y="852498"/>
                </a:lnTo>
                <a:lnTo>
                  <a:pt x="2903768" y="720672"/>
                </a:lnTo>
                <a:close/>
                <a:moveTo>
                  <a:pt x="3019592" y="720672"/>
                </a:moveTo>
                <a:lnTo>
                  <a:pt x="3019592" y="860118"/>
                </a:lnTo>
                <a:lnTo>
                  <a:pt x="3109508" y="860118"/>
                </a:lnTo>
                <a:lnTo>
                  <a:pt x="3109508" y="825066"/>
                </a:lnTo>
                <a:lnTo>
                  <a:pt x="3303818" y="825066"/>
                </a:lnTo>
                <a:lnTo>
                  <a:pt x="3303818" y="754200"/>
                </a:lnTo>
                <a:lnTo>
                  <a:pt x="3109508" y="754200"/>
                </a:lnTo>
                <a:lnTo>
                  <a:pt x="3109508" y="720672"/>
                </a:lnTo>
                <a:close/>
                <a:moveTo>
                  <a:pt x="3682786" y="1438476"/>
                </a:moveTo>
                <a:lnTo>
                  <a:pt x="3682786" y="951558"/>
                </a:lnTo>
                <a:lnTo>
                  <a:pt x="3592108" y="951558"/>
                </a:lnTo>
                <a:lnTo>
                  <a:pt x="3592108" y="1356180"/>
                </a:lnTo>
                <a:lnTo>
                  <a:pt x="3429802" y="1356180"/>
                </a:lnTo>
                <a:lnTo>
                  <a:pt x="3429802" y="1438476"/>
                </a:lnTo>
                <a:close/>
                <a:moveTo>
                  <a:pt x="4644176" y="788490"/>
                </a:moveTo>
                <a:cubicBezTo>
                  <a:pt x="4685324" y="826590"/>
                  <a:pt x="4733330" y="879930"/>
                  <a:pt x="4752380" y="915744"/>
                </a:cubicBezTo>
                <a:lnTo>
                  <a:pt x="4826294" y="864690"/>
                </a:lnTo>
                <a:cubicBezTo>
                  <a:pt x="4804196" y="828114"/>
                  <a:pt x="4753904" y="777822"/>
                  <a:pt x="4712756" y="742008"/>
                </a:cubicBezTo>
                <a:close/>
                <a:moveTo>
                  <a:pt x="4727996" y="1049094"/>
                </a:moveTo>
                <a:cubicBezTo>
                  <a:pt x="4708184" y="1086432"/>
                  <a:pt x="4683038" y="1121484"/>
                  <a:pt x="4654844" y="1153488"/>
                </a:cubicBezTo>
                <a:cubicBezTo>
                  <a:pt x="4646462" y="1114626"/>
                  <a:pt x="4638842" y="1070430"/>
                  <a:pt x="4632746" y="1023948"/>
                </a:cubicBezTo>
                <a:lnTo>
                  <a:pt x="4832390" y="1023948"/>
                </a:lnTo>
                <a:lnTo>
                  <a:pt x="4832390" y="937842"/>
                </a:lnTo>
                <a:lnTo>
                  <a:pt x="4623602" y="937842"/>
                </a:lnTo>
                <a:cubicBezTo>
                  <a:pt x="4617506" y="870024"/>
                  <a:pt x="4614458" y="798396"/>
                  <a:pt x="4615982" y="726768"/>
                </a:cubicBezTo>
                <a:lnTo>
                  <a:pt x="4520732" y="726768"/>
                </a:lnTo>
                <a:cubicBezTo>
                  <a:pt x="4521494" y="796872"/>
                  <a:pt x="4523780" y="868500"/>
                  <a:pt x="4529876" y="937842"/>
                </a:cubicBezTo>
                <a:lnTo>
                  <a:pt x="4381286" y="937842"/>
                </a:lnTo>
                <a:lnTo>
                  <a:pt x="4381286" y="834972"/>
                </a:lnTo>
                <a:cubicBezTo>
                  <a:pt x="4426244" y="825828"/>
                  <a:pt x="4468916" y="815160"/>
                  <a:pt x="4507778" y="803730"/>
                </a:cubicBezTo>
                <a:lnTo>
                  <a:pt x="4445294" y="726006"/>
                </a:lnTo>
                <a:cubicBezTo>
                  <a:pt x="4367570" y="751914"/>
                  <a:pt x="4247936" y="776298"/>
                  <a:pt x="4141256" y="790014"/>
                </a:cubicBezTo>
                <a:cubicBezTo>
                  <a:pt x="4151162" y="810588"/>
                  <a:pt x="4163354" y="844878"/>
                  <a:pt x="4167164" y="866976"/>
                </a:cubicBezTo>
                <a:cubicBezTo>
                  <a:pt x="4206026" y="862404"/>
                  <a:pt x="4247936" y="857070"/>
                  <a:pt x="4289084" y="850974"/>
                </a:cubicBezTo>
                <a:lnTo>
                  <a:pt x="4289084" y="937842"/>
                </a:lnTo>
                <a:lnTo>
                  <a:pt x="4145066" y="937842"/>
                </a:lnTo>
                <a:lnTo>
                  <a:pt x="4145066" y="1023948"/>
                </a:lnTo>
                <a:lnTo>
                  <a:pt x="4289084" y="1023948"/>
                </a:lnTo>
                <a:lnTo>
                  <a:pt x="4289084" y="1127580"/>
                </a:lnTo>
                <a:cubicBezTo>
                  <a:pt x="4228886" y="1137486"/>
                  <a:pt x="4174022" y="1146630"/>
                  <a:pt x="4130588" y="1152726"/>
                </a:cubicBezTo>
                <a:lnTo>
                  <a:pt x="4152686" y="1244928"/>
                </a:lnTo>
                <a:lnTo>
                  <a:pt x="4289084" y="1218258"/>
                </a:lnTo>
                <a:lnTo>
                  <a:pt x="4289084" y="1328748"/>
                </a:lnTo>
                <a:cubicBezTo>
                  <a:pt x="4289084" y="1340940"/>
                  <a:pt x="4284512" y="1344750"/>
                  <a:pt x="4271558" y="1344750"/>
                </a:cubicBezTo>
                <a:cubicBezTo>
                  <a:pt x="4257842" y="1345512"/>
                  <a:pt x="4212884" y="1346274"/>
                  <a:pt x="4170212" y="1343988"/>
                </a:cubicBezTo>
                <a:cubicBezTo>
                  <a:pt x="4183166" y="1369134"/>
                  <a:pt x="4198406" y="1411044"/>
                  <a:pt x="4202216" y="1436190"/>
                </a:cubicBezTo>
                <a:cubicBezTo>
                  <a:pt x="4264700" y="1436190"/>
                  <a:pt x="4310420" y="1433142"/>
                  <a:pt x="4340900" y="1418664"/>
                </a:cubicBezTo>
                <a:cubicBezTo>
                  <a:pt x="4371380" y="1404186"/>
                  <a:pt x="4381286" y="1379040"/>
                  <a:pt x="4381286" y="1329510"/>
                </a:cubicBezTo>
                <a:lnTo>
                  <a:pt x="4381286" y="1199208"/>
                </a:lnTo>
                <a:lnTo>
                  <a:pt x="4507016" y="1172538"/>
                </a:lnTo>
                <a:lnTo>
                  <a:pt x="4500920" y="1090242"/>
                </a:lnTo>
                <a:lnTo>
                  <a:pt x="4381286" y="1111578"/>
                </a:lnTo>
                <a:lnTo>
                  <a:pt x="4381286" y="1023948"/>
                </a:lnTo>
                <a:lnTo>
                  <a:pt x="4538258" y="1023948"/>
                </a:lnTo>
                <a:cubicBezTo>
                  <a:pt x="4547402" y="1098624"/>
                  <a:pt x="4560356" y="1169490"/>
                  <a:pt x="4577120" y="1229688"/>
                </a:cubicBezTo>
                <a:cubicBezTo>
                  <a:pt x="4524542" y="1273884"/>
                  <a:pt x="4465106" y="1311222"/>
                  <a:pt x="4404908" y="1338654"/>
                </a:cubicBezTo>
                <a:cubicBezTo>
                  <a:pt x="4427768" y="1359228"/>
                  <a:pt x="4453676" y="1389708"/>
                  <a:pt x="4466630" y="1411806"/>
                </a:cubicBezTo>
                <a:cubicBezTo>
                  <a:pt x="4516160" y="1385898"/>
                  <a:pt x="4564166" y="1354656"/>
                  <a:pt x="4608362" y="1318842"/>
                </a:cubicBezTo>
                <a:cubicBezTo>
                  <a:pt x="4641128" y="1393518"/>
                  <a:pt x="4684562" y="1439238"/>
                  <a:pt x="4740188" y="1439238"/>
                </a:cubicBezTo>
                <a:cubicBezTo>
                  <a:pt x="4809530" y="1439238"/>
                  <a:pt x="4838486" y="1405710"/>
                  <a:pt x="4852964" y="1271598"/>
                </a:cubicBezTo>
                <a:cubicBezTo>
                  <a:pt x="4828580" y="1261692"/>
                  <a:pt x="4797338" y="1240356"/>
                  <a:pt x="4777526" y="1219020"/>
                </a:cubicBezTo>
                <a:cubicBezTo>
                  <a:pt x="4773716" y="1309698"/>
                  <a:pt x="4764572" y="1346274"/>
                  <a:pt x="4749332" y="1346274"/>
                </a:cubicBezTo>
                <a:cubicBezTo>
                  <a:pt x="4725710" y="1346274"/>
                  <a:pt x="4702088" y="1311222"/>
                  <a:pt x="4681514" y="1252548"/>
                </a:cubicBezTo>
                <a:cubicBezTo>
                  <a:pt x="4731044" y="1202256"/>
                  <a:pt x="4773716" y="1145868"/>
                  <a:pt x="4808006" y="1084146"/>
                </a:cubicBezTo>
                <a:close/>
                <a:moveTo>
                  <a:pt x="5302798" y="1059000"/>
                </a:moveTo>
                <a:cubicBezTo>
                  <a:pt x="5340136" y="1114626"/>
                  <a:pt x="5387380" y="1190064"/>
                  <a:pt x="5408716" y="1236546"/>
                </a:cubicBezTo>
                <a:lnTo>
                  <a:pt x="5486440" y="1189302"/>
                </a:lnTo>
                <a:cubicBezTo>
                  <a:pt x="5462818" y="1144344"/>
                  <a:pt x="5411764" y="1071192"/>
                  <a:pt x="5374426" y="1018614"/>
                </a:cubicBezTo>
                <a:close/>
                <a:moveTo>
                  <a:pt x="5340136" y="721434"/>
                </a:moveTo>
                <a:cubicBezTo>
                  <a:pt x="5318038" y="812112"/>
                  <a:pt x="5281462" y="904314"/>
                  <a:pt x="5237266" y="969846"/>
                </a:cubicBezTo>
                <a:lnTo>
                  <a:pt x="5237266" y="844878"/>
                </a:lnTo>
                <a:lnTo>
                  <a:pt x="5119156" y="844878"/>
                </a:lnTo>
                <a:cubicBezTo>
                  <a:pt x="5132110" y="812874"/>
                  <a:pt x="5145826" y="773250"/>
                  <a:pt x="5158018" y="735150"/>
                </a:cubicBezTo>
                <a:lnTo>
                  <a:pt x="5058958" y="720672"/>
                </a:lnTo>
                <a:cubicBezTo>
                  <a:pt x="5055910" y="757248"/>
                  <a:pt x="5046766" y="806778"/>
                  <a:pt x="5036860" y="844878"/>
                </a:cubicBezTo>
                <a:lnTo>
                  <a:pt x="4949992" y="844878"/>
                </a:lnTo>
                <a:lnTo>
                  <a:pt x="4949992" y="1414092"/>
                </a:lnTo>
                <a:lnTo>
                  <a:pt x="5033050" y="1414092"/>
                </a:lnTo>
                <a:lnTo>
                  <a:pt x="5033050" y="1357704"/>
                </a:lnTo>
                <a:lnTo>
                  <a:pt x="5237266" y="1357704"/>
                </a:lnTo>
                <a:lnTo>
                  <a:pt x="5237266" y="999564"/>
                </a:lnTo>
                <a:cubicBezTo>
                  <a:pt x="5257840" y="1012518"/>
                  <a:pt x="5283748" y="1031568"/>
                  <a:pt x="5296702" y="1043760"/>
                </a:cubicBezTo>
                <a:cubicBezTo>
                  <a:pt x="5320324" y="1010994"/>
                  <a:pt x="5343184" y="969084"/>
                  <a:pt x="5363758" y="922602"/>
                </a:cubicBezTo>
                <a:lnTo>
                  <a:pt x="5527588" y="922602"/>
                </a:lnTo>
                <a:cubicBezTo>
                  <a:pt x="5519968" y="1192350"/>
                  <a:pt x="5510062" y="1307412"/>
                  <a:pt x="5486440" y="1331796"/>
                </a:cubicBezTo>
                <a:cubicBezTo>
                  <a:pt x="5477296" y="1342464"/>
                  <a:pt x="5468914" y="1344750"/>
                  <a:pt x="5453674" y="1344750"/>
                </a:cubicBezTo>
                <a:cubicBezTo>
                  <a:pt x="5433862" y="1344750"/>
                  <a:pt x="5388142" y="1344750"/>
                  <a:pt x="5339374" y="1340178"/>
                </a:cubicBezTo>
                <a:cubicBezTo>
                  <a:pt x="5355376" y="1365324"/>
                  <a:pt x="5367568" y="1404186"/>
                  <a:pt x="5369092" y="1429332"/>
                </a:cubicBezTo>
                <a:cubicBezTo>
                  <a:pt x="5414050" y="1430856"/>
                  <a:pt x="5460532" y="1431618"/>
                  <a:pt x="5489488" y="1427808"/>
                </a:cubicBezTo>
                <a:cubicBezTo>
                  <a:pt x="5520730" y="1422474"/>
                  <a:pt x="5542066" y="1414092"/>
                  <a:pt x="5562640" y="1385136"/>
                </a:cubicBezTo>
                <a:cubicBezTo>
                  <a:pt x="5594644" y="1344750"/>
                  <a:pt x="5603026" y="1222830"/>
                  <a:pt x="5612932" y="879930"/>
                </a:cubicBezTo>
                <a:cubicBezTo>
                  <a:pt x="5613694" y="869262"/>
                  <a:pt x="5613694" y="838782"/>
                  <a:pt x="5613694" y="838782"/>
                </a:cubicBezTo>
                <a:lnTo>
                  <a:pt x="5398048" y="838782"/>
                </a:lnTo>
                <a:cubicBezTo>
                  <a:pt x="5409478" y="806778"/>
                  <a:pt x="5420146" y="774012"/>
                  <a:pt x="5428528" y="742008"/>
                </a:cubicBezTo>
                <a:close/>
                <a:moveTo>
                  <a:pt x="5033050" y="924126"/>
                </a:moveTo>
                <a:lnTo>
                  <a:pt x="5154970" y="924126"/>
                </a:lnTo>
                <a:lnTo>
                  <a:pt x="5154970" y="1048332"/>
                </a:lnTo>
                <a:lnTo>
                  <a:pt x="5033050" y="1048332"/>
                </a:lnTo>
                <a:close/>
                <a:moveTo>
                  <a:pt x="5033050" y="1277694"/>
                </a:moveTo>
                <a:lnTo>
                  <a:pt x="5033050" y="1127580"/>
                </a:lnTo>
                <a:lnTo>
                  <a:pt x="5154970" y="1127580"/>
                </a:lnTo>
                <a:lnTo>
                  <a:pt x="5154970" y="1277694"/>
                </a:lnTo>
                <a:close/>
                <a:moveTo>
                  <a:pt x="5902746" y="1328748"/>
                </a:moveTo>
                <a:lnTo>
                  <a:pt x="6229644" y="1328748"/>
                </a:lnTo>
                <a:lnTo>
                  <a:pt x="6229644" y="1359228"/>
                </a:lnTo>
                <a:lnTo>
                  <a:pt x="5902746" y="1359228"/>
                </a:lnTo>
                <a:close/>
                <a:moveTo>
                  <a:pt x="5902746" y="1276170"/>
                </a:moveTo>
                <a:lnTo>
                  <a:pt x="5902746" y="1247976"/>
                </a:lnTo>
                <a:lnTo>
                  <a:pt x="6229644" y="1247976"/>
                </a:lnTo>
                <a:lnTo>
                  <a:pt x="6229644" y="1276170"/>
                </a:lnTo>
                <a:close/>
                <a:moveTo>
                  <a:pt x="5814354" y="1190064"/>
                </a:moveTo>
                <a:lnTo>
                  <a:pt x="5814354" y="1438476"/>
                </a:lnTo>
                <a:lnTo>
                  <a:pt x="5902746" y="1438476"/>
                </a:lnTo>
                <a:lnTo>
                  <a:pt x="5902746" y="1416378"/>
                </a:lnTo>
                <a:lnTo>
                  <a:pt x="6229644" y="1416378"/>
                </a:lnTo>
                <a:lnTo>
                  <a:pt x="6229644" y="1438476"/>
                </a:lnTo>
                <a:lnTo>
                  <a:pt x="6322608" y="1438476"/>
                </a:lnTo>
                <a:lnTo>
                  <a:pt x="6322608" y="1190064"/>
                </a:lnTo>
                <a:close/>
                <a:moveTo>
                  <a:pt x="5718342" y="1103196"/>
                </a:moveTo>
                <a:lnTo>
                  <a:pt x="5718342" y="1166442"/>
                </a:lnTo>
                <a:lnTo>
                  <a:pt x="6406428" y="1166442"/>
                </a:lnTo>
                <a:lnTo>
                  <a:pt x="6406428" y="1103196"/>
                </a:lnTo>
                <a:lnTo>
                  <a:pt x="6105438" y="1103196"/>
                </a:lnTo>
                <a:lnTo>
                  <a:pt x="6105438" y="1075002"/>
                </a:lnTo>
                <a:lnTo>
                  <a:pt x="6350040" y="1075002"/>
                </a:lnTo>
                <a:lnTo>
                  <a:pt x="6350040" y="1020138"/>
                </a:lnTo>
                <a:lnTo>
                  <a:pt x="6105438" y="1020138"/>
                </a:lnTo>
                <a:lnTo>
                  <a:pt x="6105438" y="993468"/>
                </a:lnTo>
                <a:lnTo>
                  <a:pt x="6318798" y="993468"/>
                </a:lnTo>
                <a:lnTo>
                  <a:pt x="6318798" y="911172"/>
                </a:lnTo>
                <a:lnTo>
                  <a:pt x="6406428" y="911172"/>
                </a:lnTo>
                <a:lnTo>
                  <a:pt x="6406428" y="847926"/>
                </a:lnTo>
                <a:lnTo>
                  <a:pt x="6318798" y="847926"/>
                </a:lnTo>
                <a:lnTo>
                  <a:pt x="6318798" y="766392"/>
                </a:lnTo>
                <a:lnTo>
                  <a:pt x="6105438" y="766392"/>
                </a:lnTo>
                <a:lnTo>
                  <a:pt x="6105438" y="718386"/>
                </a:lnTo>
                <a:lnTo>
                  <a:pt x="6013236" y="718386"/>
                </a:lnTo>
                <a:lnTo>
                  <a:pt x="6013236" y="766392"/>
                </a:lnTo>
                <a:lnTo>
                  <a:pt x="5797590" y="766392"/>
                </a:lnTo>
                <a:lnTo>
                  <a:pt x="5797590" y="820494"/>
                </a:lnTo>
                <a:lnTo>
                  <a:pt x="6013236" y="820494"/>
                </a:lnTo>
                <a:lnTo>
                  <a:pt x="6013236" y="847926"/>
                </a:lnTo>
                <a:lnTo>
                  <a:pt x="5719104" y="847926"/>
                </a:lnTo>
                <a:lnTo>
                  <a:pt x="5719104" y="911172"/>
                </a:lnTo>
                <a:lnTo>
                  <a:pt x="6013236" y="911172"/>
                </a:lnTo>
                <a:lnTo>
                  <a:pt x="6013236" y="939366"/>
                </a:lnTo>
                <a:lnTo>
                  <a:pt x="5789208" y="939366"/>
                </a:lnTo>
                <a:lnTo>
                  <a:pt x="5789208" y="993468"/>
                </a:lnTo>
                <a:lnTo>
                  <a:pt x="6013236" y="993468"/>
                </a:lnTo>
                <a:lnTo>
                  <a:pt x="6013236" y="1020138"/>
                </a:lnTo>
                <a:lnTo>
                  <a:pt x="5772444" y="1020138"/>
                </a:lnTo>
                <a:lnTo>
                  <a:pt x="5772444" y="1075002"/>
                </a:lnTo>
                <a:lnTo>
                  <a:pt x="6013236" y="1075002"/>
                </a:lnTo>
                <a:lnTo>
                  <a:pt x="6013236" y="1103196"/>
                </a:lnTo>
                <a:close/>
                <a:moveTo>
                  <a:pt x="6105438" y="820494"/>
                </a:moveTo>
                <a:lnTo>
                  <a:pt x="6228120" y="820494"/>
                </a:lnTo>
                <a:lnTo>
                  <a:pt x="6228120" y="847926"/>
                </a:lnTo>
                <a:lnTo>
                  <a:pt x="6105438" y="847926"/>
                </a:lnTo>
                <a:close/>
                <a:moveTo>
                  <a:pt x="6105438" y="939366"/>
                </a:moveTo>
                <a:lnTo>
                  <a:pt x="6105438" y="911172"/>
                </a:lnTo>
                <a:lnTo>
                  <a:pt x="6228120" y="911172"/>
                </a:lnTo>
                <a:lnTo>
                  <a:pt x="6228120" y="939366"/>
                </a:lnTo>
                <a:close/>
                <a:moveTo>
                  <a:pt x="1076492" y="2058744"/>
                </a:moveTo>
                <a:lnTo>
                  <a:pt x="1095923" y="2058744"/>
                </a:lnTo>
                <a:lnTo>
                  <a:pt x="1111163" y="2014421"/>
                </a:lnTo>
                <a:lnTo>
                  <a:pt x="1192443" y="2014421"/>
                </a:lnTo>
                <a:lnTo>
                  <a:pt x="1207810" y="2058744"/>
                </a:lnTo>
                <a:lnTo>
                  <a:pt x="1227241" y="2058744"/>
                </a:lnTo>
                <a:lnTo>
                  <a:pt x="1164249" y="1875864"/>
                </a:lnTo>
                <a:lnTo>
                  <a:pt x="1139484" y="1875864"/>
                </a:lnTo>
                <a:close/>
                <a:moveTo>
                  <a:pt x="1186347" y="1996895"/>
                </a:moveTo>
                <a:lnTo>
                  <a:pt x="1117259" y="1996895"/>
                </a:lnTo>
                <a:lnTo>
                  <a:pt x="1151676" y="1896946"/>
                </a:lnTo>
                <a:close/>
                <a:moveTo>
                  <a:pt x="1275855" y="2058744"/>
                </a:moveTo>
                <a:lnTo>
                  <a:pt x="1294524" y="2058744"/>
                </a:lnTo>
                <a:lnTo>
                  <a:pt x="1294524" y="1875864"/>
                </a:lnTo>
                <a:lnTo>
                  <a:pt x="1275855" y="1875864"/>
                </a:lnTo>
                <a:close/>
                <a:moveTo>
                  <a:pt x="1568281" y="1883230"/>
                </a:moveTo>
                <a:lnTo>
                  <a:pt x="1621113" y="1883230"/>
                </a:lnTo>
                <a:lnTo>
                  <a:pt x="1621113" y="1937332"/>
                </a:lnTo>
                <a:lnTo>
                  <a:pt x="1568281" y="1937332"/>
                </a:lnTo>
                <a:close/>
                <a:moveTo>
                  <a:pt x="1550501" y="1865958"/>
                </a:moveTo>
                <a:lnTo>
                  <a:pt x="1550501" y="1954604"/>
                </a:lnTo>
                <a:lnTo>
                  <a:pt x="1639655" y="1954604"/>
                </a:lnTo>
                <a:lnTo>
                  <a:pt x="1639655" y="1865958"/>
                </a:lnTo>
                <a:close/>
                <a:moveTo>
                  <a:pt x="1480397" y="2028772"/>
                </a:moveTo>
                <a:lnTo>
                  <a:pt x="1598761" y="2028772"/>
                </a:lnTo>
                <a:lnTo>
                  <a:pt x="1598761" y="2053918"/>
                </a:lnTo>
                <a:lnTo>
                  <a:pt x="1480397" y="2053918"/>
                </a:lnTo>
                <a:close/>
                <a:moveTo>
                  <a:pt x="1480397" y="2013786"/>
                </a:moveTo>
                <a:lnTo>
                  <a:pt x="1480397" y="1989910"/>
                </a:lnTo>
                <a:lnTo>
                  <a:pt x="1598761" y="1989910"/>
                </a:lnTo>
                <a:lnTo>
                  <a:pt x="1598761" y="2013786"/>
                </a:lnTo>
                <a:close/>
                <a:moveTo>
                  <a:pt x="1461601" y="1974162"/>
                </a:moveTo>
                <a:lnTo>
                  <a:pt x="1461601" y="2079064"/>
                </a:lnTo>
                <a:lnTo>
                  <a:pt x="1480397" y="2079064"/>
                </a:lnTo>
                <a:lnTo>
                  <a:pt x="1480397" y="2069666"/>
                </a:lnTo>
                <a:lnTo>
                  <a:pt x="1598761" y="2069666"/>
                </a:lnTo>
                <a:lnTo>
                  <a:pt x="1598761" y="2078556"/>
                </a:lnTo>
                <a:lnTo>
                  <a:pt x="1618065" y="2078556"/>
                </a:lnTo>
                <a:lnTo>
                  <a:pt x="1618065" y="1974162"/>
                </a:lnTo>
                <a:close/>
                <a:moveTo>
                  <a:pt x="1453219" y="1844622"/>
                </a:moveTo>
                <a:cubicBezTo>
                  <a:pt x="1447631" y="1863672"/>
                  <a:pt x="1437471" y="1882722"/>
                  <a:pt x="1424771" y="1895676"/>
                </a:cubicBezTo>
                <a:cubicBezTo>
                  <a:pt x="1429089" y="1897708"/>
                  <a:pt x="1436455" y="1902280"/>
                  <a:pt x="1440011" y="1905074"/>
                </a:cubicBezTo>
                <a:cubicBezTo>
                  <a:pt x="1445599" y="1898724"/>
                  <a:pt x="1450933" y="1890850"/>
                  <a:pt x="1456013" y="1881960"/>
                </a:cubicBezTo>
                <a:lnTo>
                  <a:pt x="1477603" y="1881960"/>
                </a:lnTo>
                <a:lnTo>
                  <a:pt x="1477603" y="1896946"/>
                </a:lnTo>
                <a:lnTo>
                  <a:pt x="1477095" y="1906090"/>
                </a:lnTo>
                <a:lnTo>
                  <a:pt x="1424771" y="1906090"/>
                </a:lnTo>
                <a:lnTo>
                  <a:pt x="1424771" y="1921838"/>
                </a:lnTo>
                <a:lnTo>
                  <a:pt x="1473793" y="1921838"/>
                </a:lnTo>
                <a:cubicBezTo>
                  <a:pt x="1468205" y="1937332"/>
                  <a:pt x="1454743" y="1954096"/>
                  <a:pt x="1422231" y="1966796"/>
                </a:cubicBezTo>
                <a:cubicBezTo>
                  <a:pt x="1426549" y="1970098"/>
                  <a:pt x="1432137" y="1975940"/>
                  <a:pt x="1434677" y="1980004"/>
                </a:cubicBezTo>
                <a:cubicBezTo>
                  <a:pt x="1461347" y="1968066"/>
                  <a:pt x="1476587" y="1953588"/>
                  <a:pt x="1485223" y="1938856"/>
                </a:cubicBezTo>
                <a:cubicBezTo>
                  <a:pt x="1497923" y="1947492"/>
                  <a:pt x="1516973" y="1961208"/>
                  <a:pt x="1524593" y="1967304"/>
                </a:cubicBezTo>
                <a:lnTo>
                  <a:pt x="1537801" y="1954350"/>
                </a:lnTo>
                <a:cubicBezTo>
                  <a:pt x="1530435" y="1949270"/>
                  <a:pt x="1501479" y="1931490"/>
                  <a:pt x="1491065" y="1925902"/>
                </a:cubicBezTo>
                <a:lnTo>
                  <a:pt x="1492335" y="1921838"/>
                </a:lnTo>
                <a:lnTo>
                  <a:pt x="1539833" y="1921838"/>
                </a:lnTo>
                <a:lnTo>
                  <a:pt x="1539833" y="1906090"/>
                </a:lnTo>
                <a:lnTo>
                  <a:pt x="1495383" y="1906090"/>
                </a:lnTo>
                <a:lnTo>
                  <a:pt x="1495637" y="1896946"/>
                </a:lnTo>
                <a:lnTo>
                  <a:pt x="1495637" y="1881960"/>
                </a:lnTo>
                <a:lnTo>
                  <a:pt x="1533229" y="1881960"/>
                </a:lnTo>
                <a:lnTo>
                  <a:pt x="1533229" y="1866466"/>
                </a:lnTo>
                <a:lnTo>
                  <a:pt x="1463887" y="1866466"/>
                </a:lnTo>
                <a:cubicBezTo>
                  <a:pt x="1466427" y="1860624"/>
                  <a:pt x="1468713" y="1854274"/>
                  <a:pt x="1470745" y="1848178"/>
                </a:cubicBezTo>
                <a:close/>
                <a:moveTo>
                  <a:pt x="1764977" y="2019374"/>
                </a:moveTo>
                <a:lnTo>
                  <a:pt x="1764977" y="2052648"/>
                </a:lnTo>
                <a:cubicBezTo>
                  <a:pt x="1764977" y="2071444"/>
                  <a:pt x="1771581" y="2076524"/>
                  <a:pt x="1798505" y="2076524"/>
                </a:cubicBezTo>
                <a:cubicBezTo>
                  <a:pt x="1804093" y="2076524"/>
                  <a:pt x="1842701" y="2076524"/>
                  <a:pt x="1848543" y="2076524"/>
                </a:cubicBezTo>
                <a:cubicBezTo>
                  <a:pt x="1869117" y="2076524"/>
                  <a:pt x="1874959" y="2069920"/>
                  <a:pt x="1877245" y="2042996"/>
                </a:cubicBezTo>
                <a:cubicBezTo>
                  <a:pt x="1872165" y="2041980"/>
                  <a:pt x="1864291" y="2039440"/>
                  <a:pt x="1860481" y="2036392"/>
                </a:cubicBezTo>
                <a:cubicBezTo>
                  <a:pt x="1859211" y="2056966"/>
                  <a:pt x="1857433" y="2059506"/>
                  <a:pt x="1846765" y="2059506"/>
                </a:cubicBezTo>
                <a:cubicBezTo>
                  <a:pt x="1838383" y="2059506"/>
                  <a:pt x="1805871" y="2059506"/>
                  <a:pt x="1799775" y="2059506"/>
                </a:cubicBezTo>
                <a:cubicBezTo>
                  <a:pt x="1786059" y="2059506"/>
                  <a:pt x="1783773" y="2058490"/>
                  <a:pt x="1783773" y="2052394"/>
                </a:cubicBezTo>
                <a:lnTo>
                  <a:pt x="1783773" y="2019374"/>
                </a:lnTo>
                <a:close/>
                <a:moveTo>
                  <a:pt x="1873689" y="2027502"/>
                </a:moveTo>
                <a:cubicBezTo>
                  <a:pt x="1891469" y="2039948"/>
                  <a:pt x="1909757" y="2058744"/>
                  <a:pt x="1917377" y="2072206"/>
                </a:cubicBezTo>
                <a:lnTo>
                  <a:pt x="1933633" y="2062300"/>
                </a:lnTo>
                <a:cubicBezTo>
                  <a:pt x="1925251" y="2048330"/>
                  <a:pt x="1906201" y="2030296"/>
                  <a:pt x="1888675" y="2018104"/>
                </a:cubicBezTo>
                <a:close/>
                <a:moveTo>
                  <a:pt x="1733481" y="2020136"/>
                </a:moveTo>
                <a:cubicBezTo>
                  <a:pt x="1727131" y="2036138"/>
                  <a:pt x="1715447" y="2052648"/>
                  <a:pt x="1699191" y="2062300"/>
                </a:cubicBezTo>
                <a:lnTo>
                  <a:pt x="1714431" y="2073222"/>
                </a:lnTo>
                <a:cubicBezTo>
                  <a:pt x="1731703" y="2062046"/>
                  <a:pt x="1742371" y="2043758"/>
                  <a:pt x="1749737" y="2026232"/>
                </a:cubicBezTo>
                <a:close/>
                <a:moveTo>
                  <a:pt x="1707065" y="1908884"/>
                </a:moveTo>
                <a:lnTo>
                  <a:pt x="1707065" y="1921584"/>
                </a:lnTo>
                <a:lnTo>
                  <a:pt x="1749737" y="1921584"/>
                </a:lnTo>
                <a:lnTo>
                  <a:pt x="1749737" y="1934792"/>
                </a:lnTo>
                <a:lnTo>
                  <a:pt x="1767517" y="1934792"/>
                </a:lnTo>
                <a:lnTo>
                  <a:pt x="1767517" y="1921584"/>
                </a:lnTo>
                <a:lnTo>
                  <a:pt x="1810189" y="1921584"/>
                </a:lnTo>
                <a:lnTo>
                  <a:pt x="1810189" y="1908884"/>
                </a:lnTo>
                <a:lnTo>
                  <a:pt x="1767517" y="1908884"/>
                </a:lnTo>
                <a:lnTo>
                  <a:pt x="1767517" y="1896184"/>
                </a:lnTo>
                <a:lnTo>
                  <a:pt x="1804093" y="1896184"/>
                </a:lnTo>
                <a:lnTo>
                  <a:pt x="1804093" y="1883484"/>
                </a:lnTo>
                <a:lnTo>
                  <a:pt x="1767517" y="1883484"/>
                </a:lnTo>
                <a:lnTo>
                  <a:pt x="1767517" y="1871292"/>
                </a:lnTo>
                <a:lnTo>
                  <a:pt x="1807395" y="1871292"/>
                </a:lnTo>
                <a:lnTo>
                  <a:pt x="1807395" y="1858592"/>
                </a:lnTo>
                <a:lnTo>
                  <a:pt x="1767517" y="1858592"/>
                </a:lnTo>
                <a:lnTo>
                  <a:pt x="1767517" y="1845384"/>
                </a:lnTo>
                <a:lnTo>
                  <a:pt x="1749737" y="1845384"/>
                </a:lnTo>
                <a:lnTo>
                  <a:pt x="1749737" y="1858592"/>
                </a:lnTo>
                <a:lnTo>
                  <a:pt x="1709605" y="1858592"/>
                </a:lnTo>
                <a:lnTo>
                  <a:pt x="1709605" y="1871292"/>
                </a:lnTo>
                <a:lnTo>
                  <a:pt x="1749737" y="1871292"/>
                </a:lnTo>
                <a:lnTo>
                  <a:pt x="1749737" y="1883484"/>
                </a:lnTo>
                <a:lnTo>
                  <a:pt x="1714431" y="1883484"/>
                </a:lnTo>
                <a:lnTo>
                  <a:pt x="1714431" y="1896184"/>
                </a:lnTo>
                <a:lnTo>
                  <a:pt x="1749737" y="1896184"/>
                </a:lnTo>
                <a:lnTo>
                  <a:pt x="1749737" y="1908884"/>
                </a:lnTo>
                <a:close/>
                <a:moveTo>
                  <a:pt x="1859465" y="1845384"/>
                </a:moveTo>
                <a:lnTo>
                  <a:pt x="1859465" y="1858592"/>
                </a:lnTo>
                <a:lnTo>
                  <a:pt x="1817555" y="1858592"/>
                </a:lnTo>
                <a:lnTo>
                  <a:pt x="1817555" y="1871292"/>
                </a:lnTo>
                <a:lnTo>
                  <a:pt x="1859465" y="1871292"/>
                </a:lnTo>
                <a:lnTo>
                  <a:pt x="1859465" y="1883230"/>
                </a:lnTo>
                <a:lnTo>
                  <a:pt x="1823143" y="1883230"/>
                </a:lnTo>
                <a:lnTo>
                  <a:pt x="1823143" y="1895676"/>
                </a:lnTo>
                <a:lnTo>
                  <a:pt x="1859465" y="1895676"/>
                </a:lnTo>
                <a:lnTo>
                  <a:pt x="1859465" y="1908884"/>
                </a:lnTo>
                <a:lnTo>
                  <a:pt x="1816031" y="1908884"/>
                </a:lnTo>
                <a:lnTo>
                  <a:pt x="1816031" y="1921584"/>
                </a:lnTo>
                <a:lnTo>
                  <a:pt x="1859465" y="1921584"/>
                </a:lnTo>
                <a:lnTo>
                  <a:pt x="1859465" y="1934792"/>
                </a:lnTo>
                <a:lnTo>
                  <a:pt x="1877499" y="1934792"/>
                </a:lnTo>
                <a:lnTo>
                  <a:pt x="1877499" y="1921584"/>
                </a:lnTo>
                <a:lnTo>
                  <a:pt x="1926013" y="1921584"/>
                </a:lnTo>
                <a:lnTo>
                  <a:pt x="1926013" y="1908884"/>
                </a:lnTo>
                <a:lnTo>
                  <a:pt x="1877499" y="1908884"/>
                </a:lnTo>
                <a:lnTo>
                  <a:pt x="1877499" y="1895676"/>
                </a:lnTo>
                <a:lnTo>
                  <a:pt x="1917885" y="1895676"/>
                </a:lnTo>
                <a:lnTo>
                  <a:pt x="1917885" y="1883230"/>
                </a:lnTo>
                <a:lnTo>
                  <a:pt x="1877499" y="1883230"/>
                </a:lnTo>
                <a:lnTo>
                  <a:pt x="1877499" y="1871292"/>
                </a:lnTo>
                <a:lnTo>
                  <a:pt x="1922203" y="1871292"/>
                </a:lnTo>
                <a:lnTo>
                  <a:pt x="1922203" y="1858592"/>
                </a:lnTo>
                <a:lnTo>
                  <a:pt x="1877499" y="1858592"/>
                </a:lnTo>
                <a:lnTo>
                  <a:pt x="1877499" y="1845384"/>
                </a:lnTo>
                <a:close/>
                <a:moveTo>
                  <a:pt x="1704271" y="1967050"/>
                </a:moveTo>
                <a:lnTo>
                  <a:pt x="1704271" y="1979496"/>
                </a:lnTo>
                <a:lnTo>
                  <a:pt x="1884103" y="1979496"/>
                </a:lnTo>
                <a:lnTo>
                  <a:pt x="1884103" y="1995244"/>
                </a:lnTo>
                <a:lnTo>
                  <a:pt x="1724591" y="1995244"/>
                </a:lnTo>
                <a:lnTo>
                  <a:pt x="1724591" y="2008198"/>
                </a:lnTo>
                <a:lnTo>
                  <a:pt x="1797997" y="2008198"/>
                </a:lnTo>
                <a:lnTo>
                  <a:pt x="1789615" y="2015564"/>
                </a:lnTo>
                <a:cubicBezTo>
                  <a:pt x="1804347" y="2022422"/>
                  <a:pt x="1821111" y="2033598"/>
                  <a:pt x="1829493" y="2042488"/>
                </a:cubicBezTo>
                <a:lnTo>
                  <a:pt x="1841939" y="2030550"/>
                </a:lnTo>
                <a:cubicBezTo>
                  <a:pt x="1834827" y="2023184"/>
                  <a:pt x="1821873" y="2014294"/>
                  <a:pt x="1809173" y="2008198"/>
                </a:cubicBezTo>
                <a:lnTo>
                  <a:pt x="1902899" y="2008198"/>
                </a:lnTo>
                <a:lnTo>
                  <a:pt x="1902899" y="1979496"/>
                </a:lnTo>
                <a:lnTo>
                  <a:pt x="1929061" y="1979496"/>
                </a:lnTo>
                <a:lnTo>
                  <a:pt x="1929061" y="1967050"/>
                </a:lnTo>
                <a:lnTo>
                  <a:pt x="1902899" y="1967050"/>
                </a:lnTo>
                <a:lnTo>
                  <a:pt x="1902899" y="1938348"/>
                </a:lnTo>
                <a:lnTo>
                  <a:pt x="1726115" y="1938348"/>
                </a:lnTo>
                <a:lnTo>
                  <a:pt x="1726115" y="1951302"/>
                </a:lnTo>
                <a:lnTo>
                  <a:pt x="1884103" y="1951302"/>
                </a:lnTo>
                <a:lnTo>
                  <a:pt x="1884103" y="1967050"/>
                </a:lnTo>
                <a:close/>
                <a:moveTo>
                  <a:pt x="1993931" y="1854782"/>
                </a:moveTo>
                <a:lnTo>
                  <a:pt x="1993931" y="1945968"/>
                </a:lnTo>
                <a:cubicBezTo>
                  <a:pt x="1993931" y="1983560"/>
                  <a:pt x="1992407" y="2034614"/>
                  <a:pt x="1975135" y="2070428"/>
                </a:cubicBezTo>
                <a:cubicBezTo>
                  <a:pt x="1979707" y="2071952"/>
                  <a:pt x="1987327" y="2076270"/>
                  <a:pt x="1990629" y="2079318"/>
                </a:cubicBezTo>
                <a:cubicBezTo>
                  <a:pt x="2002313" y="2055188"/>
                  <a:pt x="2007393" y="2023184"/>
                  <a:pt x="2009679" y="1992958"/>
                </a:cubicBezTo>
                <a:lnTo>
                  <a:pt x="2050065" y="1992958"/>
                </a:lnTo>
                <a:lnTo>
                  <a:pt x="2050065" y="2055950"/>
                </a:lnTo>
                <a:cubicBezTo>
                  <a:pt x="2050065" y="2059760"/>
                  <a:pt x="2048541" y="2060776"/>
                  <a:pt x="2045239" y="2060776"/>
                </a:cubicBezTo>
                <a:cubicBezTo>
                  <a:pt x="2041937" y="2061030"/>
                  <a:pt x="2031269" y="2061030"/>
                  <a:pt x="2019585" y="2060776"/>
                </a:cubicBezTo>
                <a:cubicBezTo>
                  <a:pt x="2022125" y="2065856"/>
                  <a:pt x="2024411" y="2074238"/>
                  <a:pt x="2024919" y="2079064"/>
                </a:cubicBezTo>
                <a:cubicBezTo>
                  <a:pt x="2042191" y="2079064"/>
                  <a:pt x="2052351" y="2078810"/>
                  <a:pt x="2058955" y="2075508"/>
                </a:cubicBezTo>
                <a:cubicBezTo>
                  <a:pt x="2065559" y="2072460"/>
                  <a:pt x="2067845" y="2066618"/>
                  <a:pt x="2067845" y="2056204"/>
                </a:cubicBezTo>
                <a:lnTo>
                  <a:pt x="2067845" y="1854782"/>
                </a:lnTo>
                <a:close/>
                <a:moveTo>
                  <a:pt x="2011203" y="1872562"/>
                </a:moveTo>
                <a:lnTo>
                  <a:pt x="2050065" y="1872562"/>
                </a:lnTo>
                <a:lnTo>
                  <a:pt x="2050065" y="1914218"/>
                </a:lnTo>
                <a:lnTo>
                  <a:pt x="2011203" y="1914218"/>
                </a:lnTo>
                <a:close/>
                <a:moveTo>
                  <a:pt x="2011203" y="1931998"/>
                </a:moveTo>
                <a:lnTo>
                  <a:pt x="2050065" y="1931998"/>
                </a:lnTo>
                <a:lnTo>
                  <a:pt x="2050065" y="1974924"/>
                </a:lnTo>
                <a:lnTo>
                  <a:pt x="2010695" y="1974924"/>
                </a:lnTo>
                <a:cubicBezTo>
                  <a:pt x="2010949" y="1964764"/>
                  <a:pt x="2011203" y="1954858"/>
                  <a:pt x="2011203" y="1945968"/>
                </a:cubicBezTo>
                <a:close/>
                <a:moveTo>
                  <a:pt x="2184431" y="1959430"/>
                </a:moveTo>
                <a:cubicBezTo>
                  <a:pt x="2178843" y="1980766"/>
                  <a:pt x="2169953" y="2000070"/>
                  <a:pt x="2159031" y="2016580"/>
                </a:cubicBezTo>
                <a:cubicBezTo>
                  <a:pt x="2147093" y="1999562"/>
                  <a:pt x="2137949" y="1980258"/>
                  <a:pt x="2131091" y="1959430"/>
                </a:cubicBezTo>
                <a:close/>
                <a:moveTo>
                  <a:pt x="2090197" y="1855544"/>
                </a:moveTo>
                <a:lnTo>
                  <a:pt x="2090197" y="2079064"/>
                </a:lnTo>
                <a:lnTo>
                  <a:pt x="2108231" y="2079064"/>
                </a:lnTo>
                <a:lnTo>
                  <a:pt x="2108231" y="1959430"/>
                </a:lnTo>
                <a:lnTo>
                  <a:pt x="2114581" y="1959430"/>
                </a:lnTo>
                <a:cubicBezTo>
                  <a:pt x="2122709" y="1985846"/>
                  <a:pt x="2133885" y="2010230"/>
                  <a:pt x="2148363" y="2030804"/>
                </a:cubicBezTo>
                <a:cubicBezTo>
                  <a:pt x="2136679" y="2045028"/>
                  <a:pt x="2123217" y="2055950"/>
                  <a:pt x="2109247" y="2063570"/>
                </a:cubicBezTo>
                <a:cubicBezTo>
                  <a:pt x="2113311" y="2066872"/>
                  <a:pt x="2118391" y="2073222"/>
                  <a:pt x="2120423" y="2077540"/>
                </a:cubicBezTo>
                <a:cubicBezTo>
                  <a:pt x="2134393" y="2069412"/>
                  <a:pt x="2147601" y="2058490"/>
                  <a:pt x="2159285" y="2045028"/>
                </a:cubicBezTo>
                <a:cubicBezTo>
                  <a:pt x="2171223" y="2059252"/>
                  <a:pt x="2184939" y="2070936"/>
                  <a:pt x="2200433" y="2079318"/>
                </a:cubicBezTo>
                <a:cubicBezTo>
                  <a:pt x="2203481" y="2074746"/>
                  <a:pt x="2208815" y="2068142"/>
                  <a:pt x="2212879" y="2064586"/>
                </a:cubicBezTo>
                <a:cubicBezTo>
                  <a:pt x="2196877" y="2056966"/>
                  <a:pt x="2182653" y="2045282"/>
                  <a:pt x="2170207" y="2031058"/>
                </a:cubicBezTo>
                <a:cubicBezTo>
                  <a:pt x="2186209" y="2008452"/>
                  <a:pt x="2198655" y="1979750"/>
                  <a:pt x="2205513" y="1945206"/>
                </a:cubicBezTo>
                <a:lnTo>
                  <a:pt x="2194337" y="1941142"/>
                </a:lnTo>
                <a:lnTo>
                  <a:pt x="2191035" y="1941904"/>
                </a:lnTo>
                <a:lnTo>
                  <a:pt x="2108231" y="1941904"/>
                </a:lnTo>
                <a:lnTo>
                  <a:pt x="2108231" y="1873324"/>
                </a:lnTo>
                <a:lnTo>
                  <a:pt x="2179605" y="1873324"/>
                </a:lnTo>
                <a:lnTo>
                  <a:pt x="2179605" y="1904566"/>
                </a:lnTo>
                <a:cubicBezTo>
                  <a:pt x="2179605" y="1907614"/>
                  <a:pt x="2178843" y="1908376"/>
                  <a:pt x="2174779" y="1908630"/>
                </a:cubicBezTo>
                <a:cubicBezTo>
                  <a:pt x="2170715" y="1908884"/>
                  <a:pt x="2157253" y="1908884"/>
                  <a:pt x="2141759" y="1908376"/>
                </a:cubicBezTo>
                <a:cubicBezTo>
                  <a:pt x="2144299" y="1912948"/>
                  <a:pt x="2147093" y="1919552"/>
                  <a:pt x="2147855" y="1924632"/>
                </a:cubicBezTo>
                <a:cubicBezTo>
                  <a:pt x="2167159" y="1924632"/>
                  <a:pt x="2180113" y="1924632"/>
                  <a:pt x="2187987" y="1922092"/>
                </a:cubicBezTo>
                <a:cubicBezTo>
                  <a:pt x="2196115" y="1919298"/>
                  <a:pt x="2198147" y="1914218"/>
                  <a:pt x="2198147" y="1904820"/>
                </a:cubicBezTo>
                <a:lnTo>
                  <a:pt x="2198147" y="1855544"/>
                </a:lnTo>
                <a:close/>
                <a:moveTo>
                  <a:pt x="2393573" y="1845130"/>
                </a:moveTo>
                <a:cubicBezTo>
                  <a:pt x="2383159" y="1869768"/>
                  <a:pt x="2364871" y="1892882"/>
                  <a:pt x="2344805" y="1907614"/>
                </a:cubicBezTo>
                <a:cubicBezTo>
                  <a:pt x="2349377" y="1910154"/>
                  <a:pt x="2356997" y="1915742"/>
                  <a:pt x="2360553" y="1918790"/>
                </a:cubicBezTo>
                <a:cubicBezTo>
                  <a:pt x="2366649" y="1913710"/>
                  <a:pt x="2372999" y="1907614"/>
                  <a:pt x="2378841" y="1900756"/>
                </a:cubicBezTo>
                <a:cubicBezTo>
                  <a:pt x="2386207" y="1912186"/>
                  <a:pt x="2395097" y="1922600"/>
                  <a:pt x="2405257" y="1931744"/>
                </a:cubicBezTo>
                <a:cubicBezTo>
                  <a:pt x="2392049" y="1940126"/>
                  <a:pt x="2376555" y="1946730"/>
                  <a:pt x="2359537" y="1951556"/>
                </a:cubicBezTo>
                <a:lnTo>
                  <a:pt x="2363347" y="1937840"/>
                </a:lnTo>
                <a:lnTo>
                  <a:pt x="2351409" y="1933776"/>
                </a:lnTo>
                <a:lnTo>
                  <a:pt x="2348615" y="1934792"/>
                </a:lnTo>
                <a:lnTo>
                  <a:pt x="2329819" y="1934792"/>
                </a:lnTo>
                <a:lnTo>
                  <a:pt x="2339979" y="1923616"/>
                </a:lnTo>
                <a:cubicBezTo>
                  <a:pt x="2334645" y="1918790"/>
                  <a:pt x="2327025" y="1913456"/>
                  <a:pt x="2318643" y="1908376"/>
                </a:cubicBezTo>
                <a:cubicBezTo>
                  <a:pt x="2333883" y="1896692"/>
                  <a:pt x="2349885" y="1880436"/>
                  <a:pt x="2360045" y="1865196"/>
                </a:cubicBezTo>
                <a:lnTo>
                  <a:pt x="2347599" y="1857322"/>
                </a:lnTo>
                <a:lnTo>
                  <a:pt x="2344551" y="1858084"/>
                </a:lnTo>
                <a:lnTo>
                  <a:pt x="2258191" y="1858084"/>
                </a:lnTo>
                <a:lnTo>
                  <a:pt x="2258191" y="1874594"/>
                </a:lnTo>
                <a:lnTo>
                  <a:pt x="2330581" y="1874594"/>
                </a:lnTo>
                <a:cubicBezTo>
                  <a:pt x="2323215" y="1883484"/>
                  <a:pt x="2313563" y="1892882"/>
                  <a:pt x="2304165" y="1899994"/>
                </a:cubicBezTo>
                <a:cubicBezTo>
                  <a:pt x="2295783" y="1895676"/>
                  <a:pt x="2286893" y="1891358"/>
                  <a:pt x="2279019" y="1888056"/>
                </a:cubicBezTo>
                <a:lnTo>
                  <a:pt x="2267081" y="1900502"/>
                </a:lnTo>
                <a:cubicBezTo>
                  <a:pt x="2286893" y="1909138"/>
                  <a:pt x="2310769" y="1923362"/>
                  <a:pt x="2324231" y="1934792"/>
                </a:cubicBezTo>
                <a:lnTo>
                  <a:pt x="2255397" y="1934792"/>
                </a:lnTo>
                <a:lnTo>
                  <a:pt x="2255397" y="1951810"/>
                </a:lnTo>
                <a:lnTo>
                  <a:pt x="2293751" y="1951810"/>
                </a:lnTo>
                <a:cubicBezTo>
                  <a:pt x="2284353" y="1977972"/>
                  <a:pt x="2268859" y="2005150"/>
                  <a:pt x="2252857" y="2019882"/>
                </a:cubicBezTo>
                <a:cubicBezTo>
                  <a:pt x="2256159" y="2024708"/>
                  <a:pt x="2260731" y="2032582"/>
                  <a:pt x="2262763" y="2037662"/>
                </a:cubicBezTo>
                <a:cubicBezTo>
                  <a:pt x="2276733" y="2023692"/>
                  <a:pt x="2290195" y="2000070"/>
                  <a:pt x="2300101" y="1975432"/>
                </a:cubicBezTo>
                <a:lnTo>
                  <a:pt x="2300101" y="2056712"/>
                </a:lnTo>
                <a:cubicBezTo>
                  <a:pt x="2300101" y="2059506"/>
                  <a:pt x="2299085" y="2060268"/>
                  <a:pt x="2296037" y="2060522"/>
                </a:cubicBezTo>
                <a:cubicBezTo>
                  <a:pt x="2292989" y="2060776"/>
                  <a:pt x="2282829" y="2060776"/>
                  <a:pt x="2271907" y="2060268"/>
                </a:cubicBezTo>
                <a:cubicBezTo>
                  <a:pt x="2274447" y="2065348"/>
                  <a:pt x="2276987" y="2073222"/>
                  <a:pt x="2277749" y="2078048"/>
                </a:cubicBezTo>
                <a:cubicBezTo>
                  <a:pt x="2293243" y="2078048"/>
                  <a:pt x="2303149" y="2077794"/>
                  <a:pt x="2309753" y="2075000"/>
                </a:cubicBezTo>
                <a:cubicBezTo>
                  <a:pt x="2316357" y="2071952"/>
                  <a:pt x="2318389" y="2066618"/>
                  <a:pt x="2318389" y="2056966"/>
                </a:cubicBezTo>
                <a:lnTo>
                  <a:pt x="2318389" y="1951810"/>
                </a:lnTo>
                <a:lnTo>
                  <a:pt x="2342519" y="1951810"/>
                </a:lnTo>
                <a:cubicBezTo>
                  <a:pt x="2338963" y="1966796"/>
                  <a:pt x="2333883" y="1982290"/>
                  <a:pt x="2329057" y="1992704"/>
                </a:cubicBezTo>
                <a:lnTo>
                  <a:pt x="2342265" y="1999308"/>
                </a:lnTo>
                <a:cubicBezTo>
                  <a:pt x="2347599" y="1988894"/>
                  <a:pt x="2352679" y="1974162"/>
                  <a:pt x="2357251" y="1959430"/>
                </a:cubicBezTo>
                <a:cubicBezTo>
                  <a:pt x="2360045" y="1962986"/>
                  <a:pt x="2362839" y="1966796"/>
                  <a:pt x="2364109" y="1969590"/>
                </a:cubicBezTo>
                <a:cubicBezTo>
                  <a:pt x="2384937" y="1962986"/>
                  <a:pt x="2403733" y="1954604"/>
                  <a:pt x="2419989" y="1943428"/>
                </a:cubicBezTo>
                <a:cubicBezTo>
                  <a:pt x="2437007" y="1955366"/>
                  <a:pt x="2456565" y="1964510"/>
                  <a:pt x="2477901" y="1970352"/>
                </a:cubicBezTo>
                <a:cubicBezTo>
                  <a:pt x="2480695" y="1965272"/>
                  <a:pt x="2486029" y="1957906"/>
                  <a:pt x="2490347" y="1954096"/>
                </a:cubicBezTo>
                <a:cubicBezTo>
                  <a:pt x="2469773" y="1949524"/>
                  <a:pt x="2450723" y="1941904"/>
                  <a:pt x="2434467" y="1931998"/>
                </a:cubicBezTo>
                <a:cubicBezTo>
                  <a:pt x="2447675" y="1920060"/>
                  <a:pt x="2458089" y="1905836"/>
                  <a:pt x="2465455" y="1888310"/>
                </a:cubicBezTo>
                <a:lnTo>
                  <a:pt x="2484759" y="1888310"/>
                </a:lnTo>
                <a:lnTo>
                  <a:pt x="2484759" y="1872054"/>
                </a:lnTo>
                <a:lnTo>
                  <a:pt x="2400177" y="1872054"/>
                </a:lnTo>
                <a:cubicBezTo>
                  <a:pt x="2404495" y="1864942"/>
                  <a:pt x="2408305" y="1857576"/>
                  <a:pt x="2411607" y="1850210"/>
                </a:cubicBezTo>
                <a:close/>
                <a:moveTo>
                  <a:pt x="2403733" y="1962732"/>
                </a:moveTo>
                <a:cubicBezTo>
                  <a:pt x="2402971" y="1971368"/>
                  <a:pt x="2401955" y="1979750"/>
                  <a:pt x="2400177" y="1987878"/>
                </a:cubicBezTo>
                <a:lnTo>
                  <a:pt x="2356489" y="1987878"/>
                </a:lnTo>
                <a:lnTo>
                  <a:pt x="2356489" y="2004388"/>
                </a:lnTo>
                <a:lnTo>
                  <a:pt x="2396113" y="2004388"/>
                </a:lnTo>
                <a:cubicBezTo>
                  <a:pt x="2388239" y="2030296"/>
                  <a:pt x="2372237" y="2051378"/>
                  <a:pt x="2336931" y="2064332"/>
                </a:cubicBezTo>
                <a:cubicBezTo>
                  <a:pt x="2340995" y="2067888"/>
                  <a:pt x="2346075" y="2074746"/>
                  <a:pt x="2348107" y="2079064"/>
                </a:cubicBezTo>
                <a:cubicBezTo>
                  <a:pt x="2389001" y="2063316"/>
                  <a:pt x="2407035" y="2036900"/>
                  <a:pt x="2415925" y="2004388"/>
                </a:cubicBezTo>
                <a:lnTo>
                  <a:pt x="2458851" y="2004388"/>
                </a:lnTo>
                <a:cubicBezTo>
                  <a:pt x="2455041" y="2038932"/>
                  <a:pt x="2451231" y="2053664"/>
                  <a:pt x="2446405" y="2058236"/>
                </a:cubicBezTo>
                <a:cubicBezTo>
                  <a:pt x="2444119" y="2060522"/>
                  <a:pt x="2441833" y="2060776"/>
                  <a:pt x="2437769" y="2060776"/>
                </a:cubicBezTo>
                <a:cubicBezTo>
                  <a:pt x="2433705" y="2060776"/>
                  <a:pt x="2423291" y="2060522"/>
                  <a:pt x="2412369" y="2059506"/>
                </a:cubicBezTo>
                <a:cubicBezTo>
                  <a:pt x="2415163" y="2064332"/>
                  <a:pt x="2417195" y="2071952"/>
                  <a:pt x="2417449" y="2077286"/>
                </a:cubicBezTo>
                <a:cubicBezTo>
                  <a:pt x="2429133" y="2078048"/>
                  <a:pt x="2440055" y="2077794"/>
                  <a:pt x="2445897" y="2077540"/>
                </a:cubicBezTo>
                <a:cubicBezTo>
                  <a:pt x="2452755" y="2076778"/>
                  <a:pt x="2457327" y="2075254"/>
                  <a:pt x="2461899" y="2070682"/>
                </a:cubicBezTo>
                <a:cubicBezTo>
                  <a:pt x="2469265" y="2063062"/>
                  <a:pt x="2474091" y="2043758"/>
                  <a:pt x="2478917" y="1996260"/>
                </a:cubicBezTo>
                <a:cubicBezTo>
                  <a:pt x="2479171" y="1993212"/>
                  <a:pt x="2479425" y="1987878"/>
                  <a:pt x="2479425" y="1987878"/>
                </a:cubicBezTo>
                <a:lnTo>
                  <a:pt x="2419481" y="1987878"/>
                </a:lnTo>
                <a:cubicBezTo>
                  <a:pt x="2421005" y="1979750"/>
                  <a:pt x="2422021" y="1971368"/>
                  <a:pt x="2422783" y="1962732"/>
                </a:cubicBezTo>
                <a:close/>
                <a:moveTo>
                  <a:pt x="2419481" y="1921330"/>
                </a:moveTo>
                <a:cubicBezTo>
                  <a:pt x="2407543" y="1911678"/>
                  <a:pt x="2397891" y="1900502"/>
                  <a:pt x="2390779" y="1888310"/>
                </a:cubicBezTo>
                <a:lnTo>
                  <a:pt x="2444119" y="1888310"/>
                </a:lnTo>
                <a:cubicBezTo>
                  <a:pt x="2438531" y="1901264"/>
                  <a:pt x="2429895" y="1911932"/>
                  <a:pt x="2419481" y="1921330"/>
                </a:cubicBezTo>
                <a:close/>
                <a:moveTo>
                  <a:pt x="2692349" y="2014040"/>
                </a:moveTo>
                <a:lnTo>
                  <a:pt x="2703525" y="2002610"/>
                </a:lnTo>
                <a:lnTo>
                  <a:pt x="2668092" y="1967304"/>
                </a:lnTo>
                <a:lnTo>
                  <a:pt x="2703525" y="1931998"/>
                </a:lnTo>
                <a:lnTo>
                  <a:pt x="2692222" y="1920695"/>
                </a:lnTo>
                <a:lnTo>
                  <a:pt x="2656916" y="1956001"/>
                </a:lnTo>
                <a:lnTo>
                  <a:pt x="2621483" y="1920695"/>
                </a:lnTo>
                <a:lnTo>
                  <a:pt x="2610180" y="1931998"/>
                </a:lnTo>
                <a:lnTo>
                  <a:pt x="2645613" y="1967304"/>
                </a:lnTo>
                <a:lnTo>
                  <a:pt x="2610180" y="2002610"/>
                </a:lnTo>
                <a:lnTo>
                  <a:pt x="2621483" y="2014040"/>
                </a:lnTo>
                <a:lnTo>
                  <a:pt x="2656916" y="1978607"/>
                </a:lnTo>
                <a:close/>
                <a:moveTo>
                  <a:pt x="2821073" y="2058744"/>
                </a:moveTo>
                <a:lnTo>
                  <a:pt x="2840504" y="2058744"/>
                </a:lnTo>
                <a:lnTo>
                  <a:pt x="2855744" y="2014421"/>
                </a:lnTo>
                <a:lnTo>
                  <a:pt x="2937024" y="2014421"/>
                </a:lnTo>
                <a:lnTo>
                  <a:pt x="2952391" y="2058744"/>
                </a:lnTo>
                <a:lnTo>
                  <a:pt x="2971822" y="2058744"/>
                </a:lnTo>
                <a:lnTo>
                  <a:pt x="2908830" y="1875864"/>
                </a:lnTo>
                <a:lnTo>
                  <a:pt x="2884065" y="1875864"/>
                </a:lnTo>
                <a:close/>
                <a:moveTo>
                  <a:pt x="2930928" y="1996895"/>
                </a:moveTo>
                <a:lnTo>
                  <a:pt x="2861840" y="1996895"/>
                </a:lnTo>
                <a:lnTo>
                  <a:pt x="2896257" y="1896946"/>
                </a:lnTo>
                <a:close/>
                <a:moveTo>
                  <a:pt x="3079491" y="2062554"/>
                </a:moveTo>
                <a:quadBezTo>
                  <a:pt x="3098668" y="2062554"/>
                  <a:pt x="3112257" y="2052966"/>
                </a:quadBezTo>
                <a:quadBezTo>
                  <a:pt x="3125846" y="2043377"/>
                  <a:pt x="3133085" y="2026994"/>
                </a:quadBezTo>
                <a:quadBezTo>
                  <a:pt x="3140324" y="2010611"/>
                  <a:pt x="3140324" y="1990037"/>
                </a:quadBezTo>
                <a:quadBezTo>
                  <a:pt x="3140324" y="1969590"/>
                  <a:pt x="3133148" y="1953207"/>
                </a:quadBezTo>
                <a:quadBezTo>
                  <a:pt x="3125973" y="1936824"/>
                  <a:pt x="3112511" y="1927299"/>
                </a:quadBezTo>
                <a:quadBezTo>
                  <a:pt x="3099049" y="1917774"/>
                  <a:pt x="3080253" y="1917774"/>
                </a:quadBezTo>
                <a:quadBezTo>
                  <a:pt x="3060949" y="1917774"/>
                  <a:pt x="3047741" y="1927172"/>
                </a:quadBezTo>
                <a:quadBezTo>
                  <a:pt x="3039994" y="1932633"/>
                  <a:pt x="3034533" y="1940507"/>
                </a:quadBezTo>
                <a:lnTo>
                  <a:pt x="3034533" y="1921584"/>
                </a:lnTo>
                <a:lnTo>
                  <a:pt x="3017769" y="1921584"/>
                </a:lnTo>
                <a:lnTo>
                  <a:pt x="3017769" y="2119704"/>
                </a:lnTo>
                <a:lnTo>
                  <a:pt x="3036565" y="2119704"/>
                </a:lnTo>
                <a:lnTo>
                  <a:pt x="3036565" y="2042361"/>
                </a:lnTo>
                <a:quadBezTo>
                  <a:pt x="3041264" y="2048457"/>
                  <a:pt x="3047487" y="2052902"/>
                </a:quadBezTo>
                <a:quadBezTo>
                  <a:pt x="3060568" y="2062554"/>
                  <a:pt x="3079491" y="2062554"/>
                </a:quadBezTo>
                <a:close/>
                <a:moveTo>
                  <a:pt x="3077586" y="2045155"/>
                </a:moveTo>
                <a:quadBezTo>
                  <a:pt x="3062981" y="2045155"/>
                  <a:pt x="3053456" y="2038043"/>
                </a:quadBezTo>
                <a:quadBezTo>
                  <a:pt x="3043931" y="2030931"/>
                  <a:pt x="3039232" y="2018422"/>
                </a:quadBezTo>
                <a:quadBezTo>
                  <a:pt x="3034533" y="2005912"/>
                  <a:pt x="3034533" y="1990037"/>
                </a:quadBezTo>
                <a:quadBezTo>
                  <a:pt x="3034533" y="1973908"/>
                  <a:pt x="3039232" y="1961526"/>
                </a:quadBezTo>
                <a:quadBezTo>
                  <a:pt x="3043931" y="1949143"/>
                  <a:pt x="3053392" y="1942158"/>
                </a:quadBezTo>
                <a:quadBezTo>
                  <a:pt x="3062854" y="1935173"/>
                  <a:pt x="3077205" y="1935173"/>
                </a:quadBezTo>
                <a:quadBezTo>
                  <a:pt x="3091937" y="1935173"/>
                  <a:pt x="3101525" y="1942412"/>
                </a:quadBezTo>
                <a:quadBezTo>
                  <a:pt x="3111114" y="1949651"/>
                  <a:pt x="3115813" y="1962097"/>
                </a:quadBezTo>
                <a:quadBezTo>
                  <a:pt x="3120512" y="1974543"/>
                  <a:pt x="3120512" y="1990037"/>
                </a:quadBezTo>
                <a:quadBezTo>
                  <a:pt x="3120512" y="2005658"/>
                  <a:pt x="3115749" y="2018168"/>
                </a:quadBezTo>
                <a:quadBezTo>
                  <a:pt x="3110987" y="2030677"/>
                  <a:pt x="3101462" y="2037916"/>
                </a:quadBezTo>
                <a:quadBezTo>
                  <a:pt x="3091937" y="2045155"/>
                  <a:pt x="3077586" y="2045155"/>
                </a:quadBezTo>
                <a:close/>
                <a:moveTo>
                  <a:pt x="3253072" y="2062554"/>
                </a:moveTo>
                <a:quadBezTo>
                  <a:pt x="3272249" y="2062554"/>
                  <a:pt x="3285838" y="2052966"/>
                </a:quadBezTo>
                <a:quadBezTo>
                  <a:pt x="3299427" y="2043377"/>
                  <a:pt x="3306666" y="2026994"/>
                </a:quadBezTo>
                <a:quadBezTo>
                  <a:pt x="3313905" y="2010611"/>
                  <a:pt x="3313905" y="1990037"/>
                </a:quadBezTo>
                <a:quadBezTo>
                  <a:pt x="3313905" y="1969590"/>
                  <a:pt x="3306730" y="1953207"/>
                </a:quadBezTo>
                <a:quadBezTo>
                  <a:pt x="3299554" y="1936824"/>
                  <a:pt x="3286092" y="1927299"/>
                </a:quadBezTo>
                <a:quadBezTo>
                  <a:pt x="3272630" y="1917774"/>
                  <a:pt x="3253834" y="1917774"/>
                </a:quadBezTo>
                <a:quadBezTo>
                  <a:pt x="3234530" y="1917774"/>
                  <a:pt x="3221322" y="1927172"/>
                </a:quadBezTo>
                <a:quadBezTo>
                  <a:pt x="3213575" y="1932633"/>
                  <a:pt x="3208114" y="1940507"/>
                </a:quadBezTo>
                <a:lnTo>
                  <a:pt x="3208114" y="1921584"/>
                </a:lnTo>
                <a:lnTo>
                  <a:pt x="3191350" y="1921584"/>
                </a:lnTo>
                <a:lnTo>
                  <a:pt x="3191350" y="2119704"/>
                </a:lnTo>
                <a:lnTo>
                  <a:pt x="3210146" y="2119704"/>
                </a:lnTo>
                <a:lnTo>
                  <a:pt x="3210146" y="2042361"/>
                </a:lnTo>
                <a:quadBezTo>
                  <a:pt x="3214845" y="2048457"/>
                  <a:pt x="3221068" y="2052902"/>
                </a:quadBezTo>
                <a:quadBezTo>
                  <a:pt x="3234149" y="2062554"/>
                  <a:pt x="3253072" y="2062554"/>
                </a:quadBezTo>
                <a:close/>
                <a:moveTo>
                  <a:pt x="3251167" y="2045155"/>
                </a:moveTo>
                <a:quadBezTo>
                  <a:pt x="3236562" y="2045155"/>
                  <a:pt x="3227037" y="2038043"/>
                </a:quadBezTo>
                <a:quadBezTo>
                  <a:pt x="3217512" y="2030931"/>
                  <a:pt x="3212813" y="2018422"/>
                </a:quadBezTo>
                <a:quadBezTo>
                  <a:pt x="3208114" y="2005912"/>
                  <a:pt x="3208114" y="1990037"/>
                </a:quadBezTo>
                <a:quadBezTo>
                  <a:pt x="3208114" y="1973908"/>
                  <a:pt x="3212813" y="1961526"/>
                </a:quadBezTo>
                <a:quadBezTo>
                  <a:pt x="3217512" y="1949143"/>
                  <a:pt x="3226974" y="1942158"/>
                </a:quadBezTo>
                <a:quadBezTo>
                  <a:pt x="3236435" y="1935173"/>
                  <a:pt x="3250786" y="1935173"/>
                </a:quadBezTo>
                <a:quadBezTo>
                  <a:pt x="3265518" y="1935173"/>
                  <a:pt x="3275107" y="1942412"/>
                </a:quadBezTo>
                <a:quadBezTo>
                  <a:pt x="3284695" y="1949651"/>
                  <a:pt x="3289394" y="1962097"/>
                </a:quadBezTo>
                <a:quadBezTo>
                  <a:pt x="3294093" y="1974543"/>
                  <a:pt x="3294093" y="1990037"/>
                </a:quadBezTo>
                <a:quadBezTo>
                  <a:pt x="3294093" y="2005658"/>
                  <a:pt x="3289331" y="2018168"/>
                </a:quadBezTo>
                <a:quadBezTo>
                  <a:pt x="3284568" y="2030677"/>
                  <a:pt x="3275043" y="2037916"/>
                </a:quadBezTo>
                <a:quadBezTo>
                  <a:pt x="3265518" y="2045155"/>
                  <a:pt x="3251167" y="2045155"/>
                </a:quadBezTo>
                <a:close/>
                <a:moveTo>
                  <a:pt x="3502065" y="1907106"/>
                </a:moveTo>
                <a:cubicBezTo>
                  <a:pt x="3486825" y="1926410"/>
                  <a:pt x="3461679" y="1946476"/>
                  <a:pt x="3439073" y="1959176"/>
                </a:cubicBezTo>
                <a:cubicBezTo>
                  <a:pt x="3443391" y="1962224"/>
                  <a:pt x="3450503" y="1969590"/>
                  <a:pt x="3454059" y="1973400"/>
                </a:cubicBezTo>
                <a:cubicBezTo>
                  <a:pt x="3476157" y="1958922"/>
                  <a:pt x="3503081" y="1936062"/>
                  <a:pt x="3520607" y="1914218"/>
                </a:cubicBezTo>
                <a:close/>
                <a:moveTo>
                  <a:pt x="3578265" y="1917774"/>
                </a:moveTo>
                <a:cubicBezTo>
                  <a:pt x="3601887" y="1934030"/>
                  <a:pt x="3630081" y="1958160"/>
                  <a:pt x="3643035" y="1974416"/>
                </a:cubicBezTo>
                <a:lnTo>
                  <a:pt x="3659037" y="1961716"/>
                </a:lnTo>
                <a:cubicBezTo>
                  <a:pt x="3645067" y="1945714"/>
                  <a:pt x="3616365" y="1922600"/>
                  <a:pt x="3593251" y="1906852"/>
                </a:cubicBezTo>
                <a:close/>
                <a:moveTo>
                  <a:pt x="3510701" y="1951556"/>
                </a:moveTo>
                <a:lnTo>
                  <a:pt x="3493683" y="1956890"/>
                </a:lnTo>
                <a:cubicBezTo>
                  <a:pt x="3503843" y="1981782"/>
                  <a:pt x="3517559" y="2002864"/>
                  <a:pt x="3535085" y="2020136"/>
                </a:cubicBezTo>
                <a:cubicBezTo>
                  <a:pt x="3508415" y="2040456"/>
                  <a:pt x="3474125" y="2053664"/>
                  <a:pt x="3433231" y="2062300"/>
                </a:cubicBezTo>
                <a:cubicBezTo>
                  <a:pt x="3436787" y="2066618"/>
                  <a:pt x="3442883" y="2075000"/>
                  <a:pt x="3444915" y="2079572"/>
                </a:cubicBezTo>
                <a:cubicBezTo>
                  <a:pt x="3485809" y="2069412"/>
                  <a:pt x="3521115" y="2054680"/>
                  <a:pt x="3549055" y="2032836"/>
                </a:cubicBezTo>
                <a:cubicBezTo>
                  <a:pt x="3575979" y="2054680"/>
                  <a:pt x="3610269" y="2069412"/>
                  <a:pt x="3652433" y="2077540"/>
                </a:cubicBezTo>
                <a:cubicBezTo>
                  <a:pt x="3654973" y="2072206"/>
                  <a:pt x="3660307" y="2064332"/>
                  <a:pt x="3664625" y="2060014"/>
                </a:cubicBezTo>
                <a:cubicBezTo>
                  <a:pt x="3623731" y="2053410"/>
                  <a:pt x="3589695" y="2039948"/>
                  <a:pt x="3563279" y="2020390"/>
                </a:cubicBezTo>
                <a:cubicBezTo>
                  <a:pt x="3581313" y="2002864"/>
                  <a:pt x="3595537" y="1981782"/>
                  <a:pt x="3605951" y="1955620"/>
                </a:cubicBezTo>
                <a:lnTo>
                  <a:pt x="3586901" y="1950286"/>
                </a:lnTo>
                <a:cubicBezTo>
                  <a:pt x="3578265" y="1973654"/>
                  <a:pt x="3565565" y="1992704"/>
                  <a:pt x="3549055" y="2008198"/>
                </a:cubicBezTo>
                <a:cubicBezTo>
                  <a:pt x="3532291" y="1992450"/>
                  <a:pt x="3519591" y="1973400"/>
                  <a:pt x="3510701" y="1951556"/>
                </a:cubicBezTo>
                <a:close/>
                <a:moveTo>
                  <a:pt x="3527465" y="1849194"/>
                </a:moveTo>
                <a:cubicBezTo>
                  <a:pt x="3533815" y="1858846"/>
                  <a:pt x="3540673" y="1871546"/>
                  <a:pt x="3544483" y="1880690"/>
                </a:cubicBezTo>
                <a:lnTo>
                  <a:pt x="3438311" y="1880690"/>
                </a:lnTo>
                <a:lnTo>
                  <a:pt x="3438311" y="1899232"/>
                </a:lnTo>
                <a:lnTo>
                  <a:pt x="3657767" y="1899232"/>
                </a:lnTo>
                <a:lnTo>
                  <a:pt x="3657767" y="1880690"/>
                </a:lnTo>
                <a:lnTo>
                  <a:pt x="3552611" y="1880690"/>
                </a:lnTo>
                <a:lnTo>
                  <a:pt x="3564041" y="1876118"/>
                </a:lnTo>
                <a:cubicBezTo>
                  <a:pt x="3560739" y="1867228"/>
                  <a:pt x="3552357" y="1853258"/>
                  <a:pt x="3545499" y="1843098"/>
                </a:cubicBezTo>
                <a:close/>
                <a:moveTo>
                  <a:pt x="3764547" y="1913202"/>
                </a:moveTo>
                <a:lnTo>
                  <a:pt x="3890023" y="1913202"/>
                </a:lnTo>
                <a:lnTo>
                  <a:pt x="3890023" y="1938602"/>
                </a:lnTo>
                <a:lnTo>
                  <a:pt x="3764547" y="1938602"/>
                </a:lnTo>
                <a:close/>
                <a:moveTo>
                  <a:pt x="3764547" y="1873070"/>
                </a:moveTo>
                <a:lnTo>
                  <a:pt x="3890023" y="1873070"/>
                </a:lnTo>
                <a:lnTo>
                  <a:pt x="3890023" y="1897962"/>
                </a:lnTo>
                <a:lnTo>
                  <a:pt x="3764547" y="1897962"/>
                </a:lnTo>
                <a:close/>
                <a:moveTo>
                  <a:pt x="3745751" y="1857068"/>
                </a:moveTo>
                <a:lnTo>
                  <a:pt x="3745751" y="1954604"/>
                </a:lnTo>
                <a:lnTo>
                  <a:pt x="3773945" y="1954604"/>
                </a:lnTo>
                <a:cubicBezTo>
                  <a:pt x="3757689" y="1977972"/>
                  <a:pt x="3733305" y="1999054"/>
                  <a:pt x="3708413" y="2013278"/>
                </a:cubicBezTo>
                <a:cubicBezTo>
                  <a:pt x="3712731" y="2016326"/>
                  <a:pt x="3720097" y="2023184"/>
                  <a:pt x="3723399" y="2026740"/>
                </a:cubicBezTo>
                <a:cubicBezTo>
                  <a:pt x="3737115" y="2017850"/>
                  <a:pt x="3751339" y="2006420"/>
                  <a:pt x="3764547" y="1993466"/>
                </a:cubicBezTo>
                <a:lnTo>
                  <a:pt x="3799853" y="1993466"/>
                </a:lnTo>
                <a:cubicBezTo>
                  <a:pt x="3782835" y="2020644"/>
                  <a:pt x="3757435" y="2044774"/>
                  <a:pt x="3730003" y="2060268"/>
                </a:cubicBezTo>
                <a:cubicBezTo>
                  <a:pt x="3734321" y="2063316"/>
                  <a:pt x="3741433" y="2070174"/>
                  <a:pt x="3744481" y="2073984"/>
                </a:cubicBezTo>
                <a:cubicBezTo>
                  <a:pt x="3773437" y="2054934"/>
                  <a:pt x="3802139" y="2026486"/>
                  <a:pt x="3821189" y="1993466"/>
                </a:cubicBezTo>
                <a:lnTo>
                  <a:pt x="3855479" y="1993466"/>
                </a:lnTo>
                <a:cubicBezTo>
                  <a:pt x="3843287" y="2023946"/>
                  <a:pt x="3823729" y="2050870"/>
                  <a:pt x="3800615" y="2068396"/>
                </a:cubicBezTo>
                <a:cubicBezTo>
                  <a:pt x="3804679" y="2071190"/>
                  <a:pt x="3812553" y="2077286"/>
                  <a:pt x="3815601" y="2080334"/>
                </a:cubicBezTo>
                <a:cubicBezTo>
                  <a:pt x="3839985" y="2060268"/>
                  <a:pt x="3861575" y="2029280"/>
                  <a:pt x="3875291" y="1993466"/>
                </a:cubicBezTo>
                <a:lnTo>
                  <a:pt x="3906025" y="1993466"/>
                </a:lnTo>
                <a:cubicBezTo>
                  <a:pt x="3901961" y="2037154"/>
                  <a:pt x="3897643" y="2055442"/>
                  <a:pt x="3892309" y="2060522"/>
                </a:cubicBezTo>
                <a:cubicBezTo>
                  <a:pt x="3889769" y="2063062"/>
                  <a:pt x="3887483" y="2063570"/>
                  <a:pt x="3882911" y="2063570"/>
                </a:cubicBezTo>
                <a:cubicBezTo>
                  <a:pt x="3878339" y="2063570"/>
                  <a:pt x="3866655" y="2063570"/>
                  <a:pt x="3854209" y="2062046"/>
                </a:cubicBezTo>
                <a:cubicBezTo>
                  <a:pt x="3857257" y="2066872"/>
                  <a:pt x="3859035" y="2073984"/>
                  <a:pt x="3859289" y="2078810"/>
                </a:cubicBezTo>
                <a:cubicBezTo>
                  <a:pt x="3871989" y="2079572"/>
                  <a:pt x="3884435" y="2079572"/>
                  <a:pt x="3890785" y="2079064"/>
                </a:cubicBezTo>
                <a:cubicBezTo>
                  <a:pt x="3898151" y="2078556"/>
                  <a:pt x="3903231" y="2076778"/>
                  <a:pt x="3908311" y="2071952"/>
                </a:cubicBezTo>
                <a:cubicBezTo>
                  <a:pt x="3915931" y="2063824"/>
                  <a:pt x="3921011" y="2041980"/>
                  <a:pt x="3925837" y="1984830"/>
                </a:cubicBezTo>
                <a:cubicBezTo>
                  <a:pt x="3926345" y="1982036"/>
                  <a:pt x="3926599" y="1976194"/>
                  <a:pt x="3926599" y="1976194"/>
                </a:cubicBezTo>
                <a:lnTo>
                  <a:pt x="3780295" y="1976194"/>
                </a:lnTo>
                <a:cubicBezTo>
                  <a:pt x="3786137" y="1969336"/>
                  <a:pt x="3791471" y="1961970"/>
                  <a:pt x="3796043" y="1954604"/>
                </a:cubicBezTo>
                <a:lnTo>
                  <a:pt x="3909073" y="1954604"/>
                </a:lnTo>
                <a:lnTo>
                  <a:pt x="3909073" y="1857068"/>
                </a:lnTo>
                <a:close/>
                <a:moveTo>
                  <a:pt x="4019917" y="1898724"/>
                </a:moveTo>
                <a:cubicBezTo>
                  <a:pt x="4029823" y="1917520"/>
                  <a:pt x="4039729" y="1942158"/>
                  <a:pt x="4043285" y="1957398"/>
                </a:cubicBezTo>
                <a:lnTo>
                  <a:pt x="4061319" y="1951048"/>
                </a:lnTo>
                <a:cubicBezTo>
                  <a:pt x="4057763" y="1936316"/>
                  <a:pt x="4047349" y="1911932"/>
                  <a:pt x="4037189" y="1893644"/>
                </a:cubicBezTo>
                <a:close/>
                <a:moveTo>
                  <a:pt x="4167491" y="1892374"/>
                </a:moveTo>
                <a:cubicBezTo>
                  <a:pt x="4161141" y="1910916"/>
                  <a:pt x="4149457" y="1936824"/>
                  <a:pt x="4139805" y="1952826"/>
                </a:cubicBezTo>
                <a:lnTo>
                  <a:pt x="4156315" y="1958160"/>
                </a:lnTo>
                <a:cubicBezTo>
                  <a:pt x="4166221" y="1942920"/>
                  <a:pt x="4178159" y="1918536"/>
                  <a:pt x="4187557" y="1897962"/>
                </a:cubicBezTo>
                <a:close/>
                <a:moveTo>
                  <a:pt x="3988929" y="1970352"/>
                </a:moveTo>
                <a:lnTo>
                  <a:pt x="3988929" y="1989402"/>
                </a:lnTo>
                <a:lnTo>
                  <a:pt x="4092307" y="1989402"/>
                </a:lnTo>
                <a:lnTo>
                  <a:pt x="4092307" y="2078810"/>
                </a:lnTo>
                <a:lnTo>
                  <a:pt x="4112119" y="2078810"/>
                </a:lnTo>
                <a:lnTo>
                  <a:pt x="4112119" y="1989402"/>
                </a:lnTo>
                <a:lnTo>
                  <a:pt x="4216767" y="1989402"/>
                </a:lnTo>
                <a:lnTo>
                  <a:pt x="4216767" y="1970352"/>
                </a:lnTo>
                <a:lnTo>
                  <a:pt x="4112119" y="1970352"/>
                </a:lnTo>
                <a:lnTo>
                  <a:pt x="4112119" y="1881452"/>
                </a:lnTo>
                <a:lnTo>
                  <a:pt x="4202543" y="1881452"/>
                </a:lnTo>
                <a:lnTo>
                  <a:pt x="4202543" y="1862402"/>
                </a:lnTo>
                <a:lnTo>
                  <a:pt x="4002391" y="1862402"/>
                </a:lnTo>
                <a:lnTo>
                  <a:pt x="4002391" y="1881452"/>
                </a:lnTo>
                <a:lnTo>
                  <a:pt x="4092307" y="1881452"/>
                </a:lnTo>
                <a:lnTo>
                  <a:pt x="4092307" y="1970352"/>
                </a:lnTo>
                <a:close/>
                <a:moveTo>
                  <a:pt x="4298400" y="1971876"/>
                </a:moveTo>
                <a:lnTo>
                  <a:pt x="4298400" y="2078810"/>
                </a:lnTo>
                <a:lnTo>
                  <a:pt x="4317704" y="2078810"/>
                </a:lnTo>
                <a:lnTo>
                  <a:pt x="4317704" y="2065094"/>
                </a:lnTo>
                <a:lnTo>
                  <a:pt x="4441148" y="2065094"/>
                </a:lnTo>
                <a:lnTo>
                  <a:pt x="4441148" y="2078302"/>
                </a:lnTo>
                <a:lnTo>
                  <a:pt x="4461468" y="2078302"/>
                </a:lnTo>
                <a:lnTo>
                  <a:pt x="4461468" y="1971876"/>
                </a:lnTo>
                <a:close/>
                <a:moveTo>
                  <a:pt x="4317704" y="2046552"/>
                </a:moveTo>
                <a:lnTo>
                  <a:pt x="4317704" y="1990164"/>
                </a:lnTo>
                <a:lnTo>
                  <a:pt x="4441148" y="1990164"/>
                </a:lnTo>
                <a:lnTo>
                  <a:pt x="4441148" y="2046552"/>
                </a:lnTo>
                <a:close/>
                <a:moveTo>
                  <a:pt x="4284938" y="1950540"/>
                </a:moveTo>
                <a:cubicBezTo>
                  <a:pt x="4294844" y="1946730"/>
                  <a:pt x="4309830" y="1946222"/>
                  <a:pt x="4456134" y="1938348"/>
                </a:cubicBezTo>
                <a:cubicBezTo>
                  <a:pt x="4462484" y="1946222"/>
                  <a:pt x="4467818" y="1953588"/>
                  <a:pt x="4471628" y="1960192"/>
                </a:cubicBezTo>
                <a:lnTo>
                  <a:pt x="4487884" y="1948508"/>
                </a:lnTo>
                <a:cubicBezTo>
                  <a:pt x="4474676" y="1927172"/>
                  <a:pt x="4444958" y="1895930"/>
                  <a:pt x="4420066" y="1874086"/>
                </a:cubicBezTo>
                <a:lnTo>
                  <a:pt x="4405080" y="1884246"/>
                </a:lnTo>
                <a:cubicBezTo>
                  <a:pt x="4417272" y="1895168"/>
                  <a:pt x="4430480" y="1908630"/>
                  <a:pt x="4442164" y="1921584"/>
                </a:cubicBezTo>
                <a:lnTo>
                  <a:pt x="4311608" y="1927680"/>
                </a:lnTo>
                <a:cubicBezTo>
                  <a:pt x="4334214" y="1906852"/>
                  <a:pt x="4357074" y="1880690"/>
                  <a:pt x="4377394" y="1852750"/>
                </a:cubicBezTo>
                <a:lnTo>
                  <a:pt x="4358344" y="1844368"/>
                </a:lnTo>
                <a:cubicBezTo>
                  <a:pt x="4338278" y="1875864"/>
                  <a:pt x="4308560" y="1908122"/>
                  <a:pt x="4299416" y="1916758"/>
                </a:cubicBezTo>
                <a:cubicBezTo>
                  <a:pt x="4290780" y="1925140"/>
                  <a:pt x="4284430" y="1930474"/>
                  <a:pt x="4278588" y="1931744"/>
                </a:cubicBezTo>
                <a:cubicBezTo>
                  <a:pt x="4280874" y="1936824"/>
                  <a:pt x="4283922" y="1946476"/>
                  <a:pt x="4284938" y="1950540"/>
                </a:cubicBezTo>
                <a:close/>
                <a:moveTo>
                  <a:pt x="4701571" y="2014040"/>
                </a:moveTo>
                <a:lnTo>
                  <a:pt x="4712747" y="2002610"/>
                </a:lnTo>
                <a:lnTo>
                  <a:pt x="4677314" y="1967304"/>
                </a:lnTo>
                <a:lnTo>
                  <a:pt x="4712747" y="1931998"/>
                </a:lnTo>
                <a:lnTo>
                  <a:pt x="4701444" y="1920695"/>
                </a:lnTo>
                <a:lnTo>
                  <a:pt x="4666138" y="1956001"/>
                </a:lnTo>
                <a:lnTo>
                  <a:pt x="4630705" y="1920695"/>
                </a:lnTo>
                <a:lnTo>
                  <a:pt x="4619402" y="1931998"/>
                </a:lnTo>
                <a:lnTo>
                  <a:pt x="4654835" y="1967304"/>
                </a:lnTo>
                <a:lnTo>
                  <a:pt x="4619402" y="2002610"/>
                </a:lnTo>
                <a:lnTo>
                  <a:pt x="4630705" y="2014040"/>
                </a:lnTo>
                <a:lnTo>
                  <a:pt x="4666138" y="1978607"/>
                </a:lnTo>
                <a:close/>
                <a:moveTo>
                  <a:pt x="4845534" y="2058744"/>
                </a:moveTo>
                <a:lnTo>
                  <a:pt x="4864204" y="2058744"/>
                </a:lnTo>
                <a:lnTo>
                  <a:pt x="4864204" y="1875864"/>
                </a:lnTo>
                <a:lnTo>
                  <a:pt x="4845534" y="1875864"/>
                </a:lnTo>
                <a:close/>
                <a:moveTo>
                  <a:pt x="4982794" y="2062554"/>
                </a:moveTo>
                <a:quadBezTo>
                  <a:pt x="5003114" y="2062554"/>
                  <a:pt x="5017719" y="2053410"/>
                </a:quadBezTo>
                <a:quadBezTo>
                  <a:pt x="5032324" y="2044266"/>
                  <a:pt x="5040071" y="2027946"/>
                </a:quadBezTo>
                <a:quadBezTo>
                  <a:pt x="5047818" y="2011627"/>
                  <a:pt x="5047818" y="1990037"/>
                </a:quadBezTo>
                <a:quadBezTo>
                  <a:pt x="5047818" y="1968828"/>
                  <a:pt x="5040135" y="1952508"/>
                </a:quadBezTo>
                <a:quadBezTo>
                  <a:pt x="5032451" y="1936189"/>
                  <a:pt x="5017910" y="1926982"/>
                </a:quadBezTo>
                <a:quadBezTo>
                  <a:pt x="5003368" y="1917774"/>
                  <a:pt x="4982794" y="1917774"/>
                </a:quadBezTo>
                <a:quadBezTo>
                  <a:pt x="4962728" y="1917774"/>
                  <a:pt x="4948187" y="1926854"/>
                </a:quadBezTo>
                <a:quadBezTo>
                  <a:pt x="4933645" y="1935935"/>
                  <a:pt x="4925771" y="1952191"/>
                </a:quadBezTo>
                <a:quadBezTo>
                  <a:pt x="4917897" y="1968447"/>
                  <a:pt x="4917897" y="1990037"/>
                </a:quadBezTo>
                <a:quadBezTo>
                  <a:pt x="4917897" y="2011246"/>
                  <a:pt x="4925644" y="2027629"/>
                </a:quadBezTo>
                <a:quadBezTo>
                  <a:pt x="4933391" y="2044012"/>
                  <a:pt x="4947869" y="2053283"/>
                </a:quadBezTo>
                <a:quadBezTo>
                  <a:pt x="4962347" y="2062554"/>
                  <a:pt x="4982794" y="2062554"/>
                </a:quadBezTo>
                <a:close/>
                <a:moveTo>
                  <a:pt x="4982794" y="2044647"/>
                </a:moveTo>
                <a:quadBezTo>
                  <a:pt x="4960569" y="2044647"/>
                  <a:pt x="4949139" y="2029724"/>
                </a:quadBezTo>
                <a:quadBezTo>
                  <a:pt x="4937709" y="2014802"/>
                  <a:pt x="4937709" y="1990037"/>
                </a:quadBezTo>
                <a:quadBezTo>
                  <a:pt x="4937709" y="1974035"/>
                  <a:pt x="4942599" y="1961780"/>
                </a:quadBezTo>
                <a:quadBezTo>
                  <a:pt x="4947488" y="1949524"/>
                  <a:pt x="4957458" y="1942602"/>
                </a:quadBezTo>
                <a:quadBezTo>
                  <a:pt x="4967427" y="1935681"/>
                  <a:pt x="4982794" y="1935681"/>
                </a:quadBezTo>
                <a:quadBezTo>
                  <a:pt x="5005527" y="1935681"/>
                  <a:pt x="5016767" y="1950413"/>
                </a:quadBezTo>
                <a:quadBezTo>
                  <a:pt x="5028006" y="1965145"/>
                  <a:pt x="5028006" y="1990037"/>
                </a:quadBezTo>
                <a:quadBezTo>
                  <a:pt x="5028006" y="2014294"/>
                  <a:pt x="5016830" y="2029470"/>
                </a:quadBezTo>
                <a:quadBezTo>
                  <a:pt x="5005654" y="2044647"/>
                  <a:pt x="4982794" y="2044647"/>
                </a:quadBezTo>
                <a:close/>
                <a:moveTo>
                  <a:pt x="5147613" y="2058744"/>
                </a:moveTo>
                <a:lnTo>
                  <a:pt x="5166282" y="2058744"/>
                </a:lnTo>
                <a:lnTo>
                  <a:pt x="5166282" y="1893771"/>
                </a:lnTo>
                <a:lnTo>
                  <a:pt x="5230163" y="1893771"/>
                </a:lnTo>
                <a:lnTo>
                  <a:pt x="5230163" y="1875864"/>
                </a:lnTo>
                <a:lnTo>
                  <a:pt x="5083732" y="1875864"/>
                </a:lnTo>
                <a:lnTo>
                  <a:pt x="5083732" y="1893771"/>
                </a:lnTo>
                <a:lnTo>
                  <a:pt x="5147613" y="1893771"/>
                </a:lnTo>
                <a:close/>
                <a:moveTo>
                  <a:pt x="5486141" y="1883230"/>
                </a:moveTo>
                <a:lnTo>
                  <a:pt x="5538973" y="1883230"/>
                </a:lnTo>
                <a:lnTo>
                  <a:pt x="5538973" y="1937332"/>
                </a:lnTo>
                <a:lnTo>
                  <a:pt x="5486141" y="1937332"/>
                </a:lnTo>
                <a:close/>
                <a:moveTo>
                  <a:pt x="5468361" y="1865958"/>
                </a:moveTo>
                <a:lnTo>
                  <a:pt x="5468361" y="1954604"/>
                </a:lnTo>
                <a:lnTo>
                  <a:pt x="5557515" y="1954604"/>
                </a:lnTo>
                <a:lnTo>
                  <a:pt x="5557515" y="1865958"/>
                </a:lnTo>
                <a:close/>
                <a:moveTo>
                  <a:pt x="5398257" y="2028772"/>
                </a:moveTo>
                <a:lnTo>
                  <a:pt x="5516621" y="2028772"/>
                </a:lnTo>
                <a:lnTo>
                  <a:pt x="5516621" y="2053918"/>
                </a:lnTo>
                <a:lnTo>
                  <a:pt x="5398257" y="2053918"/>
                </a:lnTo>
                <a:close/>
                <a:moveTo>
                  <a:pt x="5398257" y="2013786"/>
                </a:moveTo>
                <a:lnTo>
                  <a:pt x="5398257" y="1989910"/>
                </a:lnTo>
                <a:lnTo>
                  <a:pt x="5516621" y="1989910"/>
                </a:lnTo>
                <a:lnTo>
                  <a:pt x="5516621" y="2013786"/>
                </a:lnTo>
                <a:close/>
                <a:moveTo>
                  <a:pt x="5379461" y="1974162"/>
                </a:moveTo>
                <a:lnTo>
                  <a:pt x="5379461" y="2079064"/>
                </a:lnTo>
                <a:lnTo>
                  <a:pt x="5398257" y="2079064"/>
                </a:lnTo>
                <a:lnTo>
                  <a:pt x="5398257" y="2069666"/>
                </a:lnTo>
                <a:lnTo>
                  <a:pt x="5516621" y="2069666"/>
                </a:lnTo>
                <a:lnTo>
                  <a:pt x="5516621" y="2078556"/>
                </a:lnTo>
                <a:lnTo>
                  <a:pt x="5535925" y="2078556"/>
                </a:lnTo>
                <a:lnTo>
                  <a:pt x="5535925" y="1974162"/>
                </a:lnTo>
                <a:close/>
                <a:moveTo>
                  <a:pt x="5371079" y="1844622"/>
                </a:moveTo>
                <a:cubicBezTo>
                  <a:pt x="5365491" y="1863672"/>
                  <a:pt x="5355331" y="1882722"/>
                  <a:pt x="5342631" y="1895676"/>
                </a:cubicBezTo>
                <a:cubicBezTo>
                  <a:pt x="5346949" y="1897708"/>
                  <a:pt x="5354315" y="1902280"/>
                  <a:pt x="5357871" y="1905074"/>
                </a:cubicBezTo>
                <a:cubicBezTo>
                  <a:pt x="5363459" y="1898724"/>
                  <a:pt x="5368793" y="1890850"/>
                  <a:pt x="5373873" y="1881960"/>
                </a:cubicBezTo>
                <a:lnTo>
                  <a:pt x="5395463" y="1881960"/>
                </a:lnTo>
                <a:lnTo>
                  <a:pt x="5395463" y="1896946"/>
                </a:lnTo>
                <a:lnTo>
                  <a:pt x="5394955" y="1906090"/>
                </a:lnTo>
                <a:lnTo>
                  <a:pt x="5342631" y="1906090"/>
                </a:lnTo>
                <a:lnTo>
                  <a:pt x="5342631" y="1921838"/>
                </a:lnTo>
                <a:lnTo>
                  <a:pt x="5391653" y="1921838"/>
                </a:lnTo>
                <a:cubicBezTo>
                  <a:pt x="5386065" y="1937332"/>
                  <a:pt x="5372603" y="1954096"/>
                  <a:pt x="5340091" y="1966796"/>
                </a:cubicBezTo>
                <a:cubicBezTo>
                  <a:pt x="5344409" y="1970098"/>
                  <a:pt x="5349997" y="1975940"/>
                  <a:pt x="5352537" y="1980004"/>
                </a:cubicBezTo>
                <a:cubicBezTo>
                  <a:pt x="5379207" y="1968066"/>
                  <a:pt x="5394447" y="1953588"/>
                  <a:pt x="5403083" y="1938856"/>
                </a:cubicBezTo>
                <a:cubicBezTo>
                  <a:pt x="5415783" y="1947492"/>
                  <a:pt x="5434833" y="1961208"/>
                  <a:pt x="5442453" y="1967304"/>
                </a:cubicBezTo>
                <a:lnTo>
                  <a:pt x="5455661" y="1954350"/>
                </a:lnTo>
                <a:cubicBezTo>
                  <a:pt x="5448295" y="1949270"/>
                  <a:pt x="5419339" y="1931490"/>
                  <a:pt x="5408925" y="1925902"/>
                </a:cubicBezTo>
                <a:lnTo>
                  <a:pt x="5410195" y="1921838"/>
                </a:lnTo>
                <a:lnTo>
                  <a:pt x="5457693" y="1921838"/>
                </a:lnTo>
                <a:lnTo>
                  <a:pt x="5457693" y="1906090"/>
                </a:lnTo>
                <a:lnTo>
                  <a:pt x="5413243" y="1906090"/>
                </a:lnTo>
                <a:lnTo>
                  <a:pt x="5413497" y="1896946"/>
                </a:lnTo>
                <a:lnTo>
                  <a:pt x="5413497" y="1881960"/>
                </a:lnTo>
                <a:lnTo>
                  <a:pt x="5451089" y="1881960"/>
                </a:lnTo>
                <a:lnTo>
                  <a:pt x="5451089" y="1866466"/>
                </a:lnTo>
                <a:lnTo>
                  <a:pt x="5381747" y="1866466"/>
                </a:lnTo>
                <a:cubicBezTo>
                  <a:pt x="5384287" y="1860624"/>
                  <a:pt x="5386573" y="1854274"/>
                  <a:pt x="5388605" y="1848178"/>
                </a:cubicBezTo>
                <a:close/>
                <a:moveTo>
                  <a:pt x="5682836" y="2019374"/>
                </a:moveTo>
                <a:lnTo>
                  <a:pt x="5682836" y="2052648"/>
                </a:lnTo>
                <a:cubicBezTo>
                  <a:pt x="5682836" y="2071444"/>
                  <a:pt x="5689440" y="2076524"/>
                  <a:pt x="5716364" y="2076524"/>
                </a:cubicBezTo>
                <a:cubicBezTo>
                  <a:pt x="5721952" y="2076524"/>
                  <a:pt x="5760560" y="2076524"/>
                  <a:pt x="5766402" y="2076524"/>
                </a:cubicBezTo>
                <a:cubicBezTo>
                  <a:pt x="5786976" y="2076524"/>
                  <a:pt x="5792818" y="2069920"/>
                  <a:pt x="5795104" y="2042996"/>
                </a:cubicBezTo>
                <a:cubicBezTo>
                  <a:pt x="5790024" y="2041980"/>
                  <a:pt x="5782150" y="2039440"/>
                  <a:pt x="5778340" y="2036392"/>
                </a:cubicBezTo>
                <a:cubicBezTo>
                  <a:pt x="5777070" y="2056966"/>
                  <a:pt x="5775292" y="2059506"/>
                  <a:pt x="5764624" y="2059506"/>
                </a:cubicBezTo>
                <a:cubicBezTo>
                  <a:pt x="5756242" y="2059506"/>
                  <a:pt x="5723730" y="2059506"/>
                  <a:pt x="5717634" y="2059506"/>
                </a:cubicBezTo>
                <a:cubicBezTo>
                  <a:pt x="5703918" y="2059506"/>
                  <a:pt x="5701632" y="2058490"/>
                  <a:pt x="5701632" y="2052394"/>
                </a:cubicBezTo>
                <a:lnTo>
                  <a:pt x="5701632" y="2019374"/>
                </a:lnTo>
                <a:close/>
                <a:moveTo>
                  <a:pt x="5791548" y="2027502"/>
                </a:moveTo>
                <a:cubicBezTo>
                  <a:pt x="5809328" y="2039948"/>
                  <a:pt x="5827616" y="2058744"/>
                  <a:pt x="5835236" y="2072206"/>
                </a:cubicBezTo>
                <a:lnTo>
                  <a:pt x="5851492" y="2062300"/>
                </a:lnTo>
                <a:cubicBezTo>
                  <a:pt x="5843110" y="2048330"/>
                  <a:pt x="5824060" y="2030296"/>
                  <a:pt x="5806534" y="2018104"/>
                </a:cubicBezTo>
                <a:close/>
                <a:moveTo>
                  <a:pt x="5651340" y="2020136"/>
                </a:moveTo>
                <a:cubicBezTo>
                  <a:pt x="5644990" y="2036138"/>
                  <a:pt x="5633306" y="2052648"/>
                  <a:pt x="5617050" y="2062300"/>
                </a:cubicBezTo>
                <a:lnTo>
                  <a:pt x="5632290" y="2073222"/>
                </a:lnTo>
                <a:cubicBezTo>
                  <a:pt x="5649562" y="2062046"/>
                  <a:pt x="5660230" y="2043758"/>
                  <a:pt x="5667596" y="2026232"/>
                </a:cubicBezTo>
                <a:close/>
                <a:moveTo>
                  <a:pt x="5624924" y="1908884"/>
                </a:moveTo>
                <a:lnTo>
                  <a:pt x="5624924" y="1921584"/>
                </a:lnTo>
                <a:lnTo>
                  <a:pt x="5667596" y="1921584"/>
                </a:lnTo>
                <a:lnTo>
                  <a:pt x="5667596" y="1934792"/>
                </a:lnTo>
                <a:lnTo>
                  <a:pt x="5685376" y="1934792"/>
                </a:lnTo>
                <a:lnTo>
                  <a:pt x="5685376" y="1921584"/>
                </a:lnTo>
                <a:lnTo>
                  <a:pt x="5728048" y="1921584"/>
                </a:lnTo>
                <a:lnTo>
                  <a:pt x="5728048" y="1908884"/>
                </a:lnTo>
                <a:lnTo>
                  <a:pt x="5685376" y="1908884"/>
                </a:lnTo>
                <a:lnTo>
                  <a:pt x="5685376" y="1896184"/>
                </a:lnTo>
                <a:lnTo>
                  <a:pt x="5721952" y="1896184"/>
                </a:lnTo>
                <a:lnTo>
                  <a:pt x="5721952" y="1883484"/>
                </a:lnTo>
                <a:lnTo>
                  <a:pt x="5685376" y="1883484"/>
                </a:lnTo>
                <a:lnTo>
                  <a:pt x="5685376" y="1871292"/>
                </a:lnTo>
                <a:lnTo>
                  <a:pt x="5725254" y="1871292"/>
                </a:lnTo>
                <a:lnTo>
                  <a:pt x="5725254" y="1858592"/>
                </a:lnTo>
                <a:lnTo>
                  <a:pt x="5685376" y="1858592"/>
                </a:lnTo>
                <a:lnTo>
                  <a:pt x="5685376" y="1845384"/>
                </a:lnTo>
                <a:lnTo>
                  <a:pt x="5667596" y="1845384"/>
                </a:lnTo>
                <a:lnTo>
                  <a:pt x="5667596" y="1858592"/>
                </a:lnTo>
                <a:lnTo>
                  <a:pt x="5627464" y="1858592"/>
                </a:lnTo>
                <a:lnTo>
                  <a:pt x="5627464" y="1871292"/>
                </a:lnTo>
                <a:lnTo>
                  <a:pt x="5667596" y="1871292"/>
                </a:lnTo>
                <a:lnTo>
                  <a:pt x="5667596" y="1883484"/>
                </a:lnTo>
                <a:lnTo>
                  <a:pt x="5632290" y="1883484"/>
                </a:lnTo>
                <a:lnTo>
                  <a:pt x="5632290" y="1896184"/>
                </a:lnTo>
                <a:lnTo>
                  <a:pt x="5667596" y="1896184"/>
                </a:lnTo>
                <a:lnTo>
                  <a:pt x="5667596" y="1908884"/>
                </a:lnTo>
                <a:close/>
                <a:moveTo>
                  <a:pt x="5777324" y="1845384"/>
                </a:moveTo>
                <a:lnTo>
                  <a:pt x="5777324" y="1858592"/>
                </a:lnTo>
                <a:lnTo>
                  <a:pt x="5735414" y="1858592"/>
                </a:lnTo>
                <a:lnTo>
                  <a:pt x="5735414" y="1871292"/>
                </a:lnTo>
                <a:lnTo>
                  <a:pt x="5777324" y="1871292"/>
                </a:lnTo>
                <a:lnTo>
                  <a:pt x="5777324" y="1883230"/>
                </a:lnTo>
                <a:lnTo>
                  <a:pt x="5741002" y="1883230"/>
                </a:lnTo>
                <a:lnTo>
                  <a:pt x="5741002" y="1895676"/>
                </a:lnTo>
                <a:lnTo>
                  <a:pt x="5777324" y="1895676"/>
                </a:lnTo>
                <a:lnTo>
                  <a:pt x="5777324" y="1908884"/>
                </a:lnTo>
                <a:lnTo>
                  <a:pt x="5733890" y="1908884"/>
                </a:lnTo>
                <a:lnTo>
                  <a:pt x="5733890" y="1921584"/>
                </a:lnTo>
                <a:lnTo>
                  <a:pt x="5777324" y="1921584"/>
                </a:lnTo>
                <a:lnTo>
                  <a:pt x="5777324" y="1934792"/>
                </a:lnTo>
                <a:lnTo>
                  <a:pt x="5795358" y="1934792"/>
                </a:lnTo>
                <a:lnTo>
                  <a:pt x="5795358" y="1921584"/>
                </a:lnTo>
                <a:lnTo>
                  <a:pt x="5843872" y="1921584"/>
                </a:lnTo>
                <a:lnTo>
                  <a:pt x="5843872" y="1908884"/>
                </a:lnTo>
                <a:lnTo>
                  <a:pt x="5795358" y="1908884"/>
                </a:lnTo>
                <a:lnTo>
                  <a:pt x="5795358" y="1895676"/>
                </a:lnTo>
                <a:lnTo>
                  <a:pt x="5835744" y="1895676"/>
                </a:lnTo>
                <a:lnTo>
                  <a:pt x="5835744" y="1883230"/>
                </a:lnTo>
                <a:lnTo>
                  <a:pt x="5795358" y="1883230"/>
                </a:lnTo>
                <a:lnTo>
                  <a:pt x="5795358" y="1871292"/>
                </a:lnTo>
                <a:lnTo>
                  <a:pt x="5840062" y="1871292"/>
                </a:lnTo>
                <a:lnTo>
                  <a:pt x="5840062" y="1858592"/>
                </a:lnTo>
                <a:lnTo>
                  <a:pt x="5795358" y="1858592"/>
                </a:lnTo>
                <a:lnTo>
                  <a:pt x="5795358" y="1845384"/>
                </a:lnTo>
                <a:close/>
                <a:moveTo>
                  <a:pt x="5622130" y="1967050"/>
                </a:moveTo>
                <a:lnTo>
                  <a:pt x="5622130" y="1979496"/>
                </a:lnTo>
                <a:lnTo>
                  <a:pt x="5801962" y="1979496"/>
                </a:lnTo>
                <a:lnTo>
                  <a:pt x="5801962" y="1995244"/>
                </a:lnTo>
                <a:lnTo>
                  <a:pt x="5642450" y="1995244"/>
                </a:lnTo>
                <a:lnTo>
                  <a:pt x="5642450" y="2008198"/>
                </a:lnTo>
                <a:lnTo>
                  <a:pt x="5715856" y="2008198"/>
                </a:lnTo>
                <a:lnTo>
                  <a:pt x="5707474" y="2015564"/>
                </a:lnTo>
                <a:cubicBezTo>
                  <a:pt x="5722206" y="2022422"/>
                  <a:pt x="5738970" y="2033598"/>
                  <a:pt x="5747352" y="2042488"/>
                </a:cubicBezTo>
                <a:lnTo>
                  <a:pt x="5759798" y="2030550"/>
                </a:lnTo>
                <a:cubicBezTo>
                  <a:pt x="5752686" y="2023184"/>
                  <a:pt x="5739732" y="2014294"/>
                  <a:pt x="5727032" y="2008198"/>
                </a:cubicBezTo>
                <a:lnTo>
                  <a:pt x="5820758" y="2008198"/>
                </a:lnTo>
                <a:lnTo>
                  <a:pt x="5820758" y="1979496"/>
                </a:lnTo>
                <a:lnTo>
                  <a:pt x="5846920" y="1979496"/>
                </a:lnTo>
                <a:lnTo>
                  <a:pt x="5846920" y="1967050"/>
                </a:lnTo>
                <a:lnTo>
                  <a:pt x="5820758" y="1967050"/>
                </a:lnTo>
                <a:lnTo>
                  <a:pt x="5820758" y="1938348"/>
                </a:lnTo>
                <a:lnTo>
                  <a:pt x="5643974" y="1938348"/>
                </a:lnTo>
                <a:lnTo>
                  <a:pt x="5643974" y="1951302"/>
                </a:lnTo>
                <a:lnTo>
                  <a:pt x="5801962" y="1951302"/>
                </a:lnTo>
                <a:lnTo>
                  <a:pt x="5801962" y="1967050"/>
                </a:lnTo>
                <a:close/>
                <a:moveTo>
                  <a:pt x="5949636" y="2041726"/>
                </a:moveTo>
                <a:lnTo>
                  <a:pt x="6075366" y="2041726"/>
                </a:lnTo>
                <a:lnTo>
                  <a:pt x="6075366" y="2057982"/>
                </a:lnTo>
                <a:lnTo>
                  <a:pt x="5949636" y="2057982"/>
                </a:lnTo>
                <a:close/>
                <a:moveTo>
                  <a:pt x="5949636" y="2029280"/>
                </a:moveTo>
                <a:lnTo>
                  <a:pt x="5949636" y="2013786"/>
                </a:lnTo>
                <a:lnTo>
                  <a:pt x="6075366" y="2013786"/>
                </a:lnTo>
                <a:lnTo>
                  <a:pt x="6075366" y="2029280"/>
                </a:lnTo>
                <a:close/>
                <a:moveTo>
                  <a:pt x="5931094" y="2000578"/>
                </a:moveTo>
                <a:lnTo>
                  <a:pt x="5931094" y="2079826"/>
                </a:lnTo>
                <a:lnTo>
                  <a:pt x="5949636" y="2079826"/>
                </a:lnTo>
                <a:lnTo>
                  <a:pt x="5949636" y="2071444"/>
                </a:lnTo>
                <a:lnTo>
                  <a:pt x="6075366" y="2071444"/>
                </a:lnTo>
                <a:lnTo>
                  <a:pt x="6075366" y="2079318"/>
                </a:lnTo>
                <a:lnTo>
                  <a:pt x="6094416" y="2079318"/>
                </a:lnTo>
                <a:lnTo>
                  <a:pt x="6094416" y="2000578"/>
                </a:lnTo>
                <a:close/>
                <a:moveTo>
                  <a:pt x="5898328" y="1974162"/>
                </a:moveTo>
                <a:lnTo>
                  <a:pt x="5898328" y="1988640"/>
                </a:lnTo>
                <a:lnTo>
                  <a:pt x="6124388" y="1988640"/>
                </a:lnTo>
                <a:lnTo>
                  <a:pt x="6124388" y="1974162"/>
                </a:lnTo>
                <a:lnTo>
                  <a:pt x="6019994" y="1974162"/>
                </a:lnTo>
                <a:lnTo>
                  <a:pt x="6019994" y="1959430"/>
                </a:lnTo>
                <a:lnTo>
                  <a:pt x="6107370" y="1959430"/>
                </a:lnTo>
                <a:lnTo>
                  <a:pt x="6107370" y="1946476"/>
                </a:lnTo>
                <a:lnTo>
                  <a:pt x="6019994" y="1946476"/>
                </a:lnTo>
                <a:lnTo>
                  <a:pt x="6019994" y="1932252"/>
                </a:lnTo>
                <a:lnTo>
                  <a:pt x="6093146" y="1932252"/>
                </a:lnTo>
                <a:lnTo>
                  <a:pt x="6093146" y="1904312"/>
                </a:lnTo>
                <a:lnTo>
                  <a:pt x="6124388" y="1904312"/>
                </a:lnTo>
                <a:lnTo>
                  <a:pt x="6124388" y="1890088"/>
                </a:lnTo>
                <a:lnTo>
                  <a:pt x="6093146" y="1890088"/>
                </a:lnTo>
                <a:lnTo>
                  <a:pt x="6093146" y="1862910"/>
                </a:lnTo>
                <a:lnTo>
                  <a:pt x="6019994" y="1862910"/>
                </a:lnTo>
                <a:lnTo>
                  <a:pt x="6019994" y="1844876"/>
                </a:lnTo>
                <a:lnTo>
                  <a:pt x="6000944" y="1844876"/>
                </a:lnTo>
                <a:lnTo>
                  <a:pt x="6000944" y="1862910"/>
                </a:lnTo>
                <a:lnTo>
                  <a:pt x="5925506" y="1862910"/>
                </a:lnTo>
                <a:lnTo>
                  <a:pt x="5925506" y="1875610"/>
                </a:lnTo>
                <a:lnTo>
                  <a:pt x="6000944" y="1875610"/>
                </a:lnTo>
                <a:lnTo>
                  <a:pt x="6000944" y="1890088"/>
                </a:lnTo>
                <a:lnTo>
                  <a:pt x="5898836" y="1890088"/>
                </a:lnTo>
                <a:lnTo>
                  <a:pt x="5898836" y="1904312"/>
                </a:lnTo>
                <a:lnTo>
                  <a:pt x="6000944" y="1904312"/>
                </a:lnTo>
                <a:lnTo>
                  <a:pt x="6000944" y="1919552"/>
                </a:lnTo>
                <a:lnTo>
                  <a:pt x="5922712" y="1919552"/>
                </a:lnTo>
                <a:lnTo>
                  <a:pt x="5922712" y="1932252"/>
                </a:lnTo>
                <a:lnTo>
                  <a:pt x="6000944" y="1932252"/>
                </a:lnTo>
                <a:lnTo>
                  <a:pt x="6000944" y="1946476"/>
                </a:lnTo>
                <a:lnTo>
                  <a:pt x="5915600" y="1946476"/>
                </a:lnTo>
                <a:lnTo>
                  <a:pt x="5915600" y="1959430"/>
                </a:lnTo>
                <a:lnTo>
                  <a:pt x="6000944" y="1959430"/>
                </a:lnTo>
                <a:lnTo>
                  <a:pt x="6000944" y="1974162"/>
                </a:lnTo>
                <a:close/>
                <a:moveTo>
                  <a:pt x="6019994" y="1875610"/>
                </a:moveTo>
                <a:lnTo>
                  <a:pt x="6074350" y="1875610"/>
                </a:lnTo>
                <a:lnTo>
                  <a:pt x="6074350" y="1890088"/>
                </a:lnTo>
                <a:lnTo>
                  <a:pt x="6019994" y="1890088"/>
                </a:lnTo>
                <a:close/>
                <a:moveTo>
                  <a:pt x="6019994" y="1919552"/>
                </a:moveTo>
                <a:lnTo>
                  <a:pt x="6019994" y="1904312"/>
                </a:lnTo>
                <a:lnTo>
                  <a:pt x="6074350" y="1904312"/>
                </a:lnTo>
                <a:lnTo>
                  <a:pt x="6074350" y="1919552"/>
                </a:lnTo>
                <a:close/>
                <a:moveTo>
                  <a:pt x="6309400" y="1980004"/>
                </a:moveTo>
                <a:lnTo>
                  <a:pt x="6376202" y="1980004"/>
                </a:lnTo>
                <a:lnTo>
                  <a:pt x="6376202" y="1990672"/>
                </a:lnTo>
                <a:lnTo>
                  <a:pt x="6309400" y="1990672"/>
                </a:lnTo>
                <a:close/>
                <a:moveTo>
                  <a:pt x="6309400" y="2000832"/>
                </a:moveTo>
                <a:lnTo>
                  <a:pt x="6376202" y="2000832"/>
                </a:lnTo>
                <a:lnTo>
                  <a:pt x="6376202" y="2011500"/>
                </a:lnTo>
                <a:lnTo>
                  <a:pt x="6309400" y="2011500"/>
                </a:lnTo>
                <a:close/>
                <a:moveTo>
                  <a:pt x="6309400" y="1959684"/>
                </a:moveTo>
                <a:lnTo>
                  <a:pt x="6376202" y="1959684"/>
                </a:lnTo>
                <a:lnTo>
                  <a:pt x="6376202" y="1970098"/>
                </a:lnTo>
                <a:lnTo>
                  <a:pt x="6309400" y="1970098"/>
                </a:lnTo>
                <a:close/>
                <a:moveTo>
                  <a:pt x="6256568" y="1855544"/>
                </a:moveTo>
                <a:lnTo>
                  <a:pt x="6256568" y="2070936"/>
                </a:lnTo>
                <a:lnTo>
                  <a:pt x="6406428" y="2070936"/>
                </a:lnTo>
                <a:lnTo>
                  <a:pt x="6406428" y="2055442"/>
                </a:lnTo>
                <a:lnTo>
                  <a:pt x="6274094" y="2055442"/>
                </a:lnTo>
                <a:lnTo>
                  <a:pt x="6274094" y="1870784"/>
                </a:lnTo>
                <a:lnTo>
                  <a:pt x="6403380" y="1870784"/>
                </a:lnTo>
                <a:lnTo>
                  <a:pt x="6403380" y="1855544"/>
                </a:lnTo>
                <a:close/>
                <a:moveTo>
                  <a:pt x="6293906" y="1886278"/>
                </a:moveTo>
                <a:lnTo>
                  <a:pt x="6293906" y="1918282"/>
                </a:lnTo>
                <a:lnTo>
                  <a:pt x="6333784" y="1918282"/>
                </a:lnTo>
                <a:lnTo>
                  <a:pt x="6333784" y="1928950"/>
                </a:lnTo>
                <a:lnTo>
                  <a:pt x="6281206" y="1928950"/>
                </a:lnTo>
                <a:lnTo>
                  <a:pt x="6281206" y="1940634"/>
                </a:lnTo>
                <a:lnTo>
                  <a:pt x="6403634" y="1940634"/>
                </a:lnTo>
                <a:lnTo>
                  <a:pt x="6403634" y="1928950"/>
                </a:lnTo>
                <a:lnTo>
                  <a:pt x="6350294" y="1928950"/>
                </a:lnTo>
                <a:lnTo>
                  <a:pt x="6350294" y="1918282"/>
                </a:lnTo>
                <a:lnTo>
                  <a:pt x="6390934" y="1918282"/>
                </a:lnTo>
                <a:lnTo>
                  <a:pt x="6390934" y="1886278"/>
                </a:lnTo>
                <a:lnTo>
                  <a:pt x="6350294" y="1886278"/>
                </a:lnTo>
                <a:lnTo>
                  <a:pt x="6350294" y="1875356"/>
                </a:lnTo>
                <a:lnTo>
                  <a:pt x="6333784" y="1875356"/>
                </a:lnTo>
                <a:lnTo>
                  <a:pt x="6333784" y="1886278"/>
                </a:lnTo>
                <a:close/>
                <a:moveTo>
                  <a:pt x="6308638" y="1895930"/>
                </a:moveTo>
                <a:lnTo>
                  <a:pt x="6333784" y="1895930"/>
                </a:lnTo>
                <a:lnTo>
                  <a:pt x="6333784" y="1908630"/>
                </a:lnTo>
                <a:lnTo>
                  <a:pt x="6308638" y="1908630"/>
                </a:lnTo>
                <a:close/>
                <a:moveTo>
                  <a:pt x="6350294" y="1895930"/>
                </a:moveTo>
                <a:lnTo>
                  <a:pt x="6375948" y="1895930"/>
                </a:lnTo>
                <a:lnTo>
                  <a:pt x="6375948" y="1908630"/>
                </a:lnTo>
                <a:lnTo>
                  <a:pt x="6350294" y="1908630"/>
                </a:lnTo>
                <a:close/>
                <a:moveTo>
                  <a:pt x="6293144" y="1949524"/>
                </a:moveTo>
                <a:lnTo>
                  <a:pt x="6293144" y="2021914"/>
                </a:lnTo>
                <a:lnTo>
                  <a:pt x="6318290" y="2021914"/>
                </a:lnTo>
                <a:cubicBezTo>
                  <a:pt x="6309400" y="2028772"/>
                  <a:pt x="6294414" y="2036900"/>
                  <a:pt x="6282476" y="2041726"/>
                </a:cubicBezTo>
                <a:cubicBezTo>
                  <a:pt x="6286032" y="2044520"/>
                  <a:pt x="6290858" y="2049092"/>
                  <a:pt x="6293144" y="2052140"/>
                </a:cubicBezTo>
                <a:cubicBezTo>
                  <a:pt x="6305590" y="2046806"/>
                  <a:pt x="6322608" y="2037154"/>
                  <a:pt x="6334546" y="2028264"/>
                </a:cubicBezTo>
                <a:lnTo>
                  <a:pt x="6323624" y="2021914"/>
                </a:lnTo>
                <a:lnTo>
                  <a:pt x="6362232" y="2021914"/>
                </a:lnTo>
                <a:lnTo>
                  <a:pt x="6352834" y="2029026"/>
                </a:lnTo>
                <a:cubicBezTo>
                  <a:pt x="6366042" y="2035630"/>
                  <a:pt x="6382044" y="2045536"/>
                  <a:pt x="6390426" y="2051886"/>
                </a:cubicBezTo>
                <a:lnTo>
                  <a:pt x="6402110" y="2042488"/>
                </a:lnTo>
                <a:cubicBezTo>
                  <a:pt x="6394490" y="2036138"/>
                  <a:pt x="6379504" y="2028010"/>
                  <a:pt x="6367312" y="2021914"/>
                </a:cubicBezTo>
                <a:lnTo>
                  <a:pt x="6393220" y="2021914"/>
                </a:lnTo>
                <a:lnTo>
                  <a:pt x="6393220" y="1949524"/>
                </a:lnTo>
                <a:close/>
                <a:moveTo>
                  <a:pt x="6206784" y="1844876"/>
                </a:moveTo>
                <a:lnTo>
                  <a:pt x="6206784" y="1898978"/>
                </a:lnTo>
                <a:lnTo>
                  <a:pt x="6174526" y="1898978"/>
                </a:lnTo>
                <a:lnTo>
                  <a:pt x="6174526" y="1916758"/>
                </a:lnTo>
                <a:lnTo>
                  <a:pt x="6205514" y="1916758"/>
                </a:lnTo>
                <a:cubicBezTo>
                  <a:pt x="6198656" y="1951556"/>
                  <a:pt x="6183924" y="1992196"/>
                  <a:pt x="6168938" y="2013786"/>
                </a:cubicBezTo>
                <a:cubicBezTo>
                  <a:pt x="6172240" y="2018104"/>
                  <a:pt x="6177066" y="2026232"/>
                  <a:pt x="6179098" y="2031566"/>
                </a:cubicBezTo>
                <a:cubicBezTo>
                  <a:pt x="6189258" y="2015564"/>
                  <a:pt x="6199164" y="1990164"/>
                  <a:pt x="6206784" y="1963240"/>
                </a:cubicBezTo>
                <a:lnTo>
                  <a:pt x="6206784" y="2078302"/>
                </a:lnTo>
                <a:lnTo>
                  <a:pt x="6224056" y="2078302"/>
                </a:lnTo>
                <a:lnTo>
                  <a:pt x="6224056" y="1955366"/>
                </a:lnTo>
                <a:cubicBezTo>
                  <a:pt x="6231422" y="1968320"/>
                  <a:pt x="6240312" y="1984322"/>
                  <a:pt x="6243868" y="1992704"/>
                </a:cubicBezTo>
                <a:lnTo>
                  <a:pt x="6254282" y="1977972"/>
                </a:lnTo>
                <a:cubicBezTo>
                  <a:pt x="6249964" y="1970860"/>
                  <a:pt x="6230406" y="1941142"/>
                  <a:pt x="6224056" y="1932506"/>
                </a:cubicBezTo>
                <a:lnTo>
                  <a:pt x="6224056" y="1916758"/>
                </a:lnTo>
                <a:lnTo>
                  <a:pt x="6250980" y="1916758"/>
                </a:lnTo>
                <a:lnTo>
                  <a:pt x="6250980" y="1898978"/>
                </a:lnTo>
                <a:lnTo>
                  <a:pt x="6224056" y="1898978"/>
                </a:lnTo>
                <a:lnTo>
                  <a:pt x="6224056" y="1844876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2210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91043 0 E" pathEditMode="relative" rAng="0" ptsTypes="AA">
                                      <p:cBhvr>
                                        <p:cTn id="6" dur="3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E1EE4E8-8D4E-4DAC-2A1F-26B7D8D501AF}"/>
              </a:ext>
            </a:extLst>
          </p:cNvPr>
          <p:cNvSpPr/>
          <p:nvPr/>
        </p:nvSpPr>
        <p:spPr>
          <a:xfrm>
            <a:off x="1" y="0"/>
            <a:ext cx="41605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Manrope (本文)"/>
            </a:endParaRPr>
          </a:p>
        </p:txBody>
      </p:sp>
      <p:sp>
        <p:nvSpPr>
          <p:cNvPr id="5" name="文字 3">
            <a:extLst>
              <a:ext uri="{FF2B5EF4-FFF2-40B4-BE49-F238E27FC236}">
                <a16:creationId xmlns:a16="http://schemas.microsoft.com/office/drawing/2014/main" id="{48A990AC-2969-FC96-819F-CD940ECAAB5E}"/>
              </a:ext>
            </a:extLst>
          </p:cNvPr>
          <p:cNvSpPr txBox="1"/>
          <p:nvPr/>
        </p:nvSpPr>
        <p:spPr>
          <a:xfrm>
            <a:off x="822960" y="233172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4800" b="1" spc="300" dirty="0">
                <a:solidFill>
                  <a:srgbClr val="FFFFFF"/>
                </a:solidFill>
                <a:latin typeface="Manrope (本文)"/>
              </a:rPr>
              <a:t>目 錄</a:t>
            </a:r>
            <a:endParaRPr lang="zh-TW" altLang="en-US" sz="4800" spc="300" dirty="0">
              <a:latin typeface="Manrope (本文)"/>
            </a:endParaRPr>
          </a:p>
        </p:txBody>
      </p:sp>
      <p:sp>
        <p:nvSpPr>
          <p:cNvPr id="6" name="文字 4">
            <a:extLst>
              <a:ext uri="{FF2B5EF4-FFF2-40B4-BE49-F238E27FC236}">
                <a16:creationId xmlns:a16="http://schemas.microsoft.com/office/drawing/2014/main" id="{A421CA77-218E-8F36-8D1C-D2389CA0D2F8}"/>
              </a:ext>
            </a:extLst>
          </p:cNvPr>
          <p:cNvSpPr txBox="1"/>
          <p:nvPr/>
        </p:nvSpPr>
        <p:spPr>
          <a:xfrm>
            <a:off x="868680" y="32918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1600" b="1" spc="600" dirty="0">
                <a:solidFill>
                  <a:schemeClr val="tx2">
                    <a:lumMod val="20000"/>
                    <a:lumOff val="80000"/>
                  </a:schemeClr>
                </a:solidFill>
                <a:latin typeface="Manrope (本文)"/>
              </a:rPr>
              <a:t>CONTENTS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67F44F9E-2B10-A462-7B28-61CE796785DC}"/>
              </a:ext>
            </a:extLst>
          </p:cNvPr>
          <p:cNvGrpSpPr/>
          <p:nvPr/>
        </p:nvGrpSpPr>
        <p:grpSpPr>
          <a:xfrm>
            <a:off x="5212080" y="1049274"/>
            <a:ext cx="6192000" cy="877824"/>
            <a:chOff x="5212080" y="1049274"/>
            <a:chExt cx="6192000" cy="877824"/>
          </a:xfrm>
        </p:grpSpPr>
        <p:sp>
          <p:nvSpPr>
            <p:cNvPr id="8" name="文字 6">
              <a:extLst>
                <a:ext uri="{FF2B5EF4-FFF2-40B4-BE49-F238E27FC236}">
                  <a16:creationId xmlns:a16="http://schemas.microsoft.com/office/drawing/2014/main" id="{F51A2275-02DC-5C09-B5CD-B94321A53C6D}"/>
                </a:ext>
              </a:extLst>
            </p:cNvPr>
            <p:cNvSpPr txBox="1"/>
            <p:nvPr/>
          </p:nvSpPr>
          <p:spPr>
            <a:xfrm>
              <a:off x="5212080" y="1049274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01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9" name="文字 7">
              <a:extLst>
                <a:ext uri="{FF2B5EF4-FFF2-40B4-BE49-F238E27FC236}">
                  <a16:creationId xmlns:a16="http://schemas.microsoft.com/office/drawing/2014/main" id="{2216E356-00C6-B01D-0EF0-40191D14C0D1}"/>
                </a:ext>
              </a:extLst>
            </p:cNvPr>
            <p:cNvSpPr txBox="1"/>
            <p:nvPr/>
          </p:nvSpPr>
          <p:spPr>
            <a:xfrm>
              <a:off x="6263640" y="1079373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初評建議與改善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10" name="文字 8">
              <a:extLst>
                <a:ext uri="{FF2B5EF4-FFF2-40B4-BE49-F238E27FC236}">
                  <a16:creationId xmlns:a16="http://schemas.microsoft.com/office/drawing/2014/main" id="{B2B90574-89B3-60DC-0E91-70A0D98629BB}"/>
                </a:ext>
              </a:extLst>
            </p:cNvPr>
            <p:cNvSpPr txBox="1"/>
            <p:nvPr/>
          </p:nvSpPr>
          <p:spPr>
            <a:xfrm>
              <a:off x="6281928" y="1536573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150" spc="200" dirty="0">
                  <a:solidFill>
                    <a:srgbClr val="7E8A90"/>
                  </a:solidFill>
                  <a:latin typeface="Manrope (本文)"/>
                </a:rPr>
                <a:t>REVIEW RESPONSE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11" name="文字 9">
              <a:extLst>
                <a:ext uri="{FF2B5EF4-FFF2-40B4-BE49-F238E27FC236}">
                  <a16:creationId xmlns:a16="http://schemas.microsoft.com/office/drawing/2014/main" id="{985620BB-1531-6AA5-79CE-EDAD3C33BEC2}"/>
                </a:ext>
              </a:extLst>
            </p:cNvPr>
            <p:cNvSpPr txBox="1"/>
            <p:nvPr/>
          </p:nvSpPr>
          <p:spPr>
            <a:xfrm>
              <a:off x="10146030" y="1140714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P.4</a:t>
              </a:r>
              <a:endParaRPr lang="zh-TW" altLang="en-US" sz="1400" dirty="0">
                <a:latin typeface="Manrope (本文)"/>
              </a:endParaRPr>
            </a:p>
          </p:txBody>
        </p:sp>
        <p:cxnSp>
          <p:nvCxnSpPr>
            <p:cNvPr id="12" name="線條 10">
              <a:extLst>
                <a:ext uri="{FF2B5EF4-FFF2-40B4-BE49-F238E27FC236}">
                  <a16:creationId xmlns:a16="http://schemas.microsoft.com/office/drawing/2014/main" id="{00536348-55F0-B364-0727-26AB87542AC8}"/>
                </a:ext>
              </a:extLst>
            </p:cNvPr>
            <p:cNvCxnSpPr/>
            <p:nvPr/>
          </p:nvCxnSpPr>
          <p:spPr>
            <a:xfrm>
              <a:off x="5212080" y="1927098"/>
              <a:ext cx="6192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3892E02B-D39F-43CA-A037-2CBF008DF2CE}"/>
              </a:ext>
            </a:extLst>
          </p:cNvPr>
          <p:cNvGrpSpPr/>
          <p:nvPr/>
        </p:nvGrpSpPr>
        <p:grpSpPr>
          <a:xfrm>
            <a:off x="5212080" y="2046351"/>
            <a:ext cx="6192000" cy="877824"/>
            <a:chOff x="5212080" y="2046351"/>
            <a:chExt cx="6192000" cy="877824"/>
          </a:xfrm>
        </p:grpSpPr>
        <p:sp>
          <p:nvSpPr>
            <p:cNvPr id="13" name="文字 11">
              <a:extLst>
                <a:ext uri="{FF2B5EF4-FFF2-40B4-BE49-F238E27FC236}">
                  <a16:creationId xmlns:a16="http://schemas.microsoft.com/office/drawing/2014/main" id="{281525E2-6517-8960-A0CE-2B64351F67E1}"/>
                </a:ext>
              </a:extLst>
            </p:cNvPr>
            <p:cNvSpPr txBox="1"/>
            <p:nvPr/>
          </p:nvSpPr>
          <p:spPr>
            <a:xfrm>
              <a:off x="5212080" y="2046351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02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14" name="文字 12">
              <a:extLst>
                <a:ext uri="{FF2B5EF4-FFF2-40B4-BE49-F238E27FC236}">
                  <a16:creationId xmlns:a16="http://schemas.microsoft.com/office/drawing/2014/main" id="{6799ECFB-E493-D362-03E7-C61D0ACAC432}"/>
                </a:ext>
              </a:extLst>
            </p:cNvPr>
            <p:cNvSpPr txBox="1"/>
            <p:nvPr/>
          </p:nvSpPr>
          <p:spPr>
            <a:xfrm>
              <a:off x="6263640" y="2076450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系統核心與架構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15" name="文字 13">
              <a:extLst>
                <a:ext uri="{FF2B5EF4-FFF2-40B4-BE49-F238E27FC236}">
                  <a16:creationId xmlns:a16="http://schemas.microsoft.com/office/drawing/2014/main" id="{6A422060-2675-7ABE-F571-0E20BC0DA124}"/>
                </a:ext>
              </a:extLst>
            </p:cNvPr>
            <p:cNvSpPr txBox="1"/>
            <p:nvPr/>
          </p:nvSpPr>
          <p:spPr>
            <a:xfrm>
              <a:off x="6281928" y="2533650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150" spc="200" dirty="0">
                  <a:solidFill>
                    <a:srgbClr val="7E8A90"/>
                  </a:solidFill>
                  <a:latin typeface="Manrope (本文)"/>
                </a:rPr>
                <a:t>SYSTEM OVERVIEW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16" name="文字 14">
              <a:extLst>
                <a:ext uri="{FF2B5EF4-FFF2-40B4-BE49-F238E27FC236}">
                  <a16:creationId xmlns:a16="http://schemas.microsoft.com/office/drawing/2014/main" id="{9A66E684-F1CD-C9F3-BD08-55C19B5BDFBC}"/>
                </a:ext>
              </a:extLst>
            </p:cNvPr>
            <p:cNvSpPr txBox="1"/>
            <p:nvPr/>
          </p:nvSpPr>
          <p:spPr>
            <a:xfrm>
              <a:off x="10146030" y="2137791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P.8</a:t>
              </a:r>
              <a:endParaRPr lang="zh-TW" altLang="en-US" sz="1400" dirty="0">
                <a:latin typeface="Manrope (本文)"/>
              </a:endParaRPr>
            </a:p>
          </p:txBody>
        </p:sp>
        <p:cxnSp>
          <p:nvCxnSpPr>
            <p:cNvPr id="17" name="線條 15">
              <a:extLst>
                <a:ext uri="{FF2B5EF4-FFF2-40B4-BE49-F238E27FC236}">
                  <a16:creationId xmlns:a16="http://schemas.microsoft.com/office/drawing/2014/main" id="{7D2AC36C-B6C2-6B65-60CE-1A1A8B60B3DF}"/>
                </a:ext>
              </a:extLst>
            </p:cNvPr>
            <p:cNvCxnSpPr/>
            <p:nvPr/>
          </p:nvCxnSpPr>
          <p:spPr>
            <a:xfrm>
              <a:off x="5212080" y="2924175"/>
              <a:ext cx="6192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DD2BCC9B-672A-FDDF-93FF-075730A138F3}"/>
              </a:ext>
            </a:extLst>
          </p:cNvPr>
          <p:cNvGrpSpPr/>
          <p:nvPr/>
        </p:nvGrpSpPr>
        <p:grpSpPr>
          <a:xfrm>
            <a:off x="5212080" y="3043428"/>
            <a:ext cx="6192000" cy="877824"/>
            <a:chOff x="5212080" y="3043428"/>
            <a:chExt cx="6192000" cy="877824"/>
          </a:xfrm>
        </p:grpSpPr>
        <p:sp>
          <p:nvSpPr>
            <p:cNvPr id="18" name="文字 16">
              <a:extLst>
                <a:ext uri="{FF2B5EF4-FFF2-40B4-BE49-F238E27FC236}">
                  <a16:creationId xmlns:a16="http://schemas.microsoft.com/office/drawing/2014/main" id="{10A74BBF-1389-9CB2-071F-49B678CD416F}"/>
                </a:ext>
              </a:extLst>
            </p:cNvPr>
            <p:cNvSpPr txBox="1"/>
            <p:nvPr/>
          </p:nvSpPr>
          <p:spPr>
            <a:xfrm>
              <a:off x="5212080" y="3043428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03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19" name="文字 17">
              <a:extLst>
                <a:ext uri="{FF2B5EF4-FFF2-40B4-BE49-F238E27FC236}">
                  <a16:creationId xmlns:a16="http://schemas.microsoft.com/office/drawing/2014/main" id="{D2779432-7573-5C66-7B7A-3153A5BFA5D4}"/>
                </a:ext>
              </a:extLst>
            </p:cNvPr>
            <p:cNvSpPr txBox="1"/>
            <p:nvPr/>
          </p:nvSpPr>
          <p:spPr>
            <a:xfrm>
              <a:off x="6263640" y="3073527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AI 智慧服務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20" name="文字 18">
              <a:extLst>
                <a:ext uri="{FF2B5EF4-FFF2-40B4-BE49-F238E27FC236}">
                  <a16:creationId xmlns:a16="http://schemas.microsoft.com/office/drawing/2014/main" id="{7185814D-05EF-97B0-346B-0B84D8878FCC}"/>
                </a:ext>
              </a:extLst>
            </p:cNvPr>
            <p:cNvSpPr txBox="1"/>
            <p:nvPr/>
          </p:nvSpPr>
          <p:spPr>
            <a:xfrm>
              <a:off x="6281928" y="3530727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150" spc="200" dirty="0">
                  <a:solidFill>
                    <a:srgbClr val="7E8A90"/>
                  </a:solidFill>
                  <a:latin typeface="Manrope (本文)"/>
                </a:rPr>
                <a:t>AI SERVICES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21" name="文字 19">
              <a:extLst>
                <a:ext uri="{FF2B5EF4-FFF2-40B4-BE49-F238E27FC236}">
                  <a16:creationId xmlns:a16="http://schemas.microsoft.com/office/drawing/2014/main" id="{9A080BE4-0533-8ACF-6B74-75B8929B8B45}"/>
                </a:ext>
              </a:extLst>
            </p:cNvPr>
            <p:cNvSpPr txBox="1"/>
            <p:nvPr/>
          </p:nvSpPr>
          <p:spPr>
            <a:xfrm>
              <a:off x="10146030" y="3134868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P.11</a:t>
              </a:r>
              <a:endParaRPr lang="zh-TW" altLang="en-US" sz="1400" dirty="0">
                <a:latin typeface="Manrope (本文)"/>
              </a:endParaRPr>
            </a:p>
          </p:txBody>
        </p:sp>
        <p:cxnSp>
          <p:nvCxnSpPr>
            <p:cNvPr id="22" name="線條 20">
              <a:extLst>
                <a:ext uri="{FF2B5EF4-FFF2-40B4-BE49-F238E27FC236}">
                  <a16:creationId xmlns:a16="http://schemas.microsoft.com/office/drawing/2014/main" id="{56EA1E19-77B9-8C4D-B83D-05F500816527}"/>
                </a:ext>
              </a:extLst>
            </p:cNvPr>
            <p:cNvCxnSpPr/>
            <p:nvPr/>
          </p:nvCxnSpPr>
          <p:spPr>
            <a:xfrm>
              <a:off x="5212080" y="3921252"/>
              <a:ext cx="6192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B9B5ACD1-93F8-2BEF-8C63-2EB65781E018}"/>
              </a:ext>
            </a:extLst>
          </p:cNvPr>
          <p:cNvGrpSpPr/>
          <p:nvPr/>
        </p:nvGrpSpPr>
        <p:grpSpPr>
          <a:xfrm>
            <a:off x="5212080" y="4050030"/>
            <a:ext cx="6192000" cy="877824"/>
            <a:chOff x="5212080" y="4050030"/>
            <a:chExt cx="6192000" cy="877824"/>
          </a:xfrm>
        </p:grpSpPr>
        <p:sp>
          <p:nvSpPr>
            <p:cNvPr id="23" name="文字 21">
              <a:extLst>
                <a:ext uri="{FF2B5EF4-FFF2-40B4-BE49-F238E27FC236}">
                  <a16:creationId xmlns:a16="http://schemas.microsoft.com/office/drawing/2014/main" id="{978FCD57-9A2D-0C01-C97B-D8BCB04AE989}"/>
                </a:ext>
              </a:extLst>
            </p:cNvPr>
            <p:cNvSpPr txBox="1"/>
            <p:nvPr/>
          </p:nvSpPr>
          <p:spPr>
            <a:xfrm>
              <a:off x="5212080" y="4050030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04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24" name="文字 22">
              <a:extLst>
                <a:ext uri="{FF2B5EF4-FFF2-40B4-BE49-F238E27FC236}">
                  <a16:creationId xmlns:a16="http://schemas.microsoft.com/office/drawing/2014/main" id="{00C20AE0-3D6E-4D00-382E-C948364BDDCF}"/>
                </a:ext>
              </a:extLst>
            </p:cNvPr>
            <p:cNvSpPr txBox="1"/>
            <p:nvPr/>
          </p:nvSpPr>
          <p:spPr>
            <a:xfrm>
              <a:off x="6263640" y="4080129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IoT 智慧書櫃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25" name="文字 23">
              <a:extLst>
                <a:ext uri="{FF2B5EF4-FFF2-40B4-BE49-F238E27FC236}">
                  <a16:creationId xmlns:a16="http://schemas.microsoft.com/office/drawing/2014/main" id="{C285C0BF-6845-7252-83F9-11942425E347}"/>
                </a:ext>
              </a:extLst>
            </p:cNvPr>
            <p:cNvSpPr txBox="1"/>
            <p:nvPr/>
          </p:nvSpPr>
          <p:spPr>
            <a:xfrm>
              <a:off x="6281928" y="4537329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150" spc="200" dirty="0">
                  <a:solidFill>
                    <a:srgbClr val="7E8A90"/>
                  </a:solidFill>
                  <a:latin typeface="Manrope (本文)"/>
                </a:rPr>
                <a:t>SMART CABINET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26" name="文字 24">
              <a:extLst>
                <a:ext uri="{FF2B5EF4-FFF2-40B4-BE49-F238E27FC236}">
                  <a16:creationId xmlns:a16="http://schemas.microsoft.com/office/drawing/2014/main" id="{B615FA67-0FC1-FD7C-F21B-565FDB405850}"/>
                </a:ext>
              </a:extLst>
            </p:cNvPr>
            <p:cNvSpPr txBox="1"/>
            <p:nvPr/>
          </p:nvSpPr>
          <p:spPr>
            <a:xfrm>
              <a:off x="10146030" y="4141470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P.21</a:t>
              </a:r>
              <a:endParaRPr lang="zh-TW" altLang="en-US" sz="1400" dirty="0">
                <a:latin typeface="Manrope (本文)"/>
              </a:endParaRPr>
            </a:p>
          </p:txBody>
        </p:sp>
        <p:cxnSp>
          <p:nvCxnSpPr>
            <p:cNvPr id="27" name="線條 25">
              <a:extLst>
                <a:ext uri="{FF2B5EF4-FFF2-40B4-BE49-F238E27FC236}">
                  <a16:creationId xmlns:a16="http://schemas.microsoft.com/office/drawing/2014/main" id="{3067A346-A144-E129-F68E-92AD4F9E07FD}"/>
                </a:ext>
              </a:extLst>
            </p:cNvPr>
            <p:cNvCxnSpPr/>
            <p:nvPr/>
          </p:nvCxnSpPr>
          <p:spPr>
            <a:xfrm>
              <a:off x="5212080" y="4927854"/>
              <a:ext cx="6192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B163E174-EB58-A1C1-CA75-0B6503EA6D8D}"/>
              </a:ext>
            </a:extLst>
          </p:cNvPr>
          <p:cNvGrpSpPr/>
          <p:nvPr/>
        </p:nvGrpSpPr>
        <p:grpSpPr>
          <a:xfrm>
            <a:off x="5212080" y="5047107"/>
            <a:ext cx="6122670" cy="761619"/>
            <a:chOff x="5212080" y="5047107"/>
            <a:chExt cx="6122670" cy="761619"/>
          </a:xfrm>
        </p:grpSpPr>
        <p:sp>
          <p:nvSpPr>
            <p:cNvPr id="28" name="文字 26">
              <a:extLst>
                <a:ext uri="{FF2B5EF4-FFF2-40B4-BE49-F238E27FC236}">
                  <a16:creationId xmlns:a16="http://schemas.microsoft.com/office/drawing/2014/main" id="{6EE95688-20AB-3F8D-9757-D44B73255B03}"/>
                </a:ext>
              </a:extLst>
            </p:cNvPr>
            <p:cNvSpPr txBox="1"/>
            <p:nvPr/>
          </p:nvSpPr>
          <p:spPr>
            <a:xfrm>
              <a:off x="5212080" y="5047107"/>
              <a:ext cx="914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3000" b="1" dirty="0">
                  <a:solidFill>
                    <a:schemeClr val="accent2"/>
                  </a:solidFill>
                  <a:latin typeface="Manrope (本文)"/>
                  <a:ea typeface="Manrope"/>
                  <a:cs typeface="Manrope"/>
                </a:rPr>
                <a:t>05</a:t>
              </a:r>
              <a:endParaRPr lang="zh-TW" altLang="en-US" sz="3000" dirty="0">
                <a:solidFill>
                  <a:schemeClr val="accent2"/>
                </a:solidFill>
                <a:latin typeface="Manrope (本文)"/>
              </a:endParaRPr>
            </a:p>
          </p:txBody>
        </p:sp>
        <p:sp>
          <p:nvSpPr>
            <p:cNvPr id="29" name="文字 27">
              <a:extLst>
                <a:ext uri="{FF2B5EF4-FFF2-40B4-BE49-F238E27FC236}">
                  <a16:creationId xmlns:a16="http://schemas.microsoft.com/office/drawing/2014/main" id="{00D89647-DF6E-0BC4-DC4E-252064367445}"/>
                </a:ext>
              </a:extLst>
            </p:cNvPr>
            <p:cNvSpPr txBox="1"/>
            <p:nvPr/>
          </p:nvSpPr>
          <p:spPr>
            <a:xfrm>
              <a:off x="6263640" y="5077206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2400" b="1" spc="50" dirty="0">
                  <a:latin typeface="Manrope (本文)"/>
                </a:rPr>
                <a:t>成果與未來展望</a:t>
              </a:r>
              <a:endParaRPr lang="zh-TW" altLang="en-US" sz="2400" spc="50" dirty="0">
                <a:latin typeface="Manrope (本文)"/>
              </a:endParaRPr>
            </a:p>
          </p:txBody>
        </p:sp>
        <p:sp>
          <p:nvSpPr>
            <p:cNvPr id="30" name="文字 28">
              <a:extLst>
                <a:ext uri="{FF2B5EF4-FFF2-40B4-BE49-F238E27FC236}">
                  <a16:creationId xmlns:a16="http://schemas.microsoft.com/office/drawing/2014/main" id="{6047796D-9D11-3798-CE44-E086775E433B}"/>
                </a:ext>
              </a:extLst>
            </p:cNvPr>
            <p:cNvSpPr txBox="1"/>
            <p:nvPr/>
          </p:nvSpPr>
          <p:spPr>
            <a:xfrm>
              <a:off x="6281928" y="5534406"/>
              <a:ext cx="4572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en-US" altLang="zh-TW" sz="1150" spc="200" dirty="0">
                  <a:solidFill>
                    <a:srgbClr val="7E8A90"/>
                  </a:solidFill>
                  <a:latin typeface="Manrope (本文)"/>
                </a:rPr>
                <a:t>RESULTS &amp; OUTLOOK</a:t>
              </a:r>
              <a:endParaRPr lang="zh-TW" altLang="en-US" sz="1150" dirty="0">
                <a:solidFill>
                  <a:srgbClr val="7E8A90"/>
                </a:solidFill>
                <a:latin typeface="Manrope (本文)"/>
              </a:endParaRPr>
            </a:p>
          </p:txBody>
        </p:sp>
        <p:sp>
          <p:nvSpPr>
            <p:cNvPr id="31" name="文字 29">
              <a:extLst>
                <a:ext uri="{FF2B5EF4-FFF2-40B4-BE49-F238E27FC236}">
                  <a16:creationId xmlns:a16="http://schemas.microsoft.com/office/drawing/2014/main" id="{6096ABF0-55A2-7D71-2721-0FCD42C58E89}"/>
                </a:ext>
              </a:extLst>
            </p:cNvPr>
            <p:cNvSpPr txBox="1"/>
            <p:nvPr/>
          </p:nvSpPr>
          <p:spPr>
            <a:xfrm>
              <a:off x="10146030" y="5138547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400" dirty="0">
                  <a:solidFill>
                    <a:srgbClr val="607D8B"/>
                  </a:solidFill>
                  <a:latin typeface="Manrope (本文)"/>
                </a:rPr>
                <a:t>P.31</a:t>
              </a:r>
              <a:endParaRPr lang="zh-TW" altLang="en-US" sz="1400" dirty="0">
                <a:latin typeface="Manrope (本文)"/>
              </a:endParaRPr>
            </a:p>
          </p:txBody>
        </p: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D525B93-2924-373E-9CE3-F04580CCB915}"/>
              </a:ext>
            </a:extLst>
          </p:cNvPr>
          <p:cNvSpPr txBox="1"/>
          <p:nvPr/>
        </p:nvSpPr>
        <p:spPr>
          <a:xfrm>
            <a:off x="822960" y="5927289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spc="100" dirty="0">
                <a:solidFill>
                  <a:schemeClr val="tx2">
                    <a:lumMod val="20000"/>
                    <a:lumOff val="80000"/>
                  </a:schemeClr>
                </a:solidFill>
                <a:latin typeface="Manrope (本文)"/>
                <a:ea typeface="Noto Sans TC Medium" panose="020B0200000000000000" pitchFamily="34" charset="-120"/>
              </a:rPr>
              <a:t>救</a:t>
            </a:r>
            <a:r>
              <a:rPr lang="zh-TW" altLang="en-US" sz="1400" spc="100" dirty="0">
                <a:solidFill>
                  <a:schemeClr val="bg1"/>
                </a:solidFill>
                <a:latin typeface="Manrope (本文)"/>
                <a:ea typeface="Noto Sans TC Medium" panose="020B0200000000000000" pitchFamily="34" charset="-120"/>
              </a:rPr>
              <a:t>「舊」</a:t>
            </a:r>
            <a:r>
              <a:rPr lang="zh-TW" altLang="en-US" sz="1400" spc="100" dirty="0">
                <a:solidFill>
                  <a:schemeClr val="tx2">
                    <a:lumMod val="20000"/>
                    <a:lumOff val="80000"/>
                  </a:schemeClr>
                </a:solidFill>
                <a:latin typeface="Manrope (本文)"/>
                <a:ea typeface="Noto Sans TC Medium" panose="020B0200000000000000" pitchFamily="34" charset="-120"/>
              </a:rPr>
              <a:t>我的書</a:t>
            </a:r>
          </a:p>
        </p:txBody>
      </p:sp>
    </p:spTree>
    <p:extLst>
      <p:ext uri="{BB962C8B-B14F-4D97-AF65-F5344CB8AC3E}">
        <p14:creationId xmlns:p14="http://schemas.microsoft.com/office/powerpoint/2010/main" val="242799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01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初評建議與改善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連卉媗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05499-1D7F-CF8C-90E1-8E9AFB35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書籍資訊與</a:t>
            </a:r>
            <a:r>
              <a:rPr lang="zh-TW" altLang="en-US" b="1" spc="150" dirty="0">
                <a:latin typeface="+mn-ea"/>
              </a:rPr>
              <a:t> </a:t>
            </a:r>
            <a:r>
              <a:rPr lang="en-US" altLang="zh-TW" sz="3600" b="1" spc="150" dirty="0">
                <a:latin typeface="+mn-ea"/>
              </a:rPr>
              <a:t>AI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REVIEW RESPONSE · LISTING &amp; AI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F56DEE5E-A22F-235B-2694-B731BA1063A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2B6FB73-EDB6-62CD-E8DB-FFE1B49EE202}"/>
              </a:ext>
            </a:extLst>
          </p:cNvPr>
          <p:cNvGrpSpPr/>
          <p:nvPr/>
        </p:nvGrpSpPr>
        <p:grpSpPr>
          <a:xfrm>
            <a:off x="758952" y="1777112"/>
            <a:ext cx="5022414" cy="1819842"/>
            <a:chOff x="758952" y="1790268"/>
            <a:chExt cx="5022414" cy="1819842"/>
          </a:xfrm>
        </p:grpSpPr>
        <p:sp>
          <p:nvSpPr>
            <p:cNvPr id="14" name="Rectangle: Rounded Corners 75">
              <a:extLst>
                <a:ext uri="{FF2B5EF4-FFF2-40B4-BE49-F238E27FC236}">
                  <a16:creationId xmlns:a16="http://schemas.microsoft.com/office/drawing/2014/main" id="{81B96233-B574-A8B0-CAAA-B891D37DFF36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Graphic 18">
              <a:extLst>
                <a:ext uri="{FF2B5EF4-FFF2-40B4-BE49-F238E27FC236}">
                  <a16:creationId xmlns:a16="http://schemas.microsoft.com/office/drawing/2014/main" id="{33BEE153-E295-689C-1CD5-3C4FBCE9C743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01</a:t>
              </a: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93ECFAE-825B-D8D7-6775-9CF86E65ACA8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附件（如光碟）是否完整需標示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82AACA09-EC29-3A58-D8D3-D7527C6A7879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實拍照片＋簡介註明</a:t>
              </a: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DC3D64C6-91FD-7769-09E4-EC622753FB2D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P.237</a:t>
              </a: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6D5737EE-1643-F836-EA9D-829D9809C1E6}"/>
              </a:ext>
            </a:extLst>
          </p:cNvPr>
          <p:cNvGrpSpPr/>
          <p:nvPr/>
        </p:nvGrpSpPr>
        <p:grpSpPr>
          <a:xfrm>
            <a:off x="6407587" y="1777112"/>
            <a:ext cx="5022413" cy="1819842"/>
            <a:chOff x="758952" y="1790268"/>
            <a:chExt cx="5022413" cy="1819842"/>
          </a:xfrm>
        </p:grpSpPr>
        <p:sp>
          <p:nvSpPr>
            <p:cNvPr id="47" name="Rectangle: Rounded Corners 75">
              <a:extLst>
                <a:ext uri="{FF2B5EF4-FFF2-40B4-BE49-F238E27FC236}">
                  <a16:creationId xmlns:a16="http://schemas.microsoft.com/office/drawing/2014/main" id="{15F81C2B-736A-A723-00AD-DF8B67E3E441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Graphic 18">
              <a:extLst>
                <a:ext uri="{FF2B5EF4-FFF2-40B4-BE49-F238E27FC236}">
                  <a16:creationId xmlns:a16="http://schemas.microsoft.com/office/drawing/2014/main" id="{19118284-CADE-D7A5-A50B-7D68C5427D16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>
                  <a:solidFill>
                    <a:schemeClr val="bg1"/>
                  </a:solidFill>
                </a:rPr>
                <a:t>02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169E6C60-ED4C-266F-48D4-320B70EF1194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書況判定可導入 </a:t>
              </a:r>
              <a:r>
                <a:rPr lang="en-US" altLang="zh-TW" sz="1700" spc="50" dirty="0">
                  <a:solidFill>
                    <a:schemeClr val="tx2"/>
                  </a:solidFill>
                  <a:latin typeface="Manrope (本文)"/>
                </a:rPr>
                <a:t>AI </a:t>
              </a:r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協助定價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8F1A5321-C15B-39BE-D8F2-E2C6F7C1BA78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en-US" altLang="zh-TW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AI </a:t>
              </a:r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判斷書況＋建議售價</a:t>
              </a: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CF4598DF-8927-E460-CEE5-047AEF3F4235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P.83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237</a:t>
              </a: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AD77519E-B463-6076-BD24-0161370D8C08}"/>
              </a:ext>
            </a:extLst>
          </p:cNvPr>
          <p:cNvGrpSpPr/>
          <p:nvPr/>
        </p:nvGrpSpPr>
        <p:grpSpPr>
          <a:xfrm>
            <a:off x="758952" y="3928255"/>
            <a:ext cx="5022414" cy="1819842"/>
            <a:chOff x="758952" y="1790268"/>
            <a:chExt cx="5022414" cy="1819842"/>
          </a:xfrm>
        </p:grpSpPr>
        <p:sp>
          <p:nvSpPr>
            <p:cNvPr id="53" name="Rectangle: Rounded Corners 75">
              <a:extLst>
                <a:ext uri="{FF2B5EF4-FFF2-40B4-BE49-F238E27FC236}">
                  <a16:creationId xmlns:a16="http://schemas.microsoft.com/office/drawing/2014/main" id="{88D6B3EE-3AE6-5849-77EE-E414BB747098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Graphic 18">
              <a:extLst>
                <a:ext uri="{FF2B5EF4-FFF2-40B4-BE49-F238E27FC236}">
                  <a16:creationId xmlns:a16="http://schemas.microsoft.com/office/drawing/2014/main" id="{46A026CD-B348-199D-3B48-C54D1F6C5D93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3C250FD2-4932-4215-0A19-840E48D658DC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如何防止違禁物品與不當交易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DA40A78A-BCF3-83F0-4447-C48FF74D7587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en-US" altLang="zh-TW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AI </a:t>
              </a:r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審核＋爭議裁決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F6638618-C63F-2CBB-0409-61A884497DD4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P.83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90</a:t>
              </a: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776ED073-937C-460D-76B0-124E294AA644}"/>
              </a:ext>
            </a:extLst>
          </p:cNvPr>
          <p:cNvGrpSpPr/>
          <p:nvPr/>
        </p:nvGrpSpPr>
        <p:grpSpPr>
          <a:xfrm>
            <a:off x="6407587" y="3928255"/>
            <a:ext cx="5022413" cy="1819842"/>
            <a:chOff x="758952" y="1790268"/>
            <a:chExt cx="5022413" cy="1819842"/>
          </a:xfrm>
        </p:grpSpPr>
        <p:sp>
          <p:nvSpPr>
            <p:cNvPr id="59" name="Rectangle: Rounded Corners 75">
              <a:extLst>
                <a:ext uri="{FF2B5EF4-FFF2-40B4-BE49-F238E27FC236}">
                  <a16:creationId xmlns:a16="http://schemas.microsoft.com/office/drawing/2014/main" id="{4AA9883E-1C40-86C3-6A0C-2C366E61BFF2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Graphic 18">
              <a:extLst>
                <a:ext uri="{FF2B5EF4-FFF2-40B4-BE49-F238E27FC236}">
                  <a16:creationId xmlns:a16="http://schemas.microsoft.com/office/drawing/2014/main" id="{85D8F134-52D8-2CE9-A0A0-2FB861D5741D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72F17D2A-18C0-02F0-315A-33F39BDF960A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付款機制尚未具備</a:t>
              </a: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CD114F54-7F57-C133-B15D-18687A12975D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平台暫管、驗收後撥款</a:t>
              </a: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229C83-022D-2ED5-0673-BF0A16DFAABD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79804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E322E-A3AA-4CEB-C547-CF7DB080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7A74302-1611-9129-6E35-2B7BF8014EE3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營運與服務條款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376ED5B-A4AE-DC8F-E6C4-671AD5821BDC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REVIEW RESPONSE · OPERATIONS &amp; TERMS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07AA00E-AC26-D479-1237-9E6BA000E0A2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D0173C05-5EEE-23E6-0E40-8AC30D8FBEE1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69ED460B-F952-5100-B8DD-B15E0CDC5821}"/>
              </a:ext>
            </a:extLst>
          </p:cNvPr>
          <p:cNvGrpSpPr/>
          <p:nvPr/>
        </p:nvGrpSpPr>
        <p:grpSpPr>
          <a:xfrm>
            <a:off x="758952" y="1777112"/>
            <a:ext cx="5022414" cy="1819842"/>
            <a:chOff x="758952" y="1790268"/>
            <a:chExt cx="5022414" cy="1819842"/>
          </a:xfrm>
        </p:grpSpPr>
        <p:sp>
          <p:nvSpPr>
            <p:cNvPr id="14" name="Rectangle: Rounded Corners 75">
              <a:extLst>
                <a:ext uri="{FF2B5EF4-FFF2-40B4-BE49-F238E27FC236}">
                  <a16:creationId xmlns:a16="http://schemas.microsoft.com/office/drawing/2014/main" id="{E4FF1466-9CB4-F8F4-E3E4-27657148A1AA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Graphic 18">
              <a:extLst>
                <a:ext uri="{FF2B5EF4-FFF2-40B4-BE49-F238E27FC236}">
                  <a16:creationId xmlns:a16="http://schemas.microsoft.com/office/drawing/2014/main" id="{F7A3C81E-6E16-F68C-FA63-487FC706EC7A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05</a:t>
              </a: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57D9CEC3-5269-553F-139C-9081FE2E34D4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將讀冊生活納入比較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77AA61C1-61B9-531C-434B-6D42CDC9E0DF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免寄送、就近存取</a:t>
              </a: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653D5224-D69C-52EE-EE24-52B73714C085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P.3</a:t>
              </a: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B511789-6B81-0FF4-E284-42FFC14C8B8E}"/>
              </a:ext>
            </a:extLst>
          </p:cNvPr>
          <p:cNvGrpSpPr/>
          <p:nvPr/>
        </p:nvGrpSpPr>
        <p:grpSpPr>
          <a:xfrm>
            <a:off x="6407587" y="1777112"/>
            <a:ext cx="5022413" cy="1819842"/>
            <a:chOff x="758952" y="1790268"/>
            <a:chExt cx="5022413" cy="1819842"/>
          </a:xfrm>
        </p:grpSpPr>
        <p:sp>
          <p:nvSpPr>
            <p:cNvPr id="47" name="Rectangle: Rounded Corners 75">
              <a:extLst>
                <a:ext uri="{FF2B5EF4-FFF2-40B4-BE49-F238E27FC236}">
                  <a16:creationId xmlns:a16="http://schemas.microsoft.com/office/drawing/2014/main" id="{46651473-5F79-8237-D570-5331A24EB309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Graphic 18">
              <a:extLst>
                <a:ext uri="{FF2B5EF4-FFF2-40B4-BE49-F238E27FC236}">
                  <a16:creationId xmlns:a16="http://schemas.microsoft.com/office/drawing/2014/main" id="{7869C5C1-1227-43FF-8357-F52460C19ABF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06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EBF56BFF-B2FF-31EE-D575-8F69A820A115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設置地點與維護分工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18F98C54-45CA-1162-23F4-2CD4AA627AD0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校園室內場域＋遠端監控</a:t>
              </a: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8DB574C4-9A39-4E54-7E7A-66AFE8373B5D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P.15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20–22</a:t>
              </a: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CED7A348-523B-6271-ADF8-DD50647E1782}"/>
              </a:ext>
            </a:extLst>
          </p:cNvPr>
          <p:cNvGrpSpPr/>
          <p:nvPr/>
        </p:nvGrpSpPr>
        <p:grpSpPr>
          <a:xfrm>
            <a:off x="758952" y="3928255"/>
            <a:ext cx="5022414" cy="1819842"/>
            <a:chOff x="758952" y="1790268"/>
            <a:chExt cx="5022414" cy="1819842"/>
          </a:xfrm>
        </p:grpSpPr>
        <p:sp>
          <p:nvSpPr>
            <p:cNvPr id="53" name="Rectangle: Rounded Corners 75">
              <a:extLst>
                <a:ext uri="{FF2B5EF4-FFF2-40B4-BE49-F238E27FC236}">
                  <a16:creationId xmlns:a16="http://schemas.microsoft.com/office/drawing/2014/main" id="{A048BCCD-D0D5-BE21-7021-BBB6073B608F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Graphic 18">
              <a:extLst>
                <a:ext uri="{FF2B5EF4-FFF2-40B4-BE49-F238E27FC236}">
                  <a16:creationId xmlns:a16="http://schemas.microsoft.com/office/drawing/2014/main" id="{7B0C6FFA-894E-01AA-F21C-2C94D7BF37BB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07</a:t>
              </a: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8262CB7A-3611-5CD2-31A3-E967B06E4988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久未售出庫存與戶外淋濕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D3FEC736-7B6F-79F7-9499-37213679BA84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存放期限＋僅設室內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FA1592B6-12A7-D287-D959-8753BE7C348E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20</a:t>
              </a: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155610A6-8F19-7DF5-3FEC-0E0956889948}"/>
              </a:ext>
            </a:extLst>
          </p:cNvPr>
          <p:cNvGrpSpPr/>
          <p:nvPr/>
        </p:nvGrpSpPr>
        <p:grpSpPr>
          <a:xfrm>
            <a:off x="6407587" y="3928255"/>
            <a:ext cx="5022413" cy="1819842"/>
            <a:chOff x="758952" y="1790268"/>
            <a:chExt cx="5022413" cy="1819842"/>
          </a:xfrm>
        </p:grpSpPr>
        <p:sp>
          <p:nvSpPr>
            <p:cNvPr id="59" name="Rectangle: Rounded Corners 75">
              <a:extLst>
                <a:ext uri="{FF2B5EF4-FFF2-40B4-BE49-F238E27FC236}">
                  <a16:creationId xmlns:a16="http://schemas.microsoft.com/office/drawing/2014/main" id="{3CB390F6-5F0F-08DD-34F5-19C86B0FA6E6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Graphic 18">
              <a:extLst>
                <a:ext uri="{FF2B5EF4-FFF2-40B4-BE49-F238E27FC236}">
                  <a16:creationId xmlns:a16="http://schemas.microsoft.com/office/drawing/2014/main" id="{E80503F5-BD89-B4BD-A07F-88AC9E691EFE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08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CA4BE488-DF86-BB25-1BFC-426900444A59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en-US" altLang="zh-TW" sz="1700" spc="50" dirty="0">
                  <a:solidFill>
                    <a:schemeClr val="tx2"/>
                  </a:solidFill>
                  <a:latin typeface="Manrope (本文)"/>
                </a:rPr>
                <a:t>14 </a:t>
              </a:r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天強制收回之契約與成本</a:t>
              </a: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E77EF6DA-1BAF-5E57-A40C-B1442547D976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寫入服務條款、代管 </a:t>
              </a:r>
              <a:r>
                <a:rPr lang="en-US" altLang="zh-TW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30 </a:t>
              </a:r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天</a:t>
              </a: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BB12C76A-E4C4-CF33-D2F9-D9929501B8DD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94710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6A993-39B2-565E-A248-4B93E6C1B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3505E61-A86B-9D6B-93F8-697632AF738E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智慧書櫃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7C6041-6C8B-DA8D-03A5-EE4D75FC9987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REVIEW RESPONSE · SMART CABINET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348051A-37CF-BB3E-F72E-5C7536B9A6C3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6C1FECD3-B4B9-06BA-DE0D-EBC6390D3B3F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134AF978-8761-7CE4-8F10-49CB6E22629F}"/>
              </a:ext>
            </a:extLst>
          </p:cNvPr>
          <p:cNvGrpSpPr/>
          <p:nvPr/>
        </p:nvGrpSpPr>
        <p:grpSpPr>
          <a:xfrm>
            <a:off x="758952" y="1777112"/>
            <a:ext cx="5022414" cy="1819842"/>
            <a:chOff x="758952" y="1790268"/>
            <a:chExt cx="5022414" cy="1819842"/>
          </a:xfrm>
        </p:grpSpPr>
        <p:sp>
          <p:nvSpPr>
            <p:cNvPr id="14" name="Rectangle: Rounded Corners 75">
              <a:extLst>
                <a:ext uri="{FF2B5EF4-FFF2-40B4-BE49-F238E27FC236}">
                  <a16:creationId xmlns:a16="http://schemas.microsoft.com/office/drawing/2014/main" id="{53A35857-944A-4BB7-1EE1-F9F88C92A7F6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Graphic 18">
              <a:extLst>
                <a:ext uri="{FF2B5EF4-FFF2-40B4-BE49-F238E27FC236}">
                  <a16:creationId xmlns:a16="http://schemas.microsoft.com/office/drawing/2014/main" id="{CC502A97-DEA9-F515-02B0-AD5EACA87D82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09</a:t>
              </a: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30A4520A-B558-9D0F-1CB6-72890252BAC8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en-US" altLang="zh-TW" sz="1700" spc="50" dirty="0">
                  <a:solidFill>
                    <a:schemeClr val="tx2"/>
                  </a:solidFill>
                  <a:latin typeface="Manrope (本文)"/>
                </a:rPr>
                <a:t>3D </a:t>
              </a:r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列印不利量產與耐用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06140047-F3F5-D8B4-23ED-DAAE00D0C9F4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合板＋壓克力</a:t>
              </a: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571412E6-B197-F10C-2B8E-4D42250C106B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P.16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20</a:t>
              </a:r>
            </a:p>
          </p:txBody>
        </p: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C4FDD79C-A1E1-93C8-1D00-42D442D0E5AF}"/>
              </a:ext>
            </a:extLst>
          </p:cNvPr>
          <p:cNvGrpSpPr/>
          <p:nvPr/>
        </p:nvGrpSpPr>
        <p:grpSpPr>
          <a:xfrm>
            <a:off x="6407587" y="1777112"/>
            <a:ext cx="5022413" cy="1819842"/>
            <a:chOff x="758952" y="1790268"/>
            <a:chExt cx="5022413" cy="1819842"/>
          </a:xfrm>
        </p:grpSpPr>
        <p:sp>
          <p:nvSpPr>
            <p:cNvPr id="47" name="Rectangle: Rounded Corners 75">
              <a:extLst>
                <a:ext uri="{FF2B5EF4-FFF2-40B4-BE49-F238E27FC236}">
                  <a16:creationId xmlns:a16="http://schemas.microsoft.com/office/drawing/2014/main" id="{738430D8-EB26-7F9D-8E9B-B6EF7B345CBB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Graphic 18">
              <a:extLst>
                <a:ext uri="{FF2B5EF4-FFF2-40B4-BE49-F238E27FC236}">
                  <a16:creationId xmlns:a16="http://schemas.microsoft.com/office/drawing/2014/main" id="{DD1A2399-26E1-9161-A346-A046321C1560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70A9D2A1-1C11-CACF-483E-A6E3089ADDAC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手機登記與實際放書須同步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BE97328C-F47F-222C-CD52-66B5E24F1D24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掃碼開門、關門才登記</a:t>
              </a: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8D2A0310-5C5A-D52D-5346-ACD81E7C13B5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P.87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246</a:t>
              </a:r>
            </a:p>
          </p:txBody>
        </p: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F86668D0-D5D0-C914-FA45-35F5CA55A4B4}"/>
              </a:ext>
            </a:extLst>
          </p:cNvPr>
          <p:cNvGrpSpPr/>
          <p:nvPr/>
        </p:nvGrpSpPr>
        <p:grpSpPr>
          <a:xfrm>
            <a:off x="758952" y="3928255"/>
            <a:ext cx="5022414" cy="1819842"/>
            <a:chOff x="758952" y="1790268"/>
            <a:chExt cx="5022414" cy="1819842"/>
          </a:xfrm>
        </p:grpSpPr>
        <p:sp>
          <p:nvSpPr>
            <p:cNvPr id="53" name="Rectangle: Rounded Corners 75">
              <a:extLst>
                <a:ext uri="{FF2B5EF4-FFF2-40B4-BE49-F238E27FC236}">
                  <a16:creationId xmlns:a16="http://schemas.microsoft.com/office/drawing/2014/main" id="{5082A80E-4B7A-1496-8DF1-B0A42863E576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Graphic 18">
              <a:extLst>
                <a:ext uri="{FF2B5EF4-FFF2-40B4-BE49-F238E27FC236}">
                  <a16:creationId xmlns:a16="http://schemas.microsoft.com/office/drawing/2014/main" id="{8B38A3E9-7FCF-997B-CA2D-EB446C91B89A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11</a:t>
              </a: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F971B548-C674-5950-DB47-11BF455D4446}"/>
                </a:ext>
              </a:extLst>
            </p:cNvPr>
            <p:cNvSpPr txBox="1"/>
            <p:nvPr/>
          </p:nvSpPr>
          <p:spPr>
            <a:xfrm>
              <a:off x="1173250" y="2239368"/>
              <a:ext cx="4608116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每格都需要掃描裝置？成本？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45B8E3B5-7C38-6348-F9A6-CCBBB5AE4AFE}"/>
                </a:ext>
              </a:extLst>
            </p:cNvPr>
            <p:cNvSpPr txBox="1"/>
            <p:nvPr/>
          </p:nvSpPr>
          <p:spPr>
            <a:xfrm>
              <a:off x="1173250" y="2648654"/>
              <a:ext cx="4608116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手機掃碼、一板控四門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0FC1B2C9-0470-9E3E-C4CC-A548FDE80919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P.16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25</a:t>
              </a: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53948411-C9A8-40F7-7184-F2DB6170BDF0}"/>
              </a:ext>
            </a:extLst>
          </p:cNvPr>
          <p:cNvGrpSpPr/>
          <p:nvPr/>
        </p:nvGrpSpPr>
        <p:grpSpPr>
          <a:xfrm>
            <a:off x="6407587" y="3928255"/>
            <a:ext cx="5022413" cy="1819842"/>
            <a:chOff x="758952" y="1790268"/>
            <a:chExt cx="5022413" cy="1819842"/>
          </a:xfrm>
        </p:grpSpPr>
        <p:sp>
          <p:nvSpPr>
            <p:cNvPr id="59" name="Rectangle: Rounded Corners 75">
              <a:extLst>
                <a:ext uri="{FF2B5EF4-FFF2-40B4-BE49-F238E27FC236}">
                  <a16:creationId xmlns:a16="http://schemas.microsoft.com/office/drawing/2014/main" id="{C72B413E-9646-8ED7-3E90-6028D137378C}"/>
                </a:ext>
              </a:extLst>
            </p:cNvPr>
            <p:cNvSpPr/>
            <p:nvPr/>
          </p:nvSpPr>
          <p:spPr>
            <a:xfrm>
              <a:off x="975365" y="2026110"/>
              <a:ext cx="4806000" cy="1584000"/>
            </a:xfrm>
            <a:prstGeom prst="roundRect">
              <a:avLst>
                <a:gd name="adj" fmla="val 16353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Graphic 18">
              <a:extLst>
                <a:ext uri="{FF2B5EF4-FFF2-40B4-BE49-F238E27FC236}">
                  <a16:creationId xmlns:a16="http://schemas.microsoft.com/office/drawing/2014/main" id="{A1D943EC-F7BD-0DFD-2E02-9D7A7DCF0255}"/>
                </a:ext>
              </a:extLst>
            </p:cNvPr>
            <p:cNvSpPr/>
            <p:nvPr/>
          </p:nvSpPr>
          <p:spPr>
            <a:xfrm>
              <a:off x="758952" y="1790268"/>
              <a:ext cx="459114" cy="50000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12</a:t>
              </a: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8172A5B3-CE61-6153-9E8E-66D024766B49}"/>
                </a:ext>
              </a:extLst>
            </p:cNvPr>
            <p:cNvSpPr txBox="1"/>
            <p:nvPr/>
          </p:nvSpPr>
          <p:spPr>
            <a:xfrm>
              <a:off x="1173250" y="2239368"/>
              <a:ext cx="428906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1700" spc="50" dirty="0">
                  <a:solidFill>
                    <a:schemeClr val="tx2"/>
                  </a:solidFill>
                  <a:latin typeface="Manrope (本文)"/>
                </a:rPr>
                <a:t>無人員收件如何兼顧安全</a:t>
              </a: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A3D0368E-0DAB-A4D4-9BD7-D0975E5F14CA}"/>
                </a:ext>
              </a:extLst>
            </p:cNvPr>
            <p:cNvSpPr txBox="1"/>
            <p:nvPr/>
          </p:nvSpPr>
          <p:spPr>
            <a:xfrm>
              <a:off x="1173250" y="2648654"/>
              <a:ext cx="4289063" cy="4462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hangingPunct="0"/>
              <a:r>
                <a:rPr lang="zh-TW" altLang="en-US" sz="2300" spc="50" dirty="0"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四道驗證＋開櫃紀錄</a:t>
              </a:r>
            </a:p>
          </p:txBody>
        </p: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B8E8964E-FF42-0F74-CFD4-2A6A11579C7F}"/>
                </a:ext>
              </a:extLst>
            </p:cNvPr>
            <p:cNvSpPr txBox="1"/>
            <p:nvPr/>
          </p:nvSpPr>
          <p:spPr>
            <a:xfrm>
              <a:off x="1173250" y="3163429"/>
              <a:ext cx="4411826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hangingPunct="0"/>
              <a:r>
                <a:rPr lang="zh-TW" altLang="en-US" sz="1300" spc="50" dirty="0">
                  <a:solidFill>
                    <a:schemeClr val="tx2"/>
                  </a:solidFill>
                  <a:latin typeface="+mn-ea"/>
                </a:rPr>
                <a:t>手冊 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P.8</a:t>
              </a:r>
              <a:r>
                <a:rPr lang="zh-TW" altLang="en-US" sz="1300" spc="50" dirty="0">
                  <a:solidFill>
                    <a:schemeClr val="tx2"/>
                  </a:solidFill>
                </a:rPr>
                <a:t>、</a:t>
              </a:r>
              <a:r>
                <a:rPr lang="en-US" altLang="zh-TW" sz="1300" spc="50" dirty="0">
                  <a:solidFill>
                    <a:schemeClr val="tx2"/>
                  </a:solidFill>
                </a:rPr>
                <a:t>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739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DDE3-563D-D775-2FF3-E3ED9A5C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66D37040-1CC8-1F5A-AABE-F4032B51776E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02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AB8C6D1-424E-5CAF-C234-9325E4DF24BD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系統核心與架構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226528-9D90-8020-5B3C-0B6B83CBB9E2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江芸萱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7852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D1920-0FDB-8C7E-39DA-868BC872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D38EDF7-A007-23AB-05A4-6331251E6ADE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背景與核心需求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04EA956-841F-5D1E-5E5E-F00095B9F98B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BACKGROUND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0301A3-F21A-59DE-054A-B330B8996415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37491F20-61CE-1108-B925-00B384490BA4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3" name="Partial Circle 4">
            <a:extLst>
              <a:ext uri="{FF2B5EF4-FFF2-40B4-BE49-F238E27FC236}">
                <a16:creationId xmlns:a16="http://schemas.microsoft.com/office/drawing/2014/main" id="{6F2558D2-844D-3AE0-FF7E-50F9BEF3018E}"/>
              </a:ext>
            </a:extLst>
          </p:cNvPr>
          <p:cNvSpPr/>
          <p:nvPr/>
        </p:nvSpPr>
        <p:spPr>
          <a:xfrm flipH="1">
            <a:off x="8735589" y="1804514"/>
            <a:ext cx="2513504" cy="2513498"/>
          </a:xfrm>
          <a:prstGeom prst="pie">
            <a:avLst>
              <a:gd name="adj1" fmla="val 5053615"/>
              <a:gd name="adj2" fmla="val 16200000"/>
            </a:avLst>
          </a:prstGeom>
          <a:gradFill>
            <a:gsLst>
              <a:gs pos="28000">
                <a:schemeClr val="accent1">
                  <a:lumMod val="60000"/>
                  <a:lumOff val="40000"/>
                </a:schemeClr>
              </a:gs>
              <a:gs pos="80000">
                <a:schemeClr val="accent1"/>
              </a:gs>
            </a:gsLst>
            <a:path path="circle">
              <a:fillToRect l="100000" t="100000"/>
            </a:path>
          </a:gradFill>
          <a:ln w="5868" cap="flat">
            <a:noFill/>
            <a:prstDash val="solid"/>
            <a:miter/>
          </a:ln>
        </p:spPr>
        <p:txBody>
          <a:bodyPr rtlCol="0" anchor="ctr"/>
          <a:lstStyle/>
          <a:p>
            <a:endParaRPr lang="id-ID"/>
          </a:p>
        </p:txBody>
      </p:sp>
      <p:sp>
        <p:nvSpPr>
          <p:cNvPr id="5" name="Partial Circle 16">
            <a:extLst>
              <a:ext uri="{FF2B5EF4-FFF2-40B4-BE49-F238E27FC236}">
                <a16:creationId xmlns:a16="http://schemas.microsoft.com/office/drawing/2014/main" id="{D53CCEE3-72E1-B8B4-43F1-061FBBF91E2F}"/>
              </a:ext>
            </a:extLst>
          </p:cNvPr>
          <p:cNvSpPr/>
          <p:nvPr/>
        </p:nvSpPr>
        <p:spPr>
          <a:xfrm flipH="1">
            <a:off x="4697774" y="1804514"/>
            <a:ext cx="2513504" cy="2513498"/>
          </a:xfrm>
          <a:prstGeom prst="pie">
            <a:avLst>
              <a:gd name="adj1" fmla="val 3748061"/>
              <a:gd name="adj2" fmla="val 16200000"/>
            </a:avLst>
          </a:prstGeom>
          <a:gradFill>
            <a:gsLst>
              <a:gs pos="28000">
                <a:schemeClr val="accent1">
                  <a:lumMod val="60000"/>
                  <a:lumOff val="40000"/>
                </a:schemeClr>
              </a:gs>
              <a:gs pos="80000">
                <a:schemeClr val="accent1"/>
              </a:gs>
            </a:gsLst>
            <a:path path="circle">
              <a:fillToRect l="100000" t="100000"/>
            </a:path>
          </a:gradFill>
          <a:ln w="5868" cap="flat">
            <a:noFill/>
            <a:prstDash val="solid"/>
            <a:miter/>
          </a:ln>
        </p:spPr>
        <p:txBody>
          <a:bodyPr rtlCol="0" anchor="ctr"/>
          <a:lstStyle/>
          <a:p>
            <a:endParaRPr lang="id-ID"/>
          </a:p>
        </p:txBody>
      </p:sp>
      <p:sp>
        <p:nvSpPr>
          <p:cNvPr id="11" name="Partial Circle 24">
            <a:extLst>
              <a:ext uri="{FF2B5EF4-FFF2-40B4-BE49-F238E27FC236}">
                <a16:creationId xmlns:a16="http://schemas.microsoft.com/office/drawing/2014/main" id="{7C6105F3-6970-0891-E013-1626128FC416}"/>
              </a:ext>
            </a:extLst>
          </p:cNvPr>
          <p:cNvSpPr/>
          <p:nvPr/>
        </p:nvSpPr>
        <p:spPr>
          <a:xfrm flipH="1">
            <a:off x="940494" y="1804514"/>
            <a:ext cx="2513504" cy="2513498"/>
          </a:xfrm>
          <a:prstGeom prst="pie">
            <a:avLst>
              <a:gd name="adj1" fmla="val 8658886"/>
              <a:gd name="adj2" fmla="val 16200000"/>
            </a:avLst>
          </a:prstGeom>
          <a:gradFill>
            <a:gsLst>
              <a:gs pos="28000">
                <a:schemeClr val="accent1">
                  <a:lumMod val="60000"/>
                  <a:lumOff val="40000"/>
                </a:schemeClr>
              </a:gs>
              <a:gs pos="80000">
                <a:schemeClr val="accent1"/>
              </a:gs>
            </a:gsLst>
            <a:path path="circle">
              <a:fillToRect l="100000" t="100000"/>
            </a:path>
          </a:gradFill>
          <a:ln w="5868" cap="flat">
            <a:noFill/>
            <a:prstDash val="solid"/>
            <a:miter/>
          </a:ln>
        </p:spPr>
        <p:txBody>
          <a:bodyPr rtlCol="0" anchor="ctr"/>
          <a:lstStyle/>
          <a:p>
            <a:endParaRPr lang="id-ID" dirty="0"/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6C203094-8F0B-8F53-D6F0-3BCE9BF59634}"/>
              </a:ext>
            </a:extLst>
          </p:cNvPr>
          <p:cNvGrpSpPr/>
          <p:nvPr/>
        </p:nvGrpSpPr>
        <p:grpSpPr>
          <a:xfrm>
            <a:off x="1036013" y="1943897"/>
            <a:ext cx="2322471" cy="2234726"/>
            <a:chOff x="1036013" y="1943897"/>
            <a:chExt cx="2322471" cy="2234726"/>
          </a:xfrm>
        </p:grpSpPr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AA695EC9-3A6D-3CA8-04BC-1F9F3AA222FD}"/>
                </a:ext>
              </a:extLst>
            </p:cNvPr>
            <p:cNvSpPr/>
            <p:nvPr/>
          </p:nvSpPr>
          <p:spPr>
            <a:xfrm>
              <a:off x="1079886" y="1943897"/>
              <a:ext cx="2234726" cy="2234726"/>
            </a:xfrm>
            <a:prstGeom prst="ellipse">
              <a:avLst/>
            </a:prstGeom>
            <a:solidFill>
              <a:schemeClr val="bg1"/>
            </a:solidFill>
            <a:ln w="539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3" name="Text Placeholder 3">
              <a:extLst>
                <a:ext uri="{FF2B5EF4-FFF2-40B4-BE49-F238E27FC236}">
                  <a16:creationId xmlns:a16="http://schemas.microsoft.com/office/drawing/2014/main" id="{1F23A58C-AA01-E2FA-88E2-9674C6D01106}"/>
                </a:ext>
              </a:extLst>
            </p:cNvPr>
            <p:cNvSpPr txBox="1">
              <a:spLocks/>
            </p:cNvSpPr>
            <p:nvPr/>
          </p:nvSpPr>
          <p:spPr>
            <a:xfrm>
              <a:off x="1293259" y="2440724"/>
              <a:ext cx="1857803" cy="677108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sz="5400" b="1" i="0" u="none" strike="noStrike" cap="none" spc="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j-lt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 lvl="0">
                <a:defRPr/>
              </a:pPr>
              <a:r>
                <a:rPr lang="en-US" altLang="zh-TW" sz="4400" spc="-50" dirty="0">
                  <a:solidFill>
                    <a:schemeClr val="tx2"/>
                  </a:solidFill>
                </a:rPr>
                <a:t>35%</a:t>
              </a:r>
              <a:endParaRPr lang="en-US" sz="4400" spc="-50" dirty="0">
                <a:solidFill>
                  <a:schemeClr val="tx2"/>
                </a:solidFill>
              </a:endParaRPr>
            </a:p>
          </p:txBody>
        </p:sp>
        <p:sp>
          <p:nvSpPr>
            <p:cNvPr id="15" name="TextBox 30">
              <a:extLst>
                <a:ext uri="{FF2B5EF4-FFF2-40B4-BE49-F238E27FC236}">
                  <a16:creationId xmlns:a16="http://schemas.microsoft.com/office/drawing/2014/main" id="{1E570841-7275-ADBA-E012-751EA0BE8E57}"/>
                </a:ext>
              </a:extLst>
            </p:cNvPr>
            <p:cNvSpPr txBox="1"/>
            <p:nvPr/>
          </p:nvSpPr>
          <p:spPr>
            <a:xfrm>
              <a:off x="1036013" y="3222971"/>
              <a:ext cx="2322471" cy="619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2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有閒置書想清空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卻懶得處理</a:t>
              </a: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3F971BE3-0D1C-E529-30F1-3869A2F6756B}"/>
              </a:ext>
            </a:extLst>
          </p:cNvPr>
          <p:cNvGrpSpPr/>
          <p:nvPr/>
        </p:nvGrpSpPr>
        <p:grpSpPr>
          <a:xfrm>
            <a:off x="4793293" y="1943897"/>
            <a:ext cx="2322471" cy="2234726"/>
            <a:chOff x="4793293" y="1943897"/>
            <a:chExt cx="2322471" cy="2234726"/>
          </a:xfrm>
        </p:grpSpPr>
        <p:sp>
          <p:nvSpPr>
            <p:cNvPr id="10" name="Oval 17">
              <a:extLst>
                <a:ext uri="{FF2B5EF4-FFF2-40B4-BE49-F238E27FC236}">
                  <a16:creationId xmlns:a16="http://schemas.microsoft.com/office/drawing/2014/main" id="{9BAE6B1C-82D6-38E0-E8E5-1FC137DADABF}"/>
                </a:ext>
              </a:extLst>
            </p:cNvPr>
            <p:cNvSpPr/>
            <p:nvPr/>
          </p:nvSpPr>
          <p:spPr>
            <a:xfrm>
              <a:off x="4837166" y="1943897"/>
              <a:ext cx="2234726" cy="2234726"/>
            </a:xfrm>
            <a:prstGeom prst="ellipse">
              <a:avLst/>
            </a:prstGeom>
            <a:solidFill>
              <a:schemeClr val="bg1"/>
            </a:solidFill>
            <a:ln w="539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6" name="Text Placeholder 3">
              <a:extLst>
                <a:ext uri="{FF2B5EF4-FFF2-40B4-BE49-F238E27FC236}">
                  <a16:creationId xmlns:a16="http://schemas.microsoft.com/office/drawing/2014/main" id="{504A969A-213F-9EB2-42B3-EDFC301B64A5}"/>
                </a:ext>
              </a:extLst>
            </p:cNvPr>
            <p:cNvSpPr txBox="1">
              <a:spLocks/>
            </p:cNvSpPr>
            <p:nvPr/>
          </p:nvSpPr>
          <p:spPr>
            <a:xfrm>
              <a:off x="5039068" y="2440724"/>
              <a:ext cx="1861692" cy="677108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sz="5400" b="1" i="0" u="none" strike="noStrike" cap="none" spc="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j-lt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 lvl="0">
                <a:defRPr/>
              </a:pPr>
              <a:r>
                <a:rPr lang="en-US" altLang="zh-TW" sz="4400" spc="-50" dirty="0">
                  <a:solidFill>
                    <a:schemeClr val="tx2"/>
                  </a:solidFill>
                </a:rPr>
                <a:t>57.9%</a:t>
              </a:r>
              <a:endParaRPr lang="en-US" sz="4400" spc="-50" dirty="0">
                <a:solidFill>
                  <a:schemeClr val="tx2"/>
                </a:solidFill>
              </a:endParaRPr>
            </a:p>
          </p:txBody>
        </p:sp>
        <p:sp>
          <p:nvSpPr>
            <p:cNvPr id="17" name="TextBox 30">
              <a:extLst>
                <a:ext uri="{FF2B5EF4-FFF2-40B4-BE49-F238E27FC236}">
                  <a16:creationId xmlns:a16="http://schemas.microsoft.com/office/drawing/2014/main" id="{3D9A80AC-61DA-35A3-C030-E8E17415705B}"/>
                </a:ext>
              </a:extLst>
            </p:cNvPr>
            <p:cNvSpPr txBox="1"/>
            <p:nvPr/>
          </p:nvSpPr>
          <p:spPr>
            <a:xfrm>
              <a:off x="4793293" y="3222971"/>
              <a:ext cx="2322471" cy="619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2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寄送不便在於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包裝與跑超商</a:t>
              </a: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97A36E4D-59A5-8349-176A-A78AB0154978}"/>
              </a:ext>
            </a:extLst>
          </p:cNvPr>
          <p:cNvGrpSpPr/>
          <p:nvPr/>
        </p:nvGrpSpPr>
        <p:grpSpPr>
          <a:xfrm>
            <a:off x="8831108" y="1943897"/>
            <a:ext cx="2322471" cy="2234726"/>
            <a:chOff x="8831108" y="1943897"/>
            <a:chExt cx="2322471" cy="2234726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85A8B154-2431-568E-AE50-90DC8C21BEA2}"/>
                </a:ext>
              </a:extLst>
            </p:cNvPr>
            <p:cNvSpPr/>
            <p:nvPr/>
          </p:nvSpPr>
          <p:spPr>
            <a:xfrm>
              <a:off x="8874981" y="1943897"/>
              <a:ext cx="2234726" cy="2234726"/>
            </a:xfrm>
            <a:prstGeom prst="ellipse">
              <a:avLst/>
            </a:prstGeom>
            <a:solidFill>
              <a:schemeClr val="bg1"/>
            </a:solidFill>
            <a:ln w="539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8" name="Text Placeholder 3">
              <a:extLst>
                <a:ext uri="{FF2B5EF4-FFF2-40B4-BE49-F238E27FC236}">
                  <a16:creationId xmlns:a16="http://schemas.microsoft.com/office/drawing/2014/main" id="{594A164E-FF75-1D7D-D8B2-A3D829E486EA}"/>
                </a:ext>
              </a:extLst>
            </p:cNvPr>
            <p:cNvSpPr txBox="1">
              <a:spLocks/>
            </p:cNvSpPr>
            <p:nvPr/>
          </p:nvSpPr>
          <p:spPr>
            <a:xfrm>
              <a:off x="9065059" y="2440724"/>
              <a:ext cx="1833682" cy="677108"/>
            </a:xfrm>
            <a:prstGeom prst="rect">
              <a:avLst/>
            </a:prstGeom>
          </p:spPr>
          <p:txBody>
            <a:bodyPr wrap="square" lIns="0" tIns="0" rIns="0" bIns="0" anchor="b"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sz="5400" b="1" i="0" u="none" strike="noStrike" cap="none" spc="0" normalizeH="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j-lt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 lvl="0">
                <a:defRPr/>
              </a:pPr>
              <a:r>
                <a:rPr lang="en-US" altLang="zh-TW" sz="4400" spc="-50" dirty="0">
                  <a:solidFill>
                    <a:schemeClr val="tx2"/>
                  </a:solidFill>
                </a:rPr>
                <a:t>51.4%</a:t>
              </a:r>
              <a:endParaRPr lang="en-US" sz="4400" spc="-50" dirty="0">
                <a:solidFill>
                  <a:schemeClr val="tx2"/>
                </a:solidFill>
              </a:endParaRPr>
            </a:p>
          </p:txBody>
        </p:sp>
        <p:sp>
          <p:nvSpPr>
            <p:cNvPr id="19" name="TextBox 30">
              <a:extLst>
                <a:ext uri="{FF2B5EF4-FFF2-40B4-BE49-F238E27FC236}">
                  <a16:creationId xmlns:a16="http://schemas.microsoft.com/office/drawing/2014/main" id="{E58B81E3-D298-F413-2023-E82804FE4B64}"/>
                </a:ext>
              </a:extLst>
            </p:cNvPr>
            <p:cNvSpPr txBox="1"/>
            <p:nvPr/>
          </p:nvSpPr>
          <p:spPr>
            <a:xfrm>
              <a:off x="8831108" y="3222971"/>
              <a:ext cx="2322471" cy="619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200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偏好以實體儲物櫃</a:t>
              </a:r>
            </a:p>
            <a:p>
              <a:pPr algn="ctr">
                <a:lnSpc>
                  <a:spcPct val="110000"/>
                </a:lnSpc>
                <a:spcAft>
                  <a:spcPts val="0"/>
                </a:spcAft>
              </a:pPr>
              <a:r>
                <a:rPr lang="zh-TW" altLang="en-US" sz="1600" i="0" spc="50" dirty="0">
                  <a:solidFill>
                    <a:schemeClr val="tx1"/>
                  </a:solidFill>
                  <a:latin typeface="Noto Sans TC (本文)"/>
                  <a:ea typeface="+mn-ea"/>
                </a:rPr>
                <a:t>改善寄送</a:t>
              </a: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E4677EDD-25BA-61CC-AD63-441F0A59156A}"/>
              </a:ext>
            </a:extLst>
          </p:cNvPr>
          <p:cNvGrpSpPr/>
          <p:nvPr/>
        </p:nvGrpSpPr>
        <p:grpSpPr>
          <a:xfrm>
            <a:off x="4484429" y="4504206"/>
            <a:ext cx="2940194" cy="878583"/>
            <a:chOff x="4484429" y="4504206"/>
            <a:chExt cx="2940194" cy="878583"/>
          </a:xfrm>
        </p:grpSpPr>
        <p:cxnSp>
          <p:nvCxnSpPr>
            <p:cNvPr id="8" name="線條 9">
              <a:extLst>
                <a:ext uri="{FF2B5EF4-FFF2-40B4-BE49-F238E27FC236}">
                  <a16:creationId xmlns:a16="http://schemas.microsoft.com/office/drawing/2014/main" id="{03DD80B9-EA95-44F1-EB40-AC176626A486}"/>
                </a:ext>
              </a:extLst>
            </p:cNvPr>
            <p:cNvCxnSpPr>
              <a:cxnSpLocks/>
            </p:cNvCxnSpPr>
            <p:nvPr/>
          </p:nvCxnSpPr>
          <p:spPr>
            <a:xfrm>
              <a:off x="5936875" y="4504206"/>
              <a:ext cx="0" cy="288000"/>
            </a:xfrm>
            <a:prstGeom prst="line">
              <a:avLst/>
            </a:prstGeom>
            <a:ln w="19050">
              <a:solidFill>
                <a:srgbClr val="8AA1AC"/>
              </a:solidFill>
              <a:tailEnd type="triangle" w="med" len="med"/>
            </a:ln>
          </p:spPr>
        </p:cxnSp>
        <p:sp>
          <p:nvSpPr>
            <p:cNvPr id="33" name="對應 10">
              <a:extLst>
                <a:ext uri="{FF2B5EF4-FFF2-40B4-BE49-F238E27FC236}">
                  <a16:creationId xmlns:a16="http://schemas.microsoft.com/office/drawing/2014/main" id="{A78A62F4-A548-8B7C-152C-D7014E5FC96C}"/>
                </a:ext>
              </a:extLst>
            </p:cNvPr>
            <p:cNvSpPr/>
            <p:nvPr/>
          </p:nvSpPr>
          <p:spPr>
            <a:xfrm>
              <a:off x="4484429" y="4842789"/>
              <a:ext cx="2940194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TW" altLang="en-US" sz="14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7DD8293A-6AC2-129D-75C8-089D8A3E4C4E}"/>
                </a:ext>
              </a:extLst>
            </p:cNvPr>
            <p:cNvSpPr txBox="1"/>
            <p:nvPr/>
          </p:nvSpPr>
          <p:spPr>
            <a:xfrm>
              <a:off x="5202432" y="4904908"/>
              <a:ext cx="1889156" cy="39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b="1" spc="100" dirty="0">
                  <a:solidFill>
                    <a:srgbClr val="F8FAFB"/>
                  </a:solidFill>
                  <a:latin typeface="+mj-ea"/>
                  <a:ea typeface="+mj-ea"/>
                </a:rPr>
                <a:t>智慧書櫃免寄送</a:t>
              </a:r>
            </a:p>
          </p:txBody>
        </p:sp>
        <p:pic>
          <p:nvPicPr>
            <p:cNvPr id="38" name="圖示 18">
              <a:extLst>
                <a:ext uri="{FF2B5EF4-FFF2-40B4-BE49-F238E27FC236}">
                  <a16:creationId xmlns:a16="http://schemas.microsoft.com/office/drawing/2014/main" id="{D8746F93-73B9-F97B-774E-A3BD1B4EF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8287"/>
            <a:stretch>
              <a:fillRect/>
            </a:stretch>
          </p:blipFill>
          <p:spPr>
            <a:xfrm>
              <a:off x="4927588" y="4980724"/>
              <a:ext cx="288000" cy="264131"/>
            </a:xfrm>
            <a:prstGeom prst="rect">
              <a:avLst/>
            </a:prstGeom>
          </p:spPr>
        </p:pic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6450521-43D3-ADB9-7BE5-1B06A9EFF72A}"/>
              </a:ext>
            </a:extLst>
          </p:cNvPr>
          <p:cNvSpPr txBox="1"/>
          <p:nvPr/>
        </p:nvSpPr>
        <p:spPr>
          <a:xfrm>
            <a:off x="681136" y="5641156"/>
            <a:ext cx="10674221" cy="415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160000"/>
              </a:lnSpc>
            </a:pPr>
            <a:r>
              <a:rPr lang="zh-TW" altLang="en-US" sz="1500" spc="50" dirty="0">
                <a:solidFill>
                  <a:schemeClr val="accent5"/>
                </a:solidFill>
                <a:latin typeface="+mn-ea"/>
              </a:rPr>
              <a:t>資料來源：本團隊二手書交易需求調查，有效問卷 </a:t>
            </a:r>
            <a:r>
              <a:rPr lang="en-US" altLang="zh-TW" sz="1500" spc="50" dirty="0">
                <a:solidFill>
                  <a:schemeClr val="accent5"/>
                </a:solidFill>
                <a:latin typeface="+mn-ea"/>
              </a:rPr>
              <a:t>498 </a:t>
            </a:r>
            <a:r>
              <a:rPr lang="zh-TW" altLang="en-US" sz="1500" spc="50" dirty="0">
                <a:solidFill>
                  <a:schemeClr val="accent5"/>
                </a:solidFill>
                <a:latin typeface="+mn-ea"/>
              </a:rPr>
              <a:t>份。</a:t>
            </a: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AFC4EFB0-E527-8478-0C34-92AD01305414}"/>
              </a:ext>
            </a:extLst>
          </p:cNvPr>
          <p:cNvGrpSpPr/>
          <p:nvPr/>
        </p:nvGrpSpPr>
        <p:grpSpPr>
          <a:xfrm>
            <a:off x="729563" y="4504206"/>
            <a:ext cx="2940194" cy="878583"/>
            <a:chOff x="729563" y="4504206"/>
            <a:chExt cx="2940194" cy="878583"/>
          </a:xfrm>
        </p:grpSpPr>
        <p:cxnSp>
          <p:nvCxnSpPr>
            <p:cNvPr id="48" name="線條 9">
              <a:extLst>
                <a:ext uri="{FF2B5EF4-FFF2-40B4-BE49-F238E27FC236}">
                  <a16:creationId xmlns:a16="http://schemas.microsoft.com/office/drawing/2014/main" id="{B1BA5099-B3CE-DE4D-7470-A0F1391296D5}"/>
                </a:ext>
              </a:extLst>
            </p:cNvPr>
            <p:cNvCxnSpPr>
              <a:cxnSpLocks/>
            </p:cNvCxnSpPr>
            <p:nvPr/>
          </p:nvCxnSpPr>
          <p:spPr>
            <a:xfrm>
              <a:off x="2182009" y="4504206"/>
              <a:ext cx="0" cy="288000"/>
            </a:xfrm>
            <a:prstGeom prst="line">
              <a:avLst/>
            </a:prstGeom>
            <a:ln w="19050">
              <a:solidFill>
                <a:srgbClr val="8AA1AC"/>
              </a:solidFill>
              <a:tailEnd type="triangle" w="med" len="med"/>
            </a:ln>
          </p:spPr>
        </p:cxnSp>
        <p:sp>
          <p:nvSpPr>
            <p:cNvPr id="49" name="對應 10">
              <a:extLst>
                <a:ext uri="{FF2B5EF4-FFF2-40B4-BE49-F238E27FC236}">
                  <a16:creationId xmlns:a16="http://schemas.microsoft.com/office/drawing/2014/main" id="{C89621D4-2F24-8D8B-01D4-FAA519C321CA}"/>
                </a:ext>
              </a:extLst>
            </p:cNvPr>
            <p:cNvSpPr/>
            <p:nvPr/>
          </p:nvSpPr>
          <p:spPr>
            <a:xfrm>
              <a:off x="729563" y="4842789"/>
              <a:ext cx="2940194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TW" altLang="en-US" sz="14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BF64A6E9-321C-318F-C8BE-99806091B2A3}"/>
                </a:ext>
              </a:extLst>
            </p:cNvPr>
            <p:cNvSpPr txBox="1"/>
            <p:nvPr/>
          </p:nvSpPr>
          <p:spPr>
            <a:xfrm>
              <a:off x="1394878" y="4904908"/>
              <a:ext cx="1945477" cy="39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TW" b="1" spc="100" dirty="0">
                  <a:solidFill>
                    <a:srgbClr val="F8FAFB"/>
                  </a:solidFill>
                  <a:latin typeface="+mj-ea"/>
                  <a:ea typeface="+mj-ea"/>
                </a:rPr>
                <a:t>AI</a:t>
              </a:r>
              <a:r>
                <a:rPr lang="en-US" altLang="zh-TW" sz="800" b="1" spc="100" dirty="0">
                  <a:solidFill>
                    <a:srgbClr val="F8FAFB"/>
                  </a:solidFill>
                  <a:latin typeface="+mj-ea"/>
                  <a:ea typeface="+mj-ea"/>
                </a:rPr>
                <a:t> </a:t>
              </a:r>
              <a:r>
                <a:rPr lang="zh-TW" altLang="en-US" b="1" spc="100" dirty="0">
                  <a:solidFill>
                    <a:srgbClr val="F8FAFB"/>
                  </a:solidFill>
                  <a:latin typeface="+mj-ea"/>
                  <a:ea typeface="+mj-ea"/>
                </a:rPr>
                <a:t>降低上架負擔</a:t>
              </a:r>
            </a:p>
          </p:txBody>
        </p:sp>
        <p:pic>
          <p:nvPicPr>
            <p:cNvPr id="56" name="圖示 11">
              <a:extLst>
                <a:ext uri="{FF2B5EF4-FFF2-40B4-BE49-F238E27FC236}">
                  <a16:creationId xmlns:a16="http://schemas.microsoft.com/office/drawing/2014/main" id="{129F3DB3-47A1-A495-42DA-C95E27BB0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507"/>
            <a:stretch>
              <a:fillRect/>
            </a:stretch>
          </p:blipFill>
          <p:spPr>
            <a:xfrm>
              <a:off x="1078850" y="4955615"/>
              <a:ext cx="329184" cy="314348"/>
            </a:xfrm>
            <a:prstGeom prst="rect">
              <a:avLst/>
            </a:prstGeom>
          </p:spPr>
        </p:pic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F8D7F460-1DC0-4F96-B8CD-599F31E834D3}"/>
              </a:ext>
            </a:extLst>
          </p:cNvPr>
          <p:cNvGrpSpPr/>
          <p:nvPr/>
        </p:nvGrpSpPr>
        <p:grpSpPr>
          <a:xfrm>
            <a:off x="8522244" y="4504206"/>
            <a:ext cx="2940194" cy="878583"/>
            <a:chOff x="8522244" y="4504206"/>
            <a:chExt cx="2940194" cy="878583"/>
          </a:xfrm>
        </p:grpSpPr>
        <p:cxnSp>
          <p:nvCxnSpPr>
            <p:cNvPr id="43" name="線條 9">
              <a:extLst>
                <a:ext uri="{FF2B5EF4-FFF2-40B4-BE49-F238E27FC236}">
                  <a16:creationId xmlns:a16="http://schemas.microsoft.com/office/drawing/2014/main" id="{5E7A2E98-0516-904B-DA73-D2EADCA6CB4D}"/>
                </a:ext>
              </a:extLst>
            </p:cNvPr>
            <p:cNvCxnSpPr>
              <a:cxnSpLocks/>
            </p:cNvCxnSpPr>
            <p:nvPr/>
          </p:nvCxnSpPr>
          <p:spPr>
            <a:xfrm>
              <a:off x="9974690" y="4504206"/>
              <a:ext cx="0" cy="288000"/>
            </a:xfrm>
            <a:prstGeom prst="line">
              <a:avLst/>
            </a:prstGeom>
            <a:ln w="19050">
              <a:solidFill>
                <a:srgbClr val="8AA1AC"/>
              </a:solidFill>
              <a:tailEnd type="triangle" w="med" len="med"/>
            </a:ln>
          </p:spPr>
        </p:cxnSp>
        <p:sp>
          <p:nvSpPr>
            <p:cNvPr id="44" name="對應 10">
              <a:extLst>
                <a:ext uri="{FF2B5EF4-FFF2-40B4-BE49-F238E27FC236}">
                  <a16:creationId xmlns:a16="http://schemas.microsoft.com/office/drawing/2014/main" id="{EC29130A-A3B3-EB01-AAC1-F014E0985041}"/>
                </a:ext>
              </a:extLst>
            </p:cNvPr>
            <p:cNvSpPr/>
            <p:nvPr/>
          </p:nvSpPr>
          <p:spPr>
            <a:xfrm>
              <a:off x="8522244" y="4842789"/>
              <a:ext cx="2940194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TW" altLang="en-US" sz="14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94A4D052-84E4-2B40-F914-E83A9C5B7F13}"/>
                </a:ext>
              </a:extLst>
            </p:cNvPr>
            <p:cNvSpPr txBox="1"/>
            <p:nvPr/>
          </p:nvSpPr>
          <p:spPr>
            <a:xfrm>
              <a:off x="8951003" y="4904908"/>
              <a:ext cx="2418376" cy="396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TW" b="1" spc="50" dirty="0">
                  <a:solidFill>
                    <a:srgbClr val="F8FAFB"/>
                  </a:solidFill>
                  <a:latin typeface="+mj-ea"/>
                  <a:ea typeface="+mj-ea"/>
                </a:rPr>
                <a:t>App</a:t>
              </a:r>
              <a:r>
                <a:rPr lang="en-US" altLang="zh-TW" sz="800" b="1" spc="50" dirty="0">
                  <a:solidFill>
                    <a:srgbClr val="F8FAFB"/>
                  </a:solidFill>
                  <a:latin typeface="+mj-ea"/>
                  <a:ea typeface="+mj-ea"/>
                </a:rPr>
                <a:t> </a:t>
              </a:r>
              <a:r>
                <a:rPr lang="zh-TW" altLang="en-US" b="1" spc="50" dirty="0">
                  <a:solidFill>
                    <a:srgbClr val="F8FAFB"/>
                  </a:solidFill>
                  <a:latin typeface="+mj-ea"/>
                  <a:ea typeface="+mj-ea"/>
                </a:rPr>
                <a:t>串接非同步交付</a:t>
              </a:r>
            </a:p>
          </p:txBody>
        </p:sp>
        <p:pic>
          <p:nvPicPr>
            <p:cNvPr id="57" name="圖示 25">
              <a:extLst>
                <a:ext uri="{FF2B5EF4-FFF2-40B4-BE49-F238E27FC236}">
                  <a16:creationId xmlns:a16="http://schemas.microsoft.com/office/drawing/2014/main" id="{2776AE23-4D73-1BF4-B94B-DF818930E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585" r="14595" b="6135"/>
            <a:stretch>
              <a:fillRect/>
            </a:stretch>
          </p:blipFill>
          <p:spPr>
            <a:xfrm>
              <a:off x="8750983" y="4960978"/>
              <a:ext cx="253118" cy="30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75671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1" grpId="0" animBg="1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C5F5A-959B-9BDB-D3AF-13037885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9D2E695-0E1F-2F86-BF64-2125783CCF86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2D4ED85-3BB0-7F6B-34B9-F25177F5330E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5E110F-AB2E-2789-737D-E85B45F2609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5E5E9CE2-BC8F-DB40-F27B-4BDC2631B2B9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D6FD8076-B401-7D90-5717-AFED3DFE3727}"/>
              </a:ext>
            </a:extLst>
          </p:cNvPr>
          <p:cNvGrpSpPr/>
          <p:nvPr/>
        </p:nvGrpSpPr>
        <p:grpSpPr>
          <a:xfrm>
            <a:off x="761220" y="1571474"/>
            <a:ext cx="2541600" cy="604800"/>
            <a:chOff x="761220" y="1571474"/>
            <a:chExt cx="2541600" cy="604800"/>
          </a:xfrm>
        </p:grpSpPr>
        <p:sp>
          <p:nvSpPr>
            <p:cNvPr id="22" name="Rectangle: Rounded Corners 6">
              <a:extLst>
                <a:ext uri="{FF2B5EF4-FFF2-40B4-BE49-F238E27FC236}">
                  <a16:creationId xmlns:a16="http://schemas.microsoft.com/office/drawing/2014/main" id="{B3AC9DAC-43C5-4486-F1C4-7FA1E066EF83}"/>
                </a:ext>
              </a:extLst>
            </p:cNvPr>
            <p:cNvSpPr/>
            <p:nvPr/>
          </p:nvSpPr>
          <p:spPr>
            <a:xfrm>
              <a:off x="761220" y="1571474"/>
              <a:ext cx="2541600" cy="604800"/>
            </a:xfrm>
            <a:prstGeom prst="roundRect">
              <a:avLst>
                <a:gd name="adj" fmla="val 2002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圖示 7">
              <a:extLst>
                <a:ext uri="{FF2B5EF4-FFF2-40B4-BE49-F238E27FC236}">
                  <a16:creationId xmlns:a16="http://schemas.microsoft.com/office/drawing/2014/main" id="{A8456A8C-CFF4-279A-F454-6EF3DF07D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3538"/>
            <a:stretch>
              <a:fillRect/>
            </a:stretch>
          </p:blipFill>
          <p:spPr>
            <a:xfrm>
              <a:off x="884066" y="1731565"/>
              <a:ext cx="329184" cy="284619"/>
            </a:xfrm>
            <a:prstGeom prst="rect">
              <a:avLst/>
            </a:prstGeom>
          </p:spPr>
        </p:pic>
        <p:sp>
          <p:nvSpPr>
            <p:cNvPr id="28" name="TextBox 44">
              <a:extLst>
                <a:ext uri="{FF2B5EF4-FFF2-40B4-BE49-F238E27FC236}">
                  <a16:creationId xmlns:a16="http://schemas.microsoft.com/office/drawing/2014/main" id="{B8DECC7B-4825-B9F9-BAC0-9F7823A78CF1}"/>
                </a:ext>
              </a:extLst>
            </p:cNvPr>
            <p:cNvSpPr txBox="1"/>
            <p:nvPr/>
          </p:nvSpPr>
          <p:spPr>
            <a:xfrm>
              <a:off x="1223599" y="1623964"/>
              <a:ext cx="1991770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AI</a:t>
              </a:r>
              <a:r>
                <a:rPr lang="en-US" altLang="zh-TW" sz="80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 </a:t>
              </a:r>
              <a:r>
                <a:rPr lang="ja-JP" altLang="en-US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服務</a:t>
              </a:r>
            </a:p>
          </p:txBody>
        </p:sp>
        <p:sp>
          <p:nvSpPr>
            <p:cNvPr id="29" name="TextBox 56">
              <a:extLst>
                <a:ext uri="{FF2B5EF4-FFF2-40B4-BE49-F238E27FC236}">
                  <a16:creationId xmlns:a16="http://schemas.microsoft.com/office/drawing/2014/main" id="{2DC18769-DCA0-8754-A342-58756304D486}"/>
                </a:ext>
              </a:extLst>
            </p:cNvPr>
            <p:cNvSpPr txBox="1"/>
            <p:nvPr/>
          </p:nvSpPr>
          <p:spPr>
            <a:xfrm>
              <a:off x="1223598" y="1836718"/>
              <a:ext cx="1991770" cy="303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150" dirty="0">
                  <a:solidFill>
                    <a:srgbClr val="727D81"/>
                  </a:solidFill>
                </a:rPr>
                <a:t>OpenAI</a:t>
              </a:r>
              <a:r>
                <a:rPr lang="zh-TW" altLang="en-US" sz="1150" dirty="0">
                  <a:solidFill>
                    <a:srgbClr val="727D81"/>
                  </a:solidFill>
                </a:rPr>
                <a:t>・</a:t>
              </a:r>
              <a:r>
                <a:rPr lang="en-US" altLang="zh-TW" sz="1150" dirty="0">
                  <a:solidFill>
                    <a:srgbClr val="727D81"/>
                  </a:solidFill>
                </a:rPr>
                <a:t>Gemini</a:t>
              </a:r>
            </a:p>
          </p:txBody>
        </p:sp>
      </p:grpSp>
      <p:grpSp>
        <p:nvGrpSpPr>
          <p:cNvPr id="160" name="群組 159">
            <a:extLst>
              <a:ext uri="{FF2B5EF4-FFF2-40B4-BE49-F238E27FC236}">
                <a16:creationId xmlns:a16="http://schemas.microsoft.com/office/drawing/2014/main" id="{163EF780-A2BD-EC3C-D5CE-097DCB2F6E4B}"/>
              </a:ext>
            </a:extLst>
          </p:cNvPr>
          <p:cNvGrpSpPr/>
          <p:nvPr/>
        </p:nvGrpSpPr>
        <p:grpSpPr>
          <a:xfrm>
            <a:off x="3470280" y="1571474"/>
            <a:ext cx="2797292" cy="604800"/>
            <a:chOff x="3470280" y="1571474"/>
            <a:chExt cx="2797292" cy="604800"/>
          </a:xfrm>
        </p:grpSpPr>
        <p:sp>
          <p:nvSpPr>
            <p:cNvPr id="41" name="Rectangle: Rounded Corners 6">
              <a:extLst>
                <a:ext uri="{FF2B5EF4-FFF2-40B4-BE49-F238E27FC236}">
                  <a16:creationId xmlns:a16="http://schemas.microsoft.com/office/drawing/2014/main" id="{C7278942-6523-086C-765B-A634F5419A94}"/>
                </a:ext>
              </a:extLst>
            </p:cNvPr>
            <p:cNvSpPr/>
            <p:nvPr/>
          </p:nvSpPr>
          <p:spPr>
            <a:xfrm>
              <a:off x="3470280" y="1571474"/>
              <a:ext cx="2541600" cy="604800"/>
            </a:xfrm>
            <a:prstGeom prst="roundRect">
              <a:avLst>
                <a:gd name="adj" fmla="val 2002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4">
              <a:extLst>
                <a:ext uri="{FF2B5EF4-FFF2-40B4-BE49-F238E27FC236}">
                  <a16:creationId xmlns:a16="http://schemas.microsoft.com/office/drawing/2014/main" id="{C5EC239F-90DB-FEA2-F45B-A7C9E1BD101C}"/>
                </a:ext>
              </a:extLst>
            </p:cNvPr>
            <p:cNvSpPr txBox="1"/>
            <p:nvPr/>
          </p:nvSpPr>
          <p:spPr>
            <a:xfrm>
              <a:off x="3932659" y="1623964"/>
              <a:ext cx="1991770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書目來源</a:t>
              </a:r>
            </a:p>
          </p:txBody>
        </p:sp>
        <p:sp>
          <p:nvSpPr>
            <p:cNvPr id="47" name="TextBox 56">
              <a:extLst>
                <a:ext uri="{FF2B5EF4-FFF2-40B4-BE49-F238E27FC236}">
                  <a16:creationId xmlns:a16="http://schemas.microsoft.com/office/drawing/2014/main" id="{C5CF2E3A-FDD7-7C5B-A036-BBE5E46B7380}"/>
                </a:ext>
              </a:extLst>
            </p:cNvPr>
            <p:cNvSpPr txBox="1"/>
            <p:nvPr/>
          </p:nvSpPr>
          <p:spPr>
            <a:xfrm>
              <a:off x="3932657" y="1836718"/>
              <a:ext cx="2334915" cy="302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150" dirty="0">
                  <a:solidFill>
                    <a:srgbClr val="727D81"/>
                  </a:solidFill>
                </a:rPr>
                <a:t>Google Books</a:t>
              </a:r>
              <a:r>
                <a:rPr lang="zh-TW" altLang="en-US" sz="1150" dirty="0">
                  <a:solidFill>
                    <a:srgbClr val="727D81"/>
                  </a:solidFill>
                </a:rPr>
                <a:t>・</a:t>
              </a:r>
              <a:r>
                <a:rPr lang="en-US" altLang="zh-TW" sz="1150" dirty="0">
                  <a:solidFill>
                    <a:srgbClr val="727D81"/>
                  </a:solidFill>
                </a:rPr>
                <a:t>Open Library</a:t>
              </a:r>
            </a:p>
          </p:txBody>
        </p:sp>
        <p:pic>
          <p:nvPicPr>
            <p:cNvPr id="71" name="圖示 12">
              <a:extLst>
                <a:ext uri="{FF2B5EF4-FFF2-40B4-BE49-F238E27FC236}">
                  <a16:creationId xmlns:a16="http://schemas.microsoft.com/office/drawing/2014/main" id="{77CA828A-CA70-8C94-1F23-C49B60443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9249"/>
            <a:stretch>
              <a:fillRect/>
            </a:stretch>
          </p:blipFill>
          <p:spPr>
            <a:xfrm>
              <a:off x="3603473" y="1724506"/>
              <a:ext cx="329184" cy="298736"/>
            </a:xfrm>
            <a:prstGeom prst="rect">
              <a:avLst/>
            </a:prstGeom>
          </p:spPr>
        </p:pic>
      </p:grpSp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EB79E573-A675-8E01-FDD2-D2198B334F20}"/>
              </a:ext>
            </a:extLst>
          </p:cNvPr>
          <p:cNvGrpSpPr/>
          <p:nvPr/>
        </p:nvGrpSpPr>
        <p:grpSpPr>
          <a:xfrm>
            <a:off x="6179340" y="1571474"/>
            <a:ext cx="2541600" cy="604800"/>
            <a:chOff x="6179340" y="1571474"/>
            <a:chExt cx="2541600" cy="604800"/>
          </a:xfrm>
        </p:grpSpPr>
        <p:sp>
          <p:nvSpPr>
            <p:cNvPr id="53" name="Rectangle: Rounded Corners 6">
              <a:extLst>
                <a:ext uri="{FF2B5EF4-FFF2-40B4-BE49-F238E27FC236}">
                  <a16:creationId xmlns:a16="http://schemas.microsoft.com/office/drawing/2014/main" id="{DD5FD833-1729-C3C4-0CCB-F6D58944C8BC}"/>
                </a:ext>
              </a:extLst>
            </p:cNvPr>
            <p:cNvSpPr/>
            <p:nvPr/>
          </p:nvSpPr>
          <p:spPr>
            <a:xfrm>
              <a:off x="6179340" y="1571474"/>
              <a:ext cx="2541600" cy="604800"/>
            </a:xfrm>
            <a:prstGeom prst="roundRect">
              <a:avLst>
                <a:gd name="adj" fmla="val 2002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44">
              <a:extLst>
                <a:ext uri="{FF2B5EF4-FFF2-40B4-BE49-F238E27FC236}">
                  <a16:creationId xmlns:a16="http://schemas.microsoft.com/office/drawing/2014/main" id="{21EA1781-4392-7A84-75AF-B4ED20FC6767}"/>
                </a:ext>
              </a:extLst>
            </p:cNvPr>
            <p:cNvSpPr txBox="1"/>
            <p:nvPr/>
          </p:nvSpPr>
          <p:spPr>
            <a:xfrm>
              <a:off x="6641719" y="1623964"/>
              <a:ext cx="1991770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交通開放資料</a:t>
              </a:r>
            </a:p>
          </p:txBody>
        </p:sp>
        <p:sp>
          <p:nvSpPr>
            <p:cNvPr id="64" name="TextBox 56">
              <a:extLst>
                <a:ext uri="{FF2B5EF4-FFF2-40B4-BE49-F238E27FC236}">
                  <a16:creationId xmlns:a16="http://schemas.microsoft.com/office/drawing/2014/main" id="{3186094E-32FD-B731-A234-D6B0AE7C550C}"/>
                </a:ext>
              </a:extLst>
            </p:cNvPr>
            <p:cNvSpPr txBox="1"/>
            <p:nvPr/>
          </p:nvSpPr>
          <p:spPr>
            <a:xfrm>
              <a:off x="6641718" y="1836718"/>
              <a:ext cx="1991770" cy="303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150" dirty="0" err="1">
                  <a:solidFill>
                    <a:srgbClr val="727D81"/>
                  </a:solidFill>
                </a:rPr>
                <a:t>data.taipei</a:t>
              </a:r>
              <a:endParaRPr lang="en-US" altLang="zh-TW" sz="1150" dirty="0">
                <a:solidFill>
                  <a:srgbClr val="727D81"/>
                </a:solidFill>
              </a:endParaRPr>
            </a:p>
          </p:txBody>
        </p:sp>
        <p:pic>
          <p:nvPicPr>
            <p:cNvPr id="73" name="圖示 17">
              <a:extLst>
                <a:ext uri="{FF2B5EF4-FFF2-40B4-BE49-F238E27FC236}">
                  <a16:creationId xmlns:a16="http://schemas.microsoft.com/office/drawing/2014/main" id="{0E80C2B7-E717-6D77-73BA-1AAFCD153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9249"/>
            <a:stretch>
              <a:fillRect/>
            </a:stretch>
          </p:blipFill>
          <p:spPr>
            <a:xfrm>
              <a:off x="6312534" y="1724506"/>
              <a:ext cx="329184" cy="298736"/>
            </a:xfrm>
            <a:prstGeom prst="rect">
              <a:avLst/>
            </a:prstGeom>
          </p:spPr>
        </p:pic>
      </p:grpSp>
      <p:grpSp>
        <p:nvGrpSpPr>
          <p:cNvPr id="162" name="群組 161">
            <a:extLst>
              <a:ext uri="{FF2B5EF4-FFF2-40B4-BE49-F238E27FC236}">
                <a16:creationId xmlns:a16="http://schemas.microsoft.com/office/drawing/2014/main" id="{F5FF647D-1DB3-AF8B-B85E-997F14CDA16A}"/>
              </a:ext>
            </a:extLst>
          </p:cNvPr>
          <p:cNvGrpSpPr/>
          <p:nvPr/>
        </p:nvGrpSpPr>
        <p:grpSpPr>
          <a:xfrm>
            <a:off x="8888400" y="1579014"/>
            <a:ext cx="2541600" cy="604800"/>
            <a:chOff x="8888400" y="1579014"/>
            <a:chExt cx="2541600" cy="604800"/>
          </a:xfrm>
        </p:grpSpPr>
        <p:sp>
          <p:nvSpPr>
            <p:cNvPr id="66" name="Rectangle: Rounded Corners 6">
              <a:extLst>
                <a:ext uri="{FF2B5EF4-FFF2-40B4-BE49-F238E27FC236}">
                  <a16:creationId xmlns:a16="http://schemas.microsoft.com/office/drawing/2014/main" id="{DF7D631E-38EB-8EB2-41D0-274858A3349A}"/>
                </a:ext>
              </a:extLst>
            </p:cNvPr>
            <p:cNvSpPr/>
            <p:nvPr/>
          </p:nvSpPr>
          <p:spPr>
            <a:xfrm>
              <a:off x="8888400" y="1579014"/>
              <a:ext cx="2541600" cy="604800"/>
            </a:xfrm>
            <a:prstGeom prst="roundRect">
              <a:avLst>
                <a:gd name="adj" fmla="val 20028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44">
              <a:extLst>
                <a:ext uri="{FF2B5EF4-FFF2-40B4-BE49-F238E27FC236}">
                  <a16:creationId xmlns:a16="http://schemas.microsoft.com/office/drawing/2014/main" id="{E6EB6B42-010E-0AF9-5C44-3B425CACE05E}"/>
                </a:ext>
              </a:extLst>
            </p:cNvPr>
            <p:cNvSpPr txBox="1"/>
            <p:nvPr/>
          </p:nvSpPr>
          <p:spPr>
            <a:xfrm>
              <a:off x="9350779" y="1631504"/>
              <a:ext cx="1991770" cy="315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50" b="1" spc="50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推播通知</a:t>
              </a:r>
            </a:p>
          </p:txBody>
        </p:sp>
        <p:sp>
          <p:nvSpPr>
            <p:cNvPr id="69" name="TextBox 56">
              <a:extLst>
                <a:ext uri="{FF2B5EF4-FFF2-40B4-BE49-F238E27FC236}">
                  <a16:creationId xmlns:a16="http://schemas.microsoft.com/office/drawing/2014/main" id="{1CF2EB62-9617-9F0C-747E-B639966D45CB}"/>
                </a:ext>
              </a:extLst>
            </p:cNvPr>
            <p:cNvSpPr txBox="1"/>
            <p:nvPr/>
          </p:nvSpPr>
          <p:spPr>
            <a:xfrm>
              <a:off x="9350778" y="1844258"/>
              <a:ext cx="1991770" cy="303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150" dirty="0">
                  <a:solidFill>
                    <a:srgbClr val="727D81"/>
                  </a:solidFill>
                </a:rPr>
                <a:t>Firebase</a:t>
              </a:r>
              <a:r>
                <a:rPr lang="zh-TW" altLang="en-US" sz="1150" dirty="0">
                  <a:solidFill>
                    <a:srgbClr val="727D81"/>
                  </a:solidFill>
                </a:rPr>
                <a:t>・</a:t>
              </a:r>
              <a:r>
                <a:rPr lang="en-US" altLang="zh-TW" sz="1150" dirty="0">
                  <a:solidFill>
                    <a:srgbClr val="727D81"/>
                  </a:solidFill>
                </a:rPr>
                <a:t>APNs</a:t>
              </a:r>
            </a:p>
          </p:txBody>
        </p:sp>
        <p:pic>
          <p:nvPicPr>
            <p:cNvPr id="75" name="圖示 22">
              <a:extLst>
                <a:ext uri="{FF2B5EF4-FFF2-40B4-BE49-F238E27FC236}">
                  <a16:creationId xmlns:a16="http://schemas.microsoft.com/office/drawing/2014/main" id="{53E10910-65C4-5B39-0CA1-F7F9A53F2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9249"/>
            <a:stretch>
              <a:fillRect/>
            </a:stretch>
          </p:blipFill>
          <p:spPr>
            <a:xfrm>
              <a:off x="9011246" y="1732046"/>
              <a:ext cx="329184" cy="298736"/>
            </a:xfrm>
            <a:prstGeom prst="rect">
              <a:avLst/>
            </a:prstGeom>
          </p:spPr>
        </p:pic>
      </p:grpSp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1F4EBC12-7454-6E26-5476-E41DCBA2FE36}"/>
              </a:ext>
            </a:extLst>
          </p:cNvPr>
          <p:cNvGrpSpPr/>
          <p:nvPr/>
        </p:nvGrpSpPr>
        <p:grpSpPr>
          <a:xfrm>
            <a:off x="2032020" y="2176272"/>
            <a:ext cx="8127180" cy="521208"/>
            <a:chOff x="2032020" y="2176272"/>
            <a:chExt cx="8127180" cy="521208"/>
          </a:xfrm>
        </p:grpSpPr>
        <p:cxnSp>
          <p:nvCxnSpPr>
            <p:cNvPr id="77" name="線條 10">
              <a:extLst>
                <a:ext uri="{FF2B5EF4-FFF2-40B4-BE49-F238E27FC236}">
                  <a16:creationId xmlns:a16="http://schemas.microsoft.com/office/drawing/2014/main" id="{7EC60F97-5D74-7ACD-5097-4C3DECA714AF}"/>
                </a:ext>
              </a:extLst>
            </p:cNvPr>
            <p:cNvCxnSpPr>
              <a:cxnSpLocks/>
            </p:cNvCxnSpPr>
            <p:nvPr/>
          </p:nvCxnSpPr>
          <p:spPr>
            <a:xfrm>
              <a:off x="2032020" y="2176272"/>
              <a:ext cx="0" cy="201168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78" name="線條 15">
              <a:extLst>
                <a:ext uri="{FF2B5EF4-FFF2-40B4-BE49-F238E27FC236}">
                  <a16:creationId xmlns:a16="http://schemas.microsoft.com/office/drawing/2014/main" id="{29D7DE8E-26F1-F22C-0DB2-04F0662D401E}"/>
                </a:ext>
              </a:extLst>
            </p:cNvPr>
            <p:cNvCxnSpPr>
              <a:cxnSpLocks/>
            </p:cNvCxnSpPr>
            <p:nvPr/>
          </p:nvCxnSpPr>
          <p:spPr>
            <a:xfrm>
              <a:off x="4741080" y="2176272"/>
              <a:ext cx="0" cy="201168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79" name="線條 20">
              <a:extLst>
                <a:ext uri="{FF2B5EF4-FFF2-40B4-BE49-F238E27FC236}">
                  <a16:creationId xmlns:a16="http://schemas.microsoft.com/office/drawing/2014/main" id="{53CD2D08-32FF-A764-CB99-20E534BA27E7}"/>
                </a:ext>
              </a:extLst>
            </p:cNvPr>
            <p:cNvCxnSpPr>
              <a:cxnSpLocks/>
            </p:cNvCxnSpPr>
            <p:nvPr/>
          </p:nvCxnSpPr>
          <p:spPr>
            <a:xfrm>
              <a:off x="7450140" y="2176272"/>
              <a:ext cx="0" cy="201168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80" name="線條 25">
              <a:extLst>
                <a:ext uri="{FF2B5EF4-FFF2-40B4-BE49-F238E27FC236}">
                  <a16:creationId xmlns:a16="http://schemas.microsoft.com/office/drawing/2014/main" id="{76037CB1-5A1A-AF36-16F4-AFDB4C34B74F}"/>
                </a:ext>
              </a:extLst>
            </p:cNvPr>
            <p:cNvCxnSpPr>
              <a:cxnSpLocks/>
            </p:cNvCxnSpPr>
            <p:nvPr/>
          </p:nvCxnSpPr>
          <p:spPr>
            <a:xfrm>
              <a:off x="10159200" y="2176272"/>
              <a:ext cx="0" cy="201168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81" name="線條 26">
              <a:extLst>
                <a:ext uri="{FF2B5EF4-FFF2-40B4-BE49-F238E27FC236}">
                  <a16:creationId xmlns:a16="http://schemas.microsoft.com/office/drawing/2014/main" id="{715D3B3F-ABF4-A9A3-19E0-AFBB01501B1A}"/>
                </a:ext>
              </a:extLst>
            </p:cNvPr>
            <p:cNvCxnSpPr>
              <a:cxnSpLocks/>
            </p:cNvCxnSpPr>
            <p:nvPr/>
          </p:nvCxnSpPr>
          <p:spPr>
            <a:xfrm>
              <a:off x="2032020" y="2377440"/>
              <a:ext cx="8127180" cy="0"/>
            </a:xfrm>
            <a:prstGeom prst="line">
              <a:avLst/>
            </a:prstGeom>
            <a:ln w="12700">
              <a:solidFill>
                <a:srgbClr val="8AA1AC"/>
              </a:solidFill>
            </a:ln>
          </p:spPr>
        </p:cxnSp>
        <p:cxnSp>
          <p:nvCxnSpPr>
            <p:cNvPr id="82" name="線條 27">
              <a:extLst>
                <a:ext uri="{FF2B5EF4-FFF2-40B4-BE49-F238E27FC236}">
                  <a16:creationId xmlns:a16="http://schemas.microsoft.com/office/drawing/2014/main" id="{1A40029E-5D83-DB50-3CF7-07760E9F93B2}"/>
                </a:ext>
              </a:extLst>
            </p:cNvPr>
            <p:cNvCxnSpPr>
              <a:cxnSpLocks/>
            </p:cNvCxnSpPr>
            <p:nvPr/>
          </p:nvCxnSpPr>
          <p:spPr>
            <a:xfrm>
              <a:off x="6095610" y="2377440"/>
              <a:ext cx="0" cy="320040"/>
            </a:xfrm>
            <a:prstGeom prst="line">
              <a:avLst/>
            </a:prstGeom>
            <a:ln w="12700">
              <a:solidFill>
                <a:srgbClr val="8AA1AC"/>
              </a:solidFill>
              <a:tailEnd type="triangle" w="med" len="med"/>
            </a:ln>
          </p:spPr>
        </p:cxnSp>
      </p:grpSp>
      <p:grpSp>
        <p:nvGrpSpPr>
          <p:cNvPr id="167" name="群組 166">
            <a:extLst>
              <a:ext uri="{FF2B5EF4-FFF2-40B4-BE49-F238E27FC236}">
                <a16:creationId xmlns:a16="http://schemas.microsoft.com/office/drawing/2014/main" id="{D14E9A0B-C9EE-A4C0-24AA-51E4BD4579DB}"/>
              </a:ext>
            </a:extLst>
          </p:cNvPr>
          <p:cNvGrpSpPr/>
          <p:nvPr/>
        </p:nvGrpSpPr>
        <p:grpSpPr>
          <a:xfrm>
            <a:off x="4297679" y="2697480"/>
            <a:ext cx="3611881" cy="3200400"/>
            <a:chOff x="4297679" y="2697480"/>
            <a:chExt cx="3611881" cy="3200400"/>
          </a:xfrm>
        </p:grpSpPr>
        <p:sp>
          <p:nvSpPr>
            <p:cNvPr id="84" name="後端區 28">
              <a:extLst>
                <a:ext uri="{FF2B5EF4-FFF2-40B4-BE49-F238E27FC236}">
                  <a16:creationId xmlns:a16="http://schemas.microsoft.com/office/drawing/2014/main" id="{6B8C257B-B941-748B-2B6D-2FDF4AAC674C}"/>
                </a:ext>
              </a:extLst>
            </p:cNvPr>
            <p:cNvSpPr/>
            <p:nvPr/>
          </p:nvSpPr>
          <p:spPr>
            <a:xfrm>
              <a:off x="4297680" y="2697480"/>
              <a:ext cx="3611880" cy="3200400"/>
            </a:xfrm>
            <a:prstGeom prst="roundRect">
              <a:avLst>
                <a:gd name="adj" fmla="val 5142"/>
              </a:avLst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86" name="TextBox 44">
              <a:extLst>
                <a:ext uri="{FF2B5EF4-FFF2-40B4-BE49-F238E27FC236}">
                  <a16:creationId xmlns:a16="http://schemas.microsoft.com/office/drawing/2014/main" id="{EDF7FCDE-ECE7-380D-D904-DD04BB92F6FD}"/>
                </a:ext>
              </a:extLst>
            </p:cNvPr>
            <p:cNvSpPr txBox="1"/>
            <p:nvPr/>
          </p:nvSpPr>
          <p:spPr>
            <a:xfrm>
              <a:off x="4297679" y="2745232"/>
              <a:ext cx="361188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350" spc="50" dirty="0">
                  <a:solidFill>
                    <a:schemeClr val="accent5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  <a:cs typeface="Poppins" panose="00000500000000000000" pitchFamily="2" charset="0"/>
                </a:rPr>
                <a:t>後端服務</a:t>
              </a:r>
              <a:endParaRPr lang="ja-JP" altLang="en-US" sz="1350" spc="5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cs typeface="Poppins" panose="00000500000000000000" pitchFamily="2" charset="0"/>
              </a:endParaRPr>
            </a:p>
          </p:txBody>
        </p:sp>
      </p:grpSp>
      <p:grpSp>
        <p:nvGrpSpPr>
          <p:cNvPr id="165" name="群組 164">
            <a:extLst>
              <a:ext uri="{FF2B5EF4-FFF2-40B4-BE49-F238E27FC236}">
                <a16:creationId xmlns:a16="http://schemas.microsoft.com/office/drawing/2014/main" id="{D449B612-DDCA-C43C-B7CF-903576C05086}"/>
              </a:ext>
            </a:extLst>
          </p:cNvPr>
          <p:cNvGrpSpPr/>
          <p:nvPr/>
        </p:nvGrpSpPr>
        <p:grpSpPr>
          <a:xfrm>
            <a:off x="4526280" y="3090671"/>
            <a:ext cx="3154680" cy="1298447"/>
            <a:chOff x="4526280" y="3090671"/>
            <a:chExt cx="3154680" cy="1298447"/>
          </a:xfrm>
        </p:grpSpPr>
        <p:sp>
          <p:nvSpPr>
            <p:cNvPr id="90" name="Rectangle: Rounded Corners 6">
              <a:extLst>
                <a:ext uri="{FF2B5EF4-FFF2-40B4-BE49-F238E27FC236}">
                  <a16:creationId xmlns:a16="http://schemas.microsoft.com/office/drawing/2014/main" id="{C92990C8-8EB6-5038-3CFA-B5D391A849C5}"/>
                </a:ext>
              </a:extLst>
            </p:cNvPr>
            <p:cNvSpPr/>
            <p:nvPr/>
          </p:nvSpPr>
          <p:spPr>
            <a:xfrm>
              <a:off x="4526280" y="3090671"/>
              <a:ext cx="3154680" cy="1298447"/>
            </a:xfrm>
            <a:prstGeom prst="roundRect">
              <a:avLst>
                <a:gd name="adj" fmla="val 8046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2" name="群組 111">
              <a:extLst>
                <a:ext uri="{FF2B5EF4-FFF2-40B4-BE49-F238E27FC236}">
                  <a16:creationId xmlns:a16="http://schemas.microsoft.com/office/drawing/2014/main" id="{9AA69CAB-90A1-CBCD-FCE8-5C99DF8AF78A}"/>
                </a:ext>
              </a:extLst>
            </p:cNvPr>
            <p:cNvGrpSpPr/>
            <p:nvPr/>
          </p:nvGrpSpPr>
          <p:grpSpPr>
            <a:xfrm>
              <a:off x="4751022" y="3445849"/>
              <a:ext cx="540000" cy="588091"/>
              <a:chOff x="4674822" y="3445849"/>
              <a:chExt cx="540000" cy="588091"/>
            </a:xfrm>
          </p:grpSpPr>
          <p:sp>
            <p:nvSpPr>
              <p:cNvPr id="107" name="Graphic 18">
                <a:extLst>
                  <a:ext uri="{FF2B5EF4-FFF2-40B4-BE49-F238E27FC236}">
                    <a16:creationId xmlns:a16="http://schemas.microsoft.com/office/drawing/2014/main" id="{45F7A5EF-BC05-F427-E3D4-D1253CBE17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74822" y="3445849"/>
                <a:ext cx="540000" cy="588091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104" name="圖示 32">
                <a:extLst>
                  <a:ext uri="{FF2B5EF4-FFF2-40B4-BE49-F238E27FC236}">
                    <a16:creationId xmlns:a16="http://schemas.microsoft.com/office/drawing/2014/main" id="{C5EFEDE6-56B4-A8E6-ACCA-2FBCF9E19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03907" y="3613337"/>
                <a:ext cx="286756" cy="286756"/>
              </a:xfrm>
              <a:prstGeom prst="rect">
                <a:avLst/>
              </a:prstGeom>
            </p:spPr>
          </p:pic>
        </p:grpSp>
        <p:sp>
          <p:nvSpPr>
            <p:cNvPr id="110" name="TextBox 44">
              <a:extLst>
                <a:ext uri="{FF2B5EF4-FFF2-40B4-BE49-F238E27FC236}">
                  <a16:creationId xmlns:a16="http://schemas.microsoft.com/office/drawing/2014/main" id="{12602B17-AD58-1AD8-0315-29F68E22C1FC}"/>
                </a:ext>
              </a:extLst>
            </p:cNvPr>
            <p:cNvSpPr txBox="1"/>
            <p:nvPr/>
          </p:nvSpPr>
          <p:spPr>
            <a:xfrm>
              <a:off x="5348345" y="3265954"/>
              <a:ext cx="1991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b="1" dirty="0">
                  <a:solidFill>
                    <a:schemeClr val="tx2"/>
                  </a:solidFill>
                  <a:latin typeface="Manrope (本文)"/>
                  <a:ea typeface="Noto Sans TC Medium" panose="020B0200000000000000" pitchFamily="34" charset="-128"/>
                  <a:cs typeface="Poppins" panose="00000500000000000000" pitchFamily="2" charset="0"/>
                </a:rPr>
                <a:t>Express API</a:t>
              </a:r>
            </a:p>
          </p:txBody>
        </p:sp>
        <p:sp>
          <p:nvSpPr>
            <p:cNvPr id="111" name="TextBox 44">
              <a:extLst>
                <a:ext uri="{FF2B5EF4-FFF2-40B4-BE49-F238E27FC236}">
                  <a16:creationId xmlns:a16="http://schemas.microsoft.com/office/drawing/2014/main" id="{FE980A01-3A18-C8AE-D09E-945F24B5AB4F}"/>
                </a:ext>
              </a:extLst>
            </p:cNvPr>
            <p:cNvSpPr txBox="1"/>
            <p:nvPr/>
          </p:nvSpPr>
          <p:spPr>
            <a:xfrm>
              <a:off x="5348345" y="3617622"/>
              <a:ext cx="2273300" cy="569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ja-JP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Node.js</a:t>
              </a:r>
              <a:r>
                <a:rPr lang="ja-JP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・</a:t>
              </a:r>
              <a:r>
                <a:rPr lang="en-US" altLang="ja-JP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301 </a:t>
              </a:r>
              <a:r>
                <a:rPr lang="ja-JP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個 </a:t>
              </a:r>
              <a:r>
                <a:rPr lang="en-US" altLang="ja-JP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API </a:t>
              </a:r>
              <a:r>
                <a:rPr lang="ja-JP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端點</a:t>
              </a:r>
            </a:p>
            <a:p>
              <a:pPr>
                <a:lnSpc>
                  <a:spcPct val="120000"/>
                </a:lnSpc>
              </a:pPr>
              <a:r>
                <a:rPr lang="en-US" altLang="ja-JP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Socket.IO </a:t>
              </a:r>
              <a:r>
                <a:rPr lang="ja-JP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即時訊息</a:t>
              </a:r>
            </a:p>
          </p:txBody>
        </p:sp>
      </p:grpSp>
      <p:grpSp>
        <p:nvGrpSpPr>
          <p:cNvPr id="172" name="群組 171">
            <a:extLst>
              <a:ext uri="{FF2B5EF4-FFF2-40B4-BE49-F238E27FC236}">
                <a16:creationId xmlns:a16="http://schemas.microsoft.com/office/drawing/2014/main" id="{EE0A4A42-EB66-8F32-D124-FAA1B5A63718}"/>
              </a:ext>
            </a:extLst>
          </p:cNvPr>
          <p:cNvGrpSpPr/>
          <p:nvPr/>
        </p:nvGrpSpPr>
        <p:grpSpPr>
          <a:xfrm>
            <a:off x="4526280" y="4389120"/>
            <a:ext cx="3154680" cy="1280161"/>
            <a:chOff x="4526280" y="4389120"/>
            <a:chExt cx="3154680" cy="1280161"/>
          </a:xfrm>
        </p:grpSpPr>
        <p:cxnSp>
          <p:nvCxnSpPr>
            <p:cNvPr id="88" name="線條 35">
              <a:extLst>
                <a:ext uri="{FF2B5EF4-FFF2-40B4-BE49-F238E27FC236}">
                  <a16:creationId xmlns:a16="http://schemas.microsoft.com/office/drawing/2014/main" id="{34E5233F-FDE5-AB15-488A-A7FEA36047F5}"/>
                </a:ext>
              </a:extLst>
            </p:cNvPr>
            <p:cNvCxnSpPr/>
            <p:nvPr/>
          </p:nvCxnSpPr>
          <p:spPr>
            <a:xfrm>
              <a:off x="6103620" y="4389120"/>
              <a:ext cx="0" cy="292608"/>
            </a:xfrm>
            <a:prstGeom prst="line">
              <a:avLst/>
            </a:prstGeom>
            <a:ln w="15875">
              <a:solidFill>
                <a:srgbClr val="8AA1AC"/>
              </a:solidFill>
              <a:headEnd type="triangle" w="med" len="med"/>
              <a:tailEnd type="triangle" w="med" len="med"/>
            </a:ln>
          </p:spPr>
        </p:cxnSp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9A9000A8-8C38-1998-0C01-705A7571E887}"/>
                </a:ext>
              </a:extLst>
            </p:cNvPr>
            <p:cNvGrpSpPr/>
            <p:nvPr/>
          </p:nvGrpSpPr>
          <p:grpSpPr>
            <a:xfrm>
              <a:off x="4526280" y="4681729"/>
              <a:ext cx="3154680" cy="987552"/>
              <a:chOff x="4526280" y="4681729"/>
              <a:chExt cx="3154680" cy="987552"/>
            </a:xfrm>
          </p:grpSpPr>
          <p:sp>
            <p:nvSpPr>
              <p:cNvPr id="91" name="Rectangle: Rounded Corners 6">
                <a:extLst>
                  <a:ext uri="{FF2B5EF4-FFF2-40B4-BE49-F238E27FC236}">
                    <a16:creationId xmlns:a16="http://schemas.microsoft.com/office/drawing/2014/main" id="{957A04D8-E762-DF1A-2E91-DAA7D233FE5D}"/>
                  </a:ext>
                </a:extLst>
              </p:cNvPr>
              <p:cNvSpPr/>
              <p:nvPr/>
            </p:nvSpPr>
            <p:spPr>
              <a:xfrm>
                <a:off x="4526280" y="4681729"/>
                <a:ext cx="3154680" cy="987552"/>
              </a:xfrm>
              <a:prstGeom prst="roundRect">
                <a:avLst>
                  <a:gd name="adj" fmla="val 11377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016000" dist="889000" dir="8100000" sx="90000" sy="90000" algn="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3" name="群組 112">
                <a:extLst>
                  <a:ext uri="{FF2B5EF4-FFF2-40B4-BE49-F238E27FC236}">
                    <a16:creationId xmlns:a16="http://schemas.microsoft.com/office/drawing/2014/main" id="{9749387D-6674-C443-EA90-5295822DA9FB}"/>
                  </a:ext>
                </a:extLst>
              </p:cNvPr>
              <p:cNvGrpSpPr/>
              <p:nvPr/>
            </p:nvGrpSpPr>
            <p:grpSpPr>
              <a:xfrm>
                <a:off x="4748895" y="4881460"/>
                <a:ext cx="540000" cy="588091"/>
                <a:chOff x="4672695" y="4881460"/>
                <a:chExt cx="540000" cy="588091"/>
              </a:xfrm>
            </p:grpSpPr>
            <p:sp>
              <p:nvSpPr>
                <p:cNvPr id="109" name="Graphic 18">
                  <a:extLst>
                    <a:ext uri="{FF2B5EF4-FFF2-40B4-BE49-F238E27FC236}">
                      <a16:creationId xmlns:a16="http://schemas.microsoft.com/office/drawing/2014/main" id="{7684A58F-7BD0-DD7E-B278-A613B96A16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672695" y="4881460"/>
                  <a:ext cx="540000" cy="588091"/>
                </a:xfrm>
                <a:custGeom>
                  <a:avLst/>
                  <a:gdLst>
                    <a:gd name="connsiteX0" fmla="*/ 1238039 w 3142829"/>
                    <a:gd name="connsiteY0" fmla="*/ 89328 h 3422732"/>
                    <a:gd name="connsiteX1" fmla="*/ 1904789 w 3142829"/>
                    <a:gd name="connsiteY1" fmla="*/ 89328 h 3422732"/>
                    <a:gd name="connsiteX2" fmla="*/ 2809455 w 3142829"/>
                    <a:gd name="connsiteY2" fmla="*/ 611635 h 3422732"/>
                    <a:gd name="connsiteX3" fmla="*/ 3142830 w 3142829"/>
                    <a:gd name="connsiteY3" fmla="*/ 1189063 h 3422732"/>
                    <a:gd name="connsiteX4" fmla="*/ 3142830 w 3142829"/>
                    <a:gd name="connsiteY4" fmla="*/ 2233669 h 3422732"/>
                    <a:gd name="connsiteX5" fmla="*/ 2809455 w 3142829"/>
                    <a:gd name="connsiteY5" fmla="*/ 2811094 h 3422732"/>
                    <a:gd name="connsiteX6" fmla="*/ 1904789 w 3142829"/>
                    <a:gd name="connsiteY6" fmla="*/ 3333407 h 3422732"/>
                    <a:gd name="connsiteX7" fmla="*/ 1238039 w 3142829"/>
                    <a:gd name="connsiteY7" fmla="*/ 3333407 h 3422732"/>
                    <a:gd name="connsiteX8" fmla="*/ 333375 w 3142829"/>
                    <a:gd name="connsiteY8" fmla="*/ 2811094 h 3422732"/>
                    <a:gd name="connsiteX9" fmla="*/ 0 w 3142829"/>
                    <a:gd name="connsiteY9" fmla="*/ 2233669 h 3422732"/>
                    <a:gd name="connsiteX10" fmla="*/ 0 w 3142829"/>
                    <a:gd name="connsiteY10" fmla="*/ 1189063 h 3422732"/>
                    <a:gd name="connsiteX11" fmla="*/ 333375 w 3142829"/>
                    <a:gd name="connsiteY11" fmla="*/ 611635 h 3422732"/>
                    <a:gd name="connsiteX12" fmla="*/ 1238039 w 3142829"/>
                    <a:gd name="connsiteY12" fmla="*/ 89328 h 3422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142829" h="3422732">
                      <a:moveTo>
                        <a:pt x="1238039" y="89328"/>
                      </a:moveTo>
                      <a:cubicBezTo>
                        <a:pt x="1444332" y="-29776"/>
                        <a:pt x="1698497" y="-29776"/>
                        <a:pt x="1904789" y="89328"/>
                      </a:cubicBezTo>
                      <a:lnTo>
                        <a:pt x="2809455" y="611635"/>
                      </a:lnTo>
                      <a:cubicBezTo>
                        <a:pt x="3015747" y="730738"/>
                        <a:pt x="3142830" y="950852"/>
                        <a:pt x="3142830" y="1189063"/>
                      </a:cubicBezTo>
                      <a:lnTo>
                        <a:pt x="3142830" y="2233669"/>
                      </a:lnTo>
                      <a:cubicBezTo>
                        <a:pt x="3142830" y="2471880"/>
                        <a:pt x="3015747" y="2691993"/>
                        <a:pt x="2809455" y="2811094"/>
                      </a:cubicBezTo>
                      <a:lnTo>
                        <a:pt x="1904789" y="3333407"/>
                      </a:lnTo>
                      <a:cubicBezTo>
                        <a:pt x="1698497" y="3452507"/>
                        <a:pt x="1444332" y="3452507"/>
                        <a:pt x="1238039" y="3333407"/>
                      </a:cubicBezTo>
                      <a:lnTo>
                        <a:pt x="333375" y="2811094"/>
                      </a:lnTo>
                      <a:cubicBezTo>
                        <a:pt x="127082" y="2691993"/>
                        <a:pt x="0" y="2471880"/>
                        <a:pt x="0" y="2233669"/>
                      </a:cubicBezTo>
                      <a:lnTo>
                        <a:pt x="0" y="1189063"/>
                      </a:lnTo>
                      <a:cubicBezTo>
                        <a:pt x="0" y="950852"/>
                        <a:pt x="127082" y="730738"/>
                        <a:pt x="333375" y="611635"/>
                      </a:cubicBezTo>
                      <a:lnTo>
                        <a:pt x="1238039" y="8932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AEBFC6"/>
                    </a:gs>
                    <a:gs pos="65000">
                      <a:srgbClr val="8098A4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  <a:effectLst>
                  <a:outerShdw blurRad="571500" dist="381000" dir="5400000" sx="85000" sy="85000" algn="t" rotWithShape="0">
                    <a:schemeClr val="accent2">
                      <a:alpha val="3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pic>
              <p:nvPicPr>
                <p:cNvPr id="105" name="圖示 38">
                  <a:extLst>
                    <a:ext uri="{FF2B5EF4-FFF2-40B4-BE49-F238E27FC236}">
                      <a16:creationId xmlns:a16="http://schemas.microsoft.com/office/drawing/2014/main" id="{559FD777-126B-1C49-3C3B-3D86862A04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03907" y="5062098"/>
                  <a:ext cx="286756" cy="286756"/>
                </a:xfrm>
                <a:prstGeom prst="rect">
                  <a:avLst/>
                </a:prstGeom>
              </p:spPr>
            </p:pic>
          </p:grpSp>
          <p:sp>
            <p:nvSpPr>
              <p:cNvPr id="114" name="TextBox 44">
                <a:extLst>
                  <a:ext uri="{FF2B5EF4-FFF2-40B4-BE49-F238E27FC236}">
                    <a16:creationId xmlns:a16="http://schemas.microsoft.com/office/drawing/2014/main" id="{1E2B8D7B-9C11-1185-6019-B000104CE708}"/>
                  </a:ext>
                </a:extLst>
              </p:cNvPr>
              <p:cNvSpPr txBox="1"/>
              <p:nvPr/>
            </p:nvSpPr>
            <p:spPr>
              <a:xfrm>
                <a:off x="5348345" y="4826215"/>
                <a:ext cx="1991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b="1" dirty="0">
                    <a:solidFill>
                      <a:schemeClr val="tx2"/>
                    </a:solidFill>
                    <a:latin typeface="Manrope (本文)"/>
                    <a:ea typeface="Noto Sans TC Medium" panose="020B0200000000000000" pitchFamily="34" charset="-128"/>
                    <a:cs typeface="Poppins" panose="00000500000000000000" pitchFamily="2" charset="0"/>
                  </a:rPr>
                  <a:t>MariaDB</a:t>
                </a:r>
              </a:p>
            </p:txBody>
          </p:sp>
          <p:sp>
            <p:nvSpPr>
              <p:cNvPr id="115" name="TextBox 44">
                <a:extLst>
                  <a:ext uri="{FF2B5EF4-FFF2-40B4-BE49-F238E27FC236}">
                    <a16:creationId xmlns:a16="http://schemas.microsoft.com/office/drawing/2014/main" id="{A4F26E74-7A70-8E99-D3B4-756D4973A5AE}"/>
                  </a:ext>
                </a:extLst>
              </p:cNvPr>
              <p:cNvSpPr txBox="1"/>
              <p:nvPr/>
            </p:nvSpPr>
            <p:spPr>
              <a:xfrm>
                <a:off x="5348345" y="5177883"/>
                <a:ext cx="2273300" cy="320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ja-JP" sz="1350" dirty="0">
                    <a:solidFill>
                      <a:srgbClr val="727D81"/>
                    </a:solidFill>
                    <a:latin typeface="Noto Sans TC (本文)"/>
                    <a:ea typeface="Noto Sans TC Medium" panose="020B0200000000000000" pitchFamily="34" charset="-128"/>
                    <a:cs typeface="Poppins" panose="00000500000000000000" pitchFamily="2" charset="0"/>
                  </a:rPr>
                  <a:t>Prisma ORM </a:t>
                </a:r>
                <a:r>
                  <a:rPr lang="ja-JP" altLang="en-US" sz="1350" dirty="0">
                    <a:solidFill>
                      <a:srgbClr val="727D81"/>
                    </a:solidFill>
                    <a:latin typeface="Noto Sans TC (本文)"/>
                    <a:ea typeface="Noto Sans TC Medium" panose="020B0200000000000000" pitchFamily="34" charset="-128"/>
                    <a:cs typeface="Poppins" panose="00000500000000000000" pitchFamily="2" charset="0"/>
                  </a:rPr>
                  <a:t>資料存取</a:t>
                </a:r>
              </a:p>
            </p:txBody>
          </p:sp>
        </p:grpSp>
      </p:grpSp>
      <p:grpSp>
        <p:nvGrpSpPr>
          <p:cNvPr id="169" name="群組 168">
            <a:extLst>
              <a:ext uri="{FF2B5EF4-FFF2-40B4-BE49-F238E27FC236}">
                <a16:creationId xmlns:a16="http://schemas.microsoft.com/office/drawing/2014/main" id="{5A2C079C-4733-70C1-3616-65098C4A2259}"/>
              </a:ext>
            </a:extLst>
          </p:cNvPr>
          <p:cNvGrpSpPr/>
          <p:nvPr/>
        </p:nvGrpSpPr>
        <p:grpSpPr>
          <a:xfrm>
            <a:off x="3273552" y="3739896"/>
            <a:ext cx="1207008" cy="568452"/>
            <a:chOff x="3273552" y="3739896"/>
            <a:chExt cx="1207008" cy="568452"/>
          </a:xfrm>
        </p:grpSpPr>
        <p:cxnSp>
          <p:nvCxnSpPr>
            <p:cNvPr id="126" name="線條 53">
              <a:extLst>
                <a:ext uri="{FF2B5EF4-FFF2-40B4-BE49-F238E27FC236}">
                  <a16:creationId xmlns:a16="http://schemas.microsoft.com/office/drawing/2014/main" id="{B88BD54E-C915-6CFB-2483-4A1CDB771104}"/>
                </a:ext>
              </a:extLst>
            </p:cNvPr>
            <p:cNvCxnSpPr/>
            <p:nvPr/>
          </p:nvCxnSpPr>
          <p:spPr>
            <a:xfrm>
              <a:off x="3511296" y="3739896"/>
              <a:ext cx="731520" cy="0"/>
            </a:xfrm>
            <a:prstGeom prst="line">
              <a:avLst/>
            </a:prstGeom>
            <a:ln w="19050">
              <a:solidFill>
                <a:srgbClr val="607D8B"/>
              </a:solidFill>
              <a:headEnd type="triangle" w="med" len="med"/>
              <a:tailEnd type="triangle" w="med" len="med"/>
            </a:ln>
          </p:spPr>
        </p:cxnSp>
        <p:sp>
          <p:nvSpPr>
            <p:cNvPr id="127" name="文字 54">
              <a:extLst>
                <a:ext uri="{FF2B5EF4-FFF2-40B4-BE49-F238E27FC236}">
                  <a16:creationId xmlns:a16="http://schemas.microsoft.com/office/drawing/2014/main" id="{607A24AC-65D3-D70D-5250-90F952C3022B}"/>
                </a:ext>
              </a:extLst>
            </p:cNvPr>
            <p:cNvSpPr txBox="1"/>
            <p:nvPr/>
          </p:nvSpPr>
          <p:spPr>
            <a:xfrm>
              <a:off x="3273552" y="3851148"/>
              <a:ext cx="12070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zh-TW" altLang="en-US" sz="1150" b="1" dirty="0">
                  <a:solidFill>
                    <a:srgbClr val="46555C"/>
                  </a:solidFill>
                </a:rPr>
                <a:t>HTTPS</a:t>
              </a:r>
              <a:endParaRPr lang="zh-TW" altLang="en-US" sz="1150" b="1" dirty="0"/>
            </a:p>
            <a:p>
              <a:pPr algn="ctr">
                <a:lnSpc>
                  <a:spcPct val="110000"/>
                </a:lnSpc>
                <a:buNone/>
              </a:pPr>
              <a:r>
                <a:rPr lang="zh-TW" altLang="en-US" sz="1150" b="1" dirty="0">
                  <a:solidFill>
                    <a:srgbClr val="46555C"/>
                  </a:solidFill>
                </a:rPr>
                <a:t>REST API</a:t>
              </a:r>
              <a:endParaRPr lang="zh-TW" altLang="en-US" sz="1150" b="1" dirty="0"/>
            </a:p>
          </p:txBody>
        </p:sp>
      </p:grpSp>
      <p:grpSp>
        <p:nvGrpSpPr>
          <p:cNvPr id="168" name="群組 167">
            <a:extLst>
              <a:ext uri="{FF2B5EF4-FFF2-40B4-BE49-F238E27FC236}">
                <a16:creationId xmlns:a16="http://schemas.microsoft.com/office/drawing/2014/main" id="{0E393C16-CC66-4808-2949-8C8887A0FD49}"/>
              </a:ext>
            </a:extLst>
          </p:cNvPr>
          <p:cNvGrpSpPr/>
          <p:nvPr/>
        </p:nvGrpSpPr>
        <p:grpSpPr>
          <a:xfrm>
            <a:off x="7726680" y="3739896"/>
            <a:ext cx="1188720" cy="568452"/>
            <a:chOff x="7726680" y="3739896"/>
            <a:chExt cx="1188720" cy="568452"/>
          </a:xfrm>
        </p:grpSpPr>
        <p:cxnSp>
          <p:nvCxnSpPr>
            <p:cNvPr id="128" name="線條 55">
              <a:extLst>
                <a:ext uri="{FF2B5EF4-FFF2-40B4-BE49-F238E27FC236}">
                  <a16:creationId xmlns:a16="http://schemas.microsoft.com/office/drawing/2014/main" id="{7A437AB7-2CBC-1FFE-09DC-D979FA16109E}"/>
                </a:ext>
              </a:extLst>
            </p:cNvPr>
            <p:cNvCxnSpPr/>
            <p:nvPr/>
          </p:nvCxnSpPr>
          <p:spPr>
            <a:xfrm>
              <a:off x="7964424" y="3739896"/>
              <a:ext cx="713232" cy="0"/>
            </a:xfrm>
            <a:prstGeom prst="line">
              <a:avLst/>
            </a:prstGeom>
            <a:ln w="19050">
              <a:solidFill>
                <a:srgbClr val="607D8B"/>
              </a:solidFill>
              <a:headEnd type="triangle" w="med" len="med"/>
              <a:tailEnd type="triangle" w="med" len="med"/>
            </a:ln>
          </p:spPr>
        </p:cxnSp>
        <p:sp>
          <p:nvSpPr>
            <p:cNvPr id="129" name="文字 56">
              <a:extLst>
                <a:ext uri="{FF2B5EF4-FFF2-40B4-BE49-F238E27FC236}">
                  <a16:creationId xmlns:a16="http://schemas.microsoft.com/office/drawing/2014/main" id="{5C888A15-FB1D-B971-8EAB-45C94C98EE50}"/>
                </a:ext>
              </a:extLst>
            </p:cNvPr>
            <p:cNvSpPr txBox="1"/>
            <p:nvPr/>
          </p:nvSpPr>
          <p:spPr>
            <a:xfrm>
              <a:off x="7726680" y="3851148"/>
              <a:ext cx="11887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zh-TW" altLang="en-US" sz="1150" b="1" spc="-50" dirty="0">
                  <a:solidFill>
                    <a:srgbClr val="46555C"/>
                  </a:solidFill>
                  <a:latin typeface="Manrope (本文)"/>
                </a:rPr>
                <a:t>HTTPS </a:t>
              </a:r>
              <a:r>
                <a:rPr lang="zh-TW" altLang="en-US" sz="1150" spc="-50" dirty="0">
                  <a:solidFill>
                    <a:srgbClr val="46555C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輪詢</a:t>
              </a:r>
              <a:endParaRPr lang="zh-TW" altLang="en-US" sz="1150" spc="-50" dirty="0">
                <a:latin typeface="Noto Sans TC Medium" panose="020B0200000000000000" pitchFamily="34" charset="-120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10000"/>
                </a:lnSpc>
                <a:buNone/>
              </a:pPr>
              <a:r>
                <a:rPr lang="zh-TW" altLang="en-US" sz="1150" dirty="0">
                  <a:solidFill>
                    <a:srgbClr val="46555C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裝置憑證</a:t>
              </a:r>
              <a:endParaRPr lang="zh-TW" altLang="en-US" sz="1150" dirty="0">
                <a:latin typeface="Noto Sans TC Medium" panose="020B0200000000000000" pitchFamily="34" charset="-120"/>
                <a:ea typeface="Noto Sans TC Medium" panose="020B0200000000000000" pitchFamily="34" charset="-120"/>
              </a:endParaRPr>
            </a:p>
          </p:txBody>
        </p:sp>
      </p:grp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7B707DE8-1410-D8ED-9C7E-CA1A2F908669}"/>
              </a:ext>
            </a:extLst>
          </p:cNvPr>
          <p:cNvGrpSpPr/>
          <p:nvPr/>
        </p:nvGrpSpPr>
        <p:grpSpPr>
          <a:xfrm>
            <a:off x="8732521" y="3090671"/>
            <a:ext cx="2697480" cy="2578606"/>
            <a:chOff x="8732521" y="3090671"/>
            <a:chExt cx="2697480" cy="2578606"/>
          </a:xfrm>
        </p:grpSpPr>
        <p:sp>
          <p:nvSpPr>
            <p:cNvPr id="134" name="Rectangle: Rounded Corners 6">
              <a:extLst>
                <a:ext uri="{FF2B5EF4-FFF2-40B4-BE49-F238E27FC236}">
                  <a16:creationId xmlns:a16="http://schemas.microsoft.com/office/drawing/2014/main" id="{09C55062-56C1-4D20-14AF-EFA87B9BAE5F}"/>
                </a:ext>
              </a:extLst>
            </p:cNvPr>
            <p:cNvSpPr/>
            <p:nvPr/>
          </p:nvSpPr>
          <p:spPr>
            <a:xfrm>
              <a:off x="8732521" y="3090671"/>
              <a:ext cx="2697480" cy="2578606"/>
            </a:xfrm>
            <a:prstGeom prst="roundRect">
              <a:avLst>
                <a:gd name="adj" fmla="val 7455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Graphic 18">
              <a:extLst>
                <a:ext uri="{FF2B5EF4-FFF2-40B4-BE49-F238E27FC236}">
                  <a16:creationId xmlns:a16="http://schemas.microsoft.com/office/drawing/2014/main" id="{7A240533-9DCD-BC86-52B2-0DAEA8B87A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61120" y="3287125"/>
              <a:ext cx="540000" cy="588091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31" name="圖示 49">
              <a:extLst>
                <a:ext uri="{FF2B5EF4-FFF2-40B4-BE49-F238E27FC236}">
                  <a16:creationId xmlns:a16="http://schemas.microsoft.com/office/drawing/2014/main" id="{7D196037-46AB-9F94-B1E0-C9BE778C2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76319" y="3445139"/>
              <a:ext cx="317480" cy="317480"/>
            </a:xfrm>
            <a:prstGeom prst="rect">
              <a:avLst/>
            </a:prstGeom>
          </p:spPr>
        </p:pic>
        <p:sp>
          <p:nvSpPr>
            <p:cNvPr id="139" name="TextBox 44">
              <a:extLst>
                <a:ext uri="{FF2B5EF4-FFF2-40B4-BE49-F238E27FC236}">
                  <a16:creationId xmlns:a16="http://schemas.microsoft.com/office/drawing/2014/main" id="{9770D3E5-6EE9-7358-BB91-75C5C25A5DA2}"/>
                </a:ext>
              </a:extLst>
            </p:cNvPr>
            <p:cNvSpPr txBox="1"/>
            <p:nvPr/>
          </p:nvSpPr>
          <p:spPr>
            <a:xfrm>
              <a:off x="8887724" y="3951630"/>
              <a:ext cx="1991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b="1" dirty="0">
                  <a:solidFill>
                    <a:schemeClr val="tx2"/>
                  </a:solidFill>
                  <a:latin typeface="Manrope (本文)"/>
                  <a:ea typeface="Noto Sans TC Medium" panose="020B0200000000000000" pitchFamily="34" charset="-128"/>
                  <a:cs typeface="Poppins" panose="00000500000000000000" pitchFamily="2" charset="0"/>
                </a:rPr>
                <a:t>ESP32-S3 </a:t>
              </a:r>
              <a:r>
                <a:rPr lang="ja-JP" altLang="en-US" b="1" dirty="0">
                  <a:solidFill>
                    <a:schemeClr val="tx2"/>
                  </a:solidFill>
                  <a:latin typeface="+mn-ea"/>
                  <a:cs typeface="Poppins" panose="00000500000000000000" pitchFamily="2" charset="0"/>
                </a:rPr>
                <a:t>書櫃</a:t>
              </a:r>
            </a:p>
          </p:txBody>
        </p:sp>
        <p:sp>
          <p:nvSpPr>
            <p:cNvPr id="140" name="TextBox 44">
              <a:extLst>
                <a:ext uri="{FF2B5EF4-FFF2-40B4-BE49-F238E27FC236}">
                  <a16:creationId xmlns:a16="http://schemas.microsoft.com/office/drawing/2014/main" id="{49ADA373-DC37-F5FA-4E99-CA9EA26CB2EB}"/>
                </a:ext>
              </a:extLst>
            </p:cNvPr>
            <p:cNvSpPr txBox="1"/>
            <p:nvPr/>
          </p:nvSpPr>
          <p:spPr>
            <a:xfrm>
              <a:off x="8887724" y="4288765"/>
              <a:ext cx="199177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ESP-IDF </a:t>
              </a:r>
              <a:r>
                <a:rPr lang="ja-JP" altLang="en-US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韌體</a:t>
              </a:r>
            </a:p>
          </p:txBody>
        </p:sp>
        <p:sp>
          <p:nvSpPr>
            <p:cNvPr id="142" name="TextBox 44">
              <a:extLst>
                <a:ext uri="{FF2B5EF4-FFF2-40B4-BE49-F238E27FC236}">
                  <a16:creationId xmlns:a16="http://schemas.microsoft.com/office/drawing/2014/main" id="{57AB2476-BD93-9855-E328-7C99439B60AE}"/>
                </a:ext>
              </a:extLst>
            </p:cNvPr>
            <p:cNvSpPr txBox="1"/>
            <p:nvPr/>
          </p:nvSpPr>
          <p:spPr>
            <a:xfrm>
              <a:off x="8887724" y="4615020"/>
              <a:ext cx="2273300" cy="87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動態 </a:t>
              </a:r>
              <a:r>
                <a:rPr lang="en-US" altLang="zh-TW" sz="1350" dirty="0">
                  <a:solidFill>
                    <a:srgbClr val="727D81"/>
                  </a:solidFill>
                  <a:cs typeface="Poppins" panose="00000500000000000000" pitchFamily="2" charset="0"/>
                </a:rPr>
                <a:t>QR</a:t>
              </a:r>
              <a:r>
                <a:rPr lang="en-US" altLang="zh-TW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 </a:t>
              </a: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與比對碼</a:t>
              </a:r>
            </a:p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四扇櫃門電磁鎖</a:t>
              </a:r>
            </a:p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門磁回報開關門</a:t>
              </a:r>
            </a:p>
          </p:txBody>
        </p:sp>
      </p:grpSp>
      <p:grpSp>
        <p:nvGrpSpPr>
          <p:cNvPr id="171" name="群組 170">
            <a:extLst>
              <a:ext uri="{FF2B5EF4-FFF2-40B4-BE49-F238E27FC236}">
                <a16:creationId xmlns:a16="http://schemas.microsoft.com/office/drawing/2014/main" id="{9A8E16BE-A08D-87EC-0A25-8A7E7CDFEA24}"/>
              </a:ext>
            </a:extLst>
          </p:cNvPr>
          <p:cNvGrpSpPr/>
          <p:nvPr/>
        </p:nvGrpSpPr>
        <p:grpSpPr>
          <a:xfrm>
            <a:off x="756493" y="3090671"/>
            <a:ext cx="2697480" cy="2578606"/>
            <a:chOff x="756493" y="3090671"/>
            <a:chExt cx="2697480" cy="2578606"/>
          </a:xfrm>
        </p:grpSpPr>
        <p:sp>
          <p:nvSpPr>
            <p:cNvPr id="135" name="Rectangle: Rounded Corners 6">
              <a:extLst>
                <a:ext uri="{FF2B5EF4-FFF2-40B4-BE49-F238E27FC236}">
                  <a16:creationId xmlns:a16="http://schemas.microsoft.com/office/drawing/2014/main" id="{EEA79DFC-9EA3-B129-8DF2-A8C27F36E951}"/>
                </a:ext>
              </a:extLst>
            </p:cNvPr>
            <p:cNvSpPr/>
            <p:nvPr/>
          </p:nvSpPr>
          <p:spPr>
            <a:xfrm>
              <a:off x="756493" y="3090671"/>
              <a:ext cx="2697480" cy="2578606"/>
            </a:xfrm>
            <a:prstGeom prst="roundRect">
              <a:avLst>
                <a:gd name="adj" fmla="val 7455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889000" dir="8100000" sx="90000" sy="90000" algn="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Graphic 18">
              <a:extLst>
                <a:ext uri="{FF2B5EF4-FFF2-40B4-BE49-F238E27FC236}">
                  <a16:creationId xmlns:a16="http://schemas.microsoft.com/office/drawing/2014/main" id="{4F8368D4-9CEB-DCFF-E98E-E410813F74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5092" y="3287125"/>
              <a:ext cx="540000" cy="588091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TextBox 44">
              <a:extLst>
                <a:ext uri="{FF2B5EF4-FFF2-40B4-BE49-F238E27FC236}">
                  <a16:creationId xmlns:a16="http://schemas.microsoft.com/office/drawing/2014/main" id="{D9DC56C1-7204-3243-8C26-661B2C9487EE}"/>
                </a:ext>
              </a:extLst>
            </p:cNvPr>
            <p:cNvSpPr txBox="1"/>
            <p:nvPr/>
          </p:nvSpPr>
          <p:spPr>
            <a:xfrm>
              <a:off x="911696" y="3951630"/>
              <a:ext cx="1991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b="1" dirty="0">
                  <a:solidFill>
                    <a:schemeClr val="tx2"/>
                  </a:solidFill>
                  <a:latin typeface="Manrope (本文)"/>
                  <a:ea typeface="Noto Sans TC Medium" panose="020B0200000000000000" pitchFamily="34" charset="-128"/>
                  <a:cs typeface="Poppins" panose="00000500000000000000" pitchFamily="2" charset="0"/>
                </a:rPr>
                <a:t>Flutter App</a:t>
              </a:r>
            </a:p>
          </p:txBody>
        </p:sp>
        <p:sp>
          <p:nvSpPr>
            <p:cNvPr id="156" name="TextBox 44">
              <a:extLst>
                <a:ext uri="{FF2B5EF4-FFF2-40B4-BE49-F238E27FC236}">
                  <a16:creationId xmlns:a16="http://schemas.microsoft.com/office/drawing/2014/main" id="{EEC9B607-F5CC-2D12-7D7E-483E24B68FFD}"/>
                </a:ext>
              </a:extLst>
            </p:cNvPr>
            <p:cNvSpPr txBox="1"/>
            <p:nvPr/>
          </p:nvSpPr>
          <p:spPr>
            <a:xfrm>
              <a:off x="911696" y="4288765"/>
              <a:ext cx="199177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iPhone</a:t>
              </a:r>
              <a:r>
                <a:rPr lang="ja-JP" altLang="en-US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・</a:t>
              </a:r>
              <a:r>
                <a:rPr lang="en-US" altLang="ja-JP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iPad</a:t>
              </a:r>
              <a:r>
                <a:rPr lang="ja-JP" altLang="en-US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・</a:t>
              </a:r>
              <a:r>
                <a:rPr lang="en-US" altLang="ja-JP" sz="1250" dirty="0">
                  <a:solidFill>
                    <a:schemeClr val="accent5"/>
                  </a:solidFill>
                  <a:latin typeface="+mn-ea"/>
                  <a:cs typeface="Poppins" panose="00000500000000000000" pitchFamily="2" charset="0"/>
                </a:rPr>
                <a:t>Android</a:t>
              </a:r>
            </a:p>
          </p:txBody>
        </p:sp>
        <p:sp>
          <p:nvSpPr>
            <p:cNvPr id="157" name="TextBox 44">
              <a:extLst>
                <a:ext uri="{FF2B5EF4-FFF2-40B4-BE49-F238E27FC236}">
                  <a16:creationId xmlns:a16="http://schemas.microsoft.com/office/drawing/2014/main" id="{BD574557-4B65-D22F-29F6-318C8D2F9D2E}"/>
                </a:ext>
              </a:extLst>
            </p:cNvPr>
            <p:cNvSpPr txBox="1"/>
            <p:nvPr/>
          </p:nvSpPr>
          <p:spPr>
            <a:xfrm>
              <a:off x="911696" y="4615020"/>
              <a:ext cx="2273300" cy="87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買家與賣家</a:t>
              </a:r>
            </a:p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管理後台</a:t>
              </a:r>
            </a:p>
            <a:p>
              <a:pPr marL="158400" indent="-158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zh-TW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AI </a:t>
              </a:r>
              <a:r>
                <a:rPr lang="zh-TW" altLang="en-US" sz="1350" dirty="0">
                  <a:solidFill>
                    <a:srgbClr val="727D81"/>
                  </a:solidFill>
                  <a:latin typeface="+mn-ea"/>
                  <a:cs typeface="Poppins" panose="00000500000000000000" pitchFamily="2" charset="0"/>
                </a:rPr>
                <a:t>功能入口</a:t>
              </a:r>
            </a:p>
          </p:txBody>
        </p:sp>
        <p:pic>
          <p:nvPicPr>
            <p:cNvPr id="158" name="圖示 43">
              <a:extLst>
                <a:ext uri="{FF2B5EF4-FFF2-40B4-BE49-F238E27FC236}">
                  <a16:creationId xmlns:a16="http://schemas.microsoft.com/office/drawing/2014/main" id="{886AC279-B1C4-9E52-1CF9-816A5642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9576" y="3416564"/>
              <a:ext cx="317480" cy="317480"/>
            </a:xfrm>
            <a:prstGeom prst="rect">
              <a:avLst/>
            </a:prstGeom>
          </p:spPr>
        </p:pic>
      </p:grp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156B7B15-00B7-460E-F88A-74C770A95E57}"/>
              </a:ext>
            </a:extLst>
          </p:cNvPr>
          <p:cNvSpPr txBox="1"/>
          <p:nvPr/>
        </p:nvSpPr>
        <p:spPr>
          <a:xfrm>
            <a:off x="7565180" y="4275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86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A50B6-0815-C170-64FD-7C21C5A5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DB7A4A5A-C340-5334-9172-D17424C50A8B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03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2A7DDC1-F603-EC07-2109-F8234476EE4F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6000" b="1" spc="600" dirty="0">
                <a:solidFill>
                  <a:schemeClr val="bg1"/>
                </a:solidFill>
                <a:latin typeface="+mj-ea"/>
                <a:ea typeface="+mj-ea"/>
              </a:rPr>
              <a:t>AI</a:t>
            </a:r>
            <a:r>
              <a:rPr lang="ja-JP" altLang="en-US" sz="6000" b="1" spc="500" dirty="0">
                <a:solidFill>
                  <a:schemeClr val="bg1"/>
                </a:solidFill>
                <a:latin typeface="+mj-ea"/>
                <a:ea typeface="+mj-ea"/>
              </a:rPr>
              <a:t>智慧服務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0274695-8668-78B2-C9E2-4A4A2912893C}"/>
              </a:ext>
            </a:extLst>
          </p:cNvPr>
          <p:cNvSpPr txBox="1"/>
          <p:nvPr/>
        </p:nvSpPr>
        <p:spPr>
          <a:xfrm>
            <a:off x="1132114" y="5273745"/>
            <a:ext cx="4627663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陳秉鴻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69453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E00DE-1984-B7A7-8A5C-D3F9047E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BBD03C8-0D3B-DEA6-884D-BD44AC72D01D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七項</a:t>
            </a:r>
            <a:r>
              <a:rPr lang="zh-TW" altLang="en-US" b="1" spc="150" dirty="0">
                <a:latin typeface="+mn-ea"/>
              </a:rPr>
              <a:t> </a:t>
            </a:r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智慧服務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6E7CC87-B4B2-99B9-7523-D30A92F2A957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SERVICES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662307A-9715-6041-46A8-E6D1EA11B5D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8C9D6558-5E21-DF34-B6A5-6D3C25189BA5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A1C9CB54-F5FF-CCB5-520C-16C28F8F2E7D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A3509EFF-0117-080F-D294-12A1D96B06AE}"/>
              </a:ext>
            </a:extLst>
          </p:cNvPr>
          <p:cNvGrpSpPr/>
          <p:nvPr/>
        </p:nvGrpSpPr>
        <p:grpSpPr>
          <a:xfrm>
            <a:off x="758952" y="2212848"/>
            <a:ext cx="3136392" cy="3584448"/>
            <a:chOff x="758952" y="2212848"/>
            <a:chExt cx="3136392" cy="3584448"/>
          </a:xfrm>
        </p:grpSpPr>
        <p:sp>
          <p:nvSpPr>
            <p:cNvPr id="8" name="卡片 8">
              <a:extLst>
                <a:ext uri="{FF2B5EF4-FFF2-40B4-BE49-F238E27FC236}">
                  <a16:creationId xmlns:a16="http://schemas.microsoft.com/office/drawing/2014/main" id="{DF3D9EBC-175B-F04A-BD00-11B1404C6D20}"/>
                </a:ext>
              </a:extLst>
            </p:cNvPr>
            <p:cNvSpPr/>
            <p:nvPr/>
          </p:nvSpPr>
          <p:spPr>
            <a:xfrm>
              <a:off x="758952" y="2212848"/>
              <a:ext cx="3136392" cy="3584448"/>
            </a:xfrm>
            <a:prstGeom prst="roundRect">
              <a:avLst>
                <a:gd name="adj" fmla="val 6689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0" name="畫面底 9">
              <a:extLst>
                <a:ext uri="{FF2B5EF4-FFF2-40B4-BE49-F238E27FC236}">
                  <a16:creationId xmlns:a16="http://schemas.microsoft.com/office/drawing/2014/main" id="{3FACCCEB-8760-CE8C-F37C-AFB14F10B006}"/>
                </a:ext>
              </a:extLst>
            </p:cNvPr>
            <p:cNvSpPr/>
            <p:nvPr/>
          </p:nvSpPr>
          <p:spPr>
            <a:xfrm>
              <a:off x="886968" y="2340864"/>
              <a:ext cx="2880360" cy="1956816"/>
            </a:xfrm>
            <a:prstGeom prst="roundRect">
              <a:avLst>
                <a:gd name="adj" fmla="val 8890"/>
              </a:avLst>
            </a:prstGeom>
            <a:solidFill>
              <a:srgbClr val="E7ECEE"/>
            </a:solidFill>
            <a:ln>
              <a:noFill/>
            </a:ln>
          </p:spPr>
          <p:txBody>
            <a:bodyPr rtlCol="0" anchor="ctr"/>
            <a:lstStyle/>
            <a:p>
              <a:endParaRPr lang="zh-TW"/>
            </a:p>
          </p:txBody>
        </p:sp>
        <p:pic>
          <p:nvPicPr>
            <p:cNvPr id="11" name="!!手機" descr="上架階段的 App 畫面">
              <a:extLst>
                <a:ext uri="{FF2B5EF4-FFF2-40B4-BE49-F238E27FC236}">
                  <a16:creationId xmlns:a16="http://schemas.microsoft.com/office/drawing/2014/main" id="{C165E9B7-FC35-C0B9-4B32-AF5FD510E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2000"/>
            <a:stretch>
              <a:fillRect/>
            </a:stretch>
          </p:blipFill>
          <p:spPr>
            <a:xfrm>
              <a:off x="1415542" y="2523744"/>
              <a:ext cx="1823212" cy="1773936"/>
            </a:xfrm>
            <a:prstGeom prst="rect">
              <a:avLst/>
            </a:prstGeom>
          </p:spPr>
        </p:pic>
      </p:grpSp>
      <p:cxnSp>
        <p:nvCxnSpPr>
          <p:cNvPr id="12" name="流程線 11">
            <a:extLst>
              <a:ext uri="{FF2B5EF4-FFF2-40B4-BE49-F238E27FC236}">
                <a16:creationId xmlns:a16="http://schemas.microsoft.com/office/drawing/2014/main" id="{744D0D4F-7100-F627-340F-BC020CEE70F7}"/>
              </a:ext>
            </a:extLst>
          </p:cNvPr>
          <p:cNvCxnSpPr>
            <a:cxnSpLocks/>
          </p:cNvCxnSpPr>
          <p:nvPr/>
        </p:nvCxnSpPr>
        <p:spPr>
          <a:xfrm>
            <a:off x="2800350" y="1791668"/>
            <a:ext cx="1504950" cy="0"/>
          </a:xfrm>
          <a:prstGeom prst="line">
            <a:avLst/>
          </a:prstGeom>
          <a:ln w="22225">
            <a:solidFill>
              <a:srgbClr val="8AA1AC"/>
            </a:solidFill>
            <a:tailEnd type="triangle" w="med" len="med"/>
          </a:ln>
        </p:spPr>
      </p:cxn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CD884F27-9A4F-3A52-1906-D1AFB252229B}"/>
              </a:ext>
            </a:extLst>
          </p:cNvPr>
          <p:cNvGrpSpPr/>
          <p:nvPr/>
        </p:nvGrpSpPr>
        <p:grpSpPr>
          <a:xfrm>
            <a:off x="4526280" y="2212848"/>
            <a:ext cx="3136392" cy="3584448"/>
            <a:chOff x="4526280" y="2212848"/>
            <a:chExt cx="3136392" cy="3584448"/>
          </a:xfrm>
        </p:grpSpPr>
        <p:sp>
          <p:nvSpPr>
            <p:cNvPr id="15" name="卡片 26">
              <a:extLst>
                <a:ext uri="{FF2B5EF4-FFF2-40B4-BE49-F238E27FC236}">
                  <a16:creationId xmlns:a16="http://schemas.microsoft.com/office/drawing/2014/main" id="{4AA787D9-7A43-4DB9-C8D4-98B7CABC3923}"/>
                </a:ext>
              </a:extLst>
            </p:cNvPr>
            <p:cNvSpPr/>
            <p:nvPr/>
          </p:nvSpPr>
          <p:spPr>
            <a:xfrm>
              <a:off x="4526280" y="2212848"/>
              <a:ext cx="3136392" cy="3584448"/>
            </a:xfrm>
            <a:prstGeom prst="roundRect">
              <a:avLst>
                <a:gd name="adj" fmla="val 5474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6" name="畫面底 27">
              <a:extLst>
                <a:ext uri="{FF2B5EF4-FFF2-40B4-BE49-F238E27FC236}">
                  <a16:creationId xmlns:a16="http://schemas.microsoft.com/office/drawing/2014/main" id="{FCA428AD-F9B9-D40B-9C9C-345AECFEFF5C}"/>
                </a:ext>
              </a:extLst>
            </p:cNvPr>
            <p:cNvSpPr/>
            <p:nvPr/>
          </p:nvSpPr>
          <p:spPr>
            <a:xfrm>
              <a:off x="4654296" y="2340864"/>
              <a:ext cx="2880360" cy="1956816"/>
            </a:xfrm>
            <a:prstGeom prst="roundRect">
              <a:avLst>
                <a:gd name="adj" fmla="val 8566"/>
              </a:avLst>
            </a:prstGeom>
            <a:solidFill>
              <a:srgbClr val="E7ECEE"/>
            </a:solidFill>
            <a:ln>
              <a:noFill/>
            </a:ln>
          </p:spPr>
          <p:txBody>
            <a:bodyPr rtlCol="0" anchor="ctr"/>
            <a:lstStyle/>
            <a:p>
              <a:endParaRPr lang="zh-TW"/>
            </a:p>
          </p:txBody>
        </p:sp>
        <p:pic>
          <p:nvPicPr>
            <p:cNvPr id="17" name="階段畫面 28" descr="選書階段的 App 畫面">
              <a:extLst>
                <a:ext uri="{FF2B5EF4-FFF2-40B4-BE49-F238E27FC236}">
                  <a16:creationId xmlns:a16="http://schemas.microsoft.com/office/drawing/2014/main" id="{0EC58B2D-E44B-DD01-8A96-356622B4A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2000"/>
            <a:stretch>
              <a:fillRect/>
            </a:stretch>
          </p:blipFill>
          <p:spPr>
            <a:xfrm>
              <a:off x="5182870" y="2523744"/>
              <a:ext cx="1823212" cy="1773936"/>
            </a:xfrm>
            <a:prstGeom prst="rect">
              <a:avLst/>
            </a:prstGeom>
          </p:spPr>
        </p:pic>
      </p:grpSp>
      <p:cxnSp>
        <p:nvCxnSpPr>
          <p:cNvPr id="18" name="流程線 29">
            <a:extLst>
              <a:ext uri="{FF2B5EF4-FFF2-40B4-BE49-F238E27FC236}">
                <a16:creationId xmlns:a16="http://schemas.microsoft.com/office/drawing/2014/main" id="{F2F6DF2F-F0FB-30E8-3231-B438F3F9BE44}"/>
              </a:ext>
            </a:extLst>
          </p:cNvPr>
          <p:cNvCxnSpPr>
            <a:cxnSpLocks/>
          </p:cNvCxnSpPr>
          <p:nvPr/>
        </p:nvCxnSpPr>
        <p:spPr>
          <a:xfrm>
            <a:off x="6877050" y="1791668"/>
            <a:ext cx="1187450" cy="0"/>
          </a:xfrm>
          <a:prstGeom prst="line">
            <a:avLst/>
          </a:prstGeom>
          <a:ln w="22225">
            <a:solidFill>
              <a:srgbClr val="8AA1AC"/>
            </a:solidFill>
            <a:tailEnd type="triangle" w="med" len="med"/>
          </a:ln>
        </p:spPr>
      </p:cxn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94905548-9B0F-A2C4-84F6-FDBDB31EC013}"/>
              </a:ext>
            </a:extLst>
          </p:cNvPr>
          <p:cNvGrpSpPr/>
          <p:nvPr/>
        </p:nvGrpSpPr>
        <p:grpSpPr>
          <a:xfrm>
            <a:off x="8293608" y="2212848"/>
            <a:ext cx="3136392" cy="3584448"/>
            <a:chOff x="8293608" y="2212848"/>
            <a:chExt cx="3136392" cy="3584448"/>
          </a:xfrm>
        </p:grpSpPr>
        <p:sp>
          <p:nvSpPr>
            <p:cNvPr id="22" name="卡片 40">
              <a:extLst>
                <a:ext uri="{FF2B5EF4-FFF2-40B4-BE49-F238E27FC236}">
                  <a16:creationId xmlns:a16="http://schemas.microsoft.com/office/drawing/2014/main" id="{658ACF2F-EB52-04C8-F6E7-724EB1911222}"/>
                </a:ext>
              </a:extLst>
            </p:cNvPr>
            <p:cNvSpPr/>
            <p:nvPr/>
          </p:nvSpPr>
          <p:spPr>
            <a:xfrm>
              <a:off x="8293608" y="2212848"/>
              <a:ext cx="3136392" cy="3584448"/>
            </a:xfrm>
            <a:prstGeom prst="roundRect">
              <a:avLst>
                <a:gd name="adj" fmla="val 6689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23" name="畫面底 41">
              <a:extLst>
                <a:ext uri="{FF2B5EF4-FFF2-40B4-BE49-F238E27FC236}">
                  <a16:creationId xmlns:a16="http://schemas.microsoft.com/office/drawing/2014/main" id="{2B3D51CA-4D6E-D8D6-DFFB-FE399A78CEDA}"/>
                </a:ext>
              </a:extLst>
            </p:cNvPr>
            <p:cNvSpPr/>
            <p:nvPr/>
          </p:nvSpPr>
          <p:spPr>
            <a:xfrm>
              <a:off x="8421624" y="2340864"/>
              <a:ext cx="2880360" cy="1956816"/>
            </a:xfrm>
            <a:prstGeom prst="roundRect">
              <a:avLst>
                <a:gd name="adj" fmla="val 8891"/>
              </a:avLst>
            </a:prstGeom>
            <a:solidFill>
              <a:srgbClr val="E7ECEE"/>
            </a:solidFill>
            <a:ln>
              <a:noFill/>
            </a:ln>
          </p:spPr>
          <p:txBody>
            <a:bodyPr rtlCol="0" anchor="ctr"/>
            <a:lstStyle/>
            <a:p>
              <a:endParaRPr lang="zh-TW"/>
            </a:p>
          </p:txBody>
        </p:sp>
        <p:pic>
          <p:nvPicPr>
            <p:cNvPr id="25" name="階段畫面 42" descr="售後階段的 App 畫面">
              <a:extLst>
                <a:ext uri="{FF2B5EF4-FFF2-40B4-BE49-F238E27FC236}">
                  <a16:creationId xmlns:a16="http://schemas.microsoft.com/office/drawing/2014/main" id="{F21A84F1-131A-2735-B6FD-1999B3C64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52000"/>
            <a:stretch>
              <a:fillRect/>
            </a:stretch>
          </p:blipFill>
          <p:spPr>
            <a:xfrm>
              <a:off x="8950198" y="2523744"/>
              <a:ext cx="1823212" cy="1773936"/>
            </a:xfrm>
            <a:prstGeom prst="rect">
              <a:avLst/>
            </a:prstGeom>
          </p:spPr>
        </p:pic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7EFB35A8-3952-E635-7C4B-5E169E48F8EE}"/>
              </a:ext>
            </a:extLst>
          </p:cNvPr>
          <p:cNvGrpSpPr/>
          <p:nvPr/>
        </p:nvGrpSpPr>
        <p:grpSpPr>
          <a:xfrm>
            <a:off x="758952" y="1553924"/>
            <a:ext cx="2907792" cy="475488"/>
            <a:chOff x="758952" y="1553924"/>
            <a:chExt cx="2907792" cy="475488"/>
          </a:xfrm>
        </p:grpSpPr>
        <p:sp>
          <p:nvSpPr>
            <p:cNvPr id="5" name="文字 7">
              <a:extLst>
                <a:ext uri="{FF2B5EF4-FFF2-40B4-BE49-F238E27FC236}">
                  <a16:creationId xmlns:a16="http://schemas.microsoft.com/office/drawing/2014/main" id="{CD6D97B4-EFBC-84CD-1477-ACB127223D1B}"/>
                </a:ext>
              </a:extLst>
            </p:cNvPr>
            <p:cNvSpPr txBox="1"/>
            <p:nvPr/>
          </p:nvSpPr>
          <p:spPr>
            <a:xfrm>
              <a:off x="1289304" y="1553924"/>
              <a:ext cx="2377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100" dirty="0">
                  <a:solidFill>
                    <a:schemeClr val="tx2"/>
                  </a:solidFill>
                </a:rPr>
                <a:t>上架</a:t>
              </a:r>
              <a:r>
                <a:rPr lang="zh-TW" altLang="en-US" sz="1100" b="0" spc="100" dirty="0">
                  <a:solidFill>
                    <a:schemeClr val="tx2"/>
                  </a:solidFill>
                </a:rPr>
                <a:t>  </a:t>
              </a:r>
              <a:r>
                <a:rPr lang="zh-TW" altLang="en-US" sz="1200" b="0" spc="150" dirty="0">
                  <a:solidFill>
                    <a:srgbClr val="727D81"/>
                  </a:solidFill>
                </a:rPr>
                <a:t>LISTING</a:t>
              </a:r>
              <a:endParaRPr lang="zh-TW" altLang="en-US" sz="1600" dirty="0">
                <a:solidFill>
                  <a:srgbClr val="727D81"/>
                </a:solidFill>
              </a:endParaRPr>
            </a:p>
          </p:txBody>
        </p:sp>
        <p:sp>
          <p:nvSpPr>
            <p:cNvPr id="28" name="Graphic 18">
              <a:extLst>
                <a:ext uri="{FF2B5EF4-FFF2-40B4-BE49-F238E27FC236}">
                  <a16:creationId xmlns:a16="http://schemas.microsoft.com/office/drawing/2014/main" id="{E0F2D705-2265-783D-E73D-E7D15C04FA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8952" y="1572113"/>
              <a:ext cx="403200" cy="43911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E91D3381-ACC6-01D8-5680-161E36A9308A}"/>
              </a:ext>
            </a:extLst>
          </p:cNvPr>
          <p:cNvGrpSpPr/>
          <p:nvPr/>
        </p:nvGrpSpPr>
        <p:grpSpPr>
          <a:xfrm>
            <a:off x="4525416" y="1553924"/>
            <a:ext cx="2908656" cy="475488"/>
            <a:chOff x="4525416" y="1553924"/>
            <a:chExt cx="2908656" cy="475488"/>
          </a:xfrm>
        </p:grpSpPr>
        <p:sp>
          <p:nvSpPr>
            <p:cNvPr id="14" name="文字 25">
              <a:extLst>
                <a:ext uri="{FF2B5EF4-FFF2-40B4-BE49-F238E27FC236}">
                  <a16:creationId xmlns:a16="http://schemas.microsoft.com/office/drawing/2014/main" id="{C5A33F8A-0182-50E2-674E-7EAD66E278F4}"/>
                </a:ext>
              </a:extLst>
            </p:cNvPr>
            <p:cNvSpPr txBox="1"/>
            <p:nvPr/>
          </p:nvSpPr>
          <p:spPr>
            <a:xfrm>
              <a:off x="5056632" y="1553924"/>
              <a:ext cx="2377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100" dirty="0">
                  <a:solidFill>
                    <a:schemeClr val="tx2"/>
                  </a:solidFill>
                </a:rPr>
                <a:t>選書</a:t>
              </a:r>
              <a:r>
                <a:rPr lang="zh-TW" altLang="en-US" sz="1100" b="0" spc="100" dirty="0">
                  <a:solidFill>
                    <a:schemeClr val="tx2"/>
                  </a:solidFill>
                </a:rPr>
                <a:t>  </a:t>
              </a:r>
              <a:r>
                <a:rPr lang="zh-TW" altLang="en-US" sz="1200" b="0" spc="150" dirty="0">
                  <a:solidFill>
                    <a:srgbClr val="727D81"/>
                  </a:solidFill>
                </a:rPr>
                <a:t>DISCOVERY</a:t>
              </a:r>
              <a:endParaRPr lang="zh-TW" altLang="en-US" sz="1600" dirty="0">
                <a:solidFill>
                  <a:srgbClr val="727D81"/>
                </a:solidFill>
              </a:endParaRPr>
            </a:p>
          </p:txBody>
        </p:sp>
        <p:sp>
          <p:nvSpPr>
            <p:cNvPr id="29" name="Graphic 18">
              <a:extLst>
                <a:ext uri="{FF2B5EF4-FFF2-40B4-BE49-F238E27FC236}">
                  <a16:creationId xmlns:a16="http://schemas.microsoft.com/office/drawing/2014/main" id="{D93E3734-5B98-7459-30FA-8C94EAC8CF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25416" y="1572113"/>
              <a:ext cx="403200" cy="43911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9B9517E9-C0A8-0591-9E28-66AFF71927AC}"/>
              </a:ext>
            </a:extLst>
          </p:cNvPr>
          <p:cNvGrpSpPr/>
          <p:nvPr/>
        </p:nvGrpSpPr>
        <p:grpSpPr>
          <a:xfrm>
            <a:off x="8293176" y="1553924"/>
            <a:ext cx="2908224" cy="475488"/>
            <a:chOff x="8293176" y="1553924"/>
            <a:chExt cx="2908224" cy="475488"/>
          </a:xfrm>
        </p:grpSpPr>
        <p:sp>
          <p:nvSpPr>
            <p:cNvPr id="20" name="文字 39">
              <a:extLst>
                <a:ext uri="{FF2B5EF4-FFF2-40B4-BE49-F238E27FC236}">
                  <a16:creationId xmlns:a16="http://schemas.microsoft.com/office/drawing/2014/main" id="{D0F6383D-DF60-02CB-4129-1153F4C99FBE}"/>
                </a:ext>
              </a:extLst>
            </p:cNvPr>
            <p:cNvSpPr txBox="1"/>
            <p:nvPr/>
          </p:nvSpPr>
          <p:spPr>
            <a:xfrm>
              <a:off x="8823960" y="1553924"/>
              <a:ext cx="23774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100" dirty="0">
                  <a:solidFill>
                    <a:schemeClr val="tx2"/>
                  </a:solidFill>
                </a:rPr>
                <a:t>售後</a:t>
              </a:r>
              <a:r>
                <a:rPr lang="zh-TW" altLang="en-US" sz="1100" b="0" spc="100" dirty="0">
                  <a:solidFill>
                    <a:schemeClr val="tx2"/>
                  </a:solidFill>
                </a:rPr>
                <a:t>  </a:t>
              </a:r>
              <a:r>
                <a:rPr lang="zh-TW" altLang="en-US" sz="1200" b="0" spc="150" dirty="0">
                  <a:solidFill>
                    <a:srgbClr val="727D81"/>
                  </a:solidFill>
                </a:rPr>
                <a:t>AFTER-SALES</a:t>
              </a:r>
              <a:endParaRPr lang="zh-TW" altLang="en-US" sz="1600" dirty="0">
                <a:solidFill>
                  <a:srgbClr val="727D81"/>
                </a:solidFill>
              </a:endParaRPr>
            </a:p>
          </p:txBody>
        </p:sp>
        <p:sp>
          <p:nvSpPr>
            <p:cNvPr id="31" name="Graphic 18">
              <a:extLst>
                <a:ext uri="{FF2B5EF4-FFF2-40B4-BE49-F238E27FC236}">
                  <a16:creationId xmlns:a16="http://schemas.microsoft.com/office/drawing/2014/main" id="{FD4A1FBF-D77F-F057-DAFE-339531A8C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3176" y="1572113"/>
              <a:ext cx="403200" cy="43911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lIns="0" tIns="0" rIns="0" bIns="0" rtlCol="0" anchor="ctr"/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43" name="文字 15">
            <a:extLst>
              <a:ext uri="{FF2B5EF4-FFF2-40B4-BE49-F238E27FC236}">
                <a16:creationId xmlns:a16="http://schemas.microsoft.com/office/drawing/2014/main" id="{6A56ACAB-3232-C9F5-28E1-9FE23DE0BBAD}"/>
              </a:ext>
            </a:extLst>
          </p:cNvPr>
          <p:cNvSpPr txBox="1"/>
          <p:nvPr/>
        </p:nvSpPr>
        <p:spPr>
          <a:xfrm>
            <a:off x="982218" y="4400296"/>
            <a:ext cx="2387016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上架輔助</a:t>
            </a:r>
            <a:endParaRPr lang="en-US" altLang="zh-TW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8000" indent="-2880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資料補齊</a:t>
            </a:r>
            <a:endParaRPr lang="en-US" altLang="zh-TW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8000" indent="-2880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上架審核</a:t>
            </a:r>
          </a:p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TW" altLang="en-US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48" name="文字 15">
            <a:extLst>
              <a:ext uri="{FF2B5EF4-FFF2-40B4-BE49-F238E27FC236}">
                <a16:creationId xmlns:a16="http://schemas.microsoft.com/office/drawing/2014/main" id="{1B1F269A-70C1-1CC1-6D3F-4B114DE102B5}"/>
              </a:ext>
            </a:extLst>
          </p:cNvPr>
          <p:cNvSpPr txBox="1"/>
          <p:nvPr/>
        </p:nvSpPr>
        <p:spPr>
          <a:xfrm>
            <a:off x="4749546" y="4400296"/>
            <a:ext cx="2387016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個人化推薦</a:t>
            </a:r>
          </a:p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AI</a:t>
            </a:r>
            <a:r>
              <a:rPr lang="en-US" altLang="zh-TW" sz="8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書籍顧問</a:t>
            </a:r>
          </a:p>
        </p:txBody>
      </p:sp>
      <p:sp>
        <p:nvSpPr>
          <p:cNvPr id="53" name="文字 15">
            <a:extLst>
              <a:ext uri="{FF2B5EF4-FFF2-40B4-BE49-F238E27FC236}">
                <a16:creationId xmlns:a16="http://schemas.microsoft.com/office/drawing/2014/main" id="{1617E1D3-911D-EA71-913A-D093C15E730E}"/>
              </a:ext>
            </a:extLst>
          </p:cNvPr>
          <p:cNvSpPr txBox="1"/>
          <p:nvPr/>
        </p:nvSpPr>
        <p:spPr>
          <a:xfrm>
            <a:off x="8516874" y="4400296"/>
            <a:ext cx="2387016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TW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AI</a:t>
            </a:r>
            <a:r>
              <a:rPr lang="en-US" altLang="zh-TW" sz="8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客服</a:t>
            </a:r>
            <a:endParaRPr lang="en-US" altLang="zh-TW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700" spc="50" dirty="0">
                <a:solidFill>
                  <a:schemeClr val="tx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爭議分析</a:t>
            </a:r>
          </a:p>
          <a:p>
            <a:pPr marL="288000" indent="-2880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TW" altLang="en-US" sz="1700" spc="50" dirty="0">
              <a:solidFill>
                <a:schemeClr val="tx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05847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/>
      <p:bldP spid="48" grpId="0" build="p"/>
      <p:bldP spid="5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32A8C-19E6-3B04-EEFD-88A61432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522E532-FA3F-055F-E35E-09FB14453398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上架輔助：書目帶入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522DCDA-AB9C-641C-AB58-B578F433BE07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LISTING · CATALOG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B9D9FE-2657-CA2B-4EE9-C5084D8574D9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F582ED87-1B1A-DD8E-1122-7DA017762DA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AA5716F9-5612-0C1D-2238-528DD65C00DF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F02B63E6-2FBB-94B0-51EA-1AB24500FA6F}"/>
              </a:ext>
            </a:extLst>
          </p:cNvPr>
          <p:cNvSpPr/>
          <p:nvPr/>
        </p:nvSpPr>
        <p:spPr>
          <a:xfrm>
            <a:off x="1018528" y="2291491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3" name="文字 9">
            <a:extLst>
              <a:ext uri="{FF2B5EF4-FFF2-40B4-BE49-F238E27FC236}">
                <a16:creationId xmlns:a16="http://schemas.microsoft.com/office/drawing/2014/main" id="{0861E0BB-83BC-A0B3-BF09-AB485E20E15E}"/>
              </a:ext>
            </a:extLst>
          </p:cNvPr>
          <p:cNvSpPr txBox="1"/>
          <p:nvPr/>
        </p:nvSpPr>
        <p:spPr>
          <a:xfrm>
            <a:off x="1603744" y="2222025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輸入 ISBN</a:t>
            </a:r>
            <a:endParaRPr lang="zh-TW" altLang="en-US" sz="2000" spc="50" dirty="0"/>
          </a:p>
        </p:txBody>
      </p:sp>
      <p:sp>
        <p:nvSpPr>
          <p:cNvPr id="19" name="文字 10">
            <a:extLst>
              <a:ext uri="{FF2B5EF4-FFF2-40B4-BE49-F238E27FC236}">
                <a16:creationId xmlns:a16="http://schemas.microsoft.com/office/drawing/2014/main" id="{4A16572D-CA5E-1735-2D85-6A29A8F3D262}"/>
              </a:ext>
            </a:extLst>
          </p:cNvPr>
          <p:cNvSpPr txBox="1"/>
          <p:nvPr/>
        </p:nvSpPr>
        <p:spPr>
          <a:xfrm>
            <a:off x="1603744" y="2551209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手動輸入或掃描條碼後，按下「AI 帶入」</a:t>
            </a:r>
            <a:endParaRPr lang="zh-TW" altLang="en-US" sz="1600" spc="50" dirty="0"/>
          </a:p>
        </p:txBody>
      </p:sp>
      <p:sp>
        <p:nvSpPr>
          <p:cNvPr id="21" name="步驟亮起底 11">
            <a:extLst>
              <a:ext uri="{FF2B5EF4-FFF2-40B4-BE49-F238E27FC236}">
                <a16:creationId xmlns:a16="http://schemas.microsoft.com/office/drawing/2014/main" id="{7A6F4BDE-BFEE-99D2-2B24-5A820C56973C}"/>
              </a:ext>
            </a:extLst>
          </p:cNvPr>
          <p:cNvSpPr/>
          <p:nvPr/>
        </p:nvSpPr>
        <p:spPr>
          <a:xfrm>
            <a:off x="758952" y="2130585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4" name="步驟編號 12">
            <a:extLst>
              <a:ext uri="{FF2B5EF4-FFF2-40B4-BE49-F238E27FC236}">
                <a16:creationId xmlns:a16="http://schemas.microsoft.com/office/drawing/2014/main" id="{7D7781CD-25F1-FB18-E9DA-FC9C07DE0106}"/>
              </a:ext>
            </a:extLst>
          </p:cNvPr>
          <p:cNvSpPr/>
          <p:nvPr/>
        </p:nvSpPr>
        <p:spPr>
          <a:xfrm>
            <a:off x="1018528" y="2291491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26" name="文字 13">
            <a:extLst>
              <a:ext uri="{FF2B5EF4-FFF2-40B4-BE49-F238E27FC236}">
                <a16:creationId xmlns:a16="http://schemas.microsoft.com/office/drawing/2014/main" id="{F780376F-4954-EC81-6445-80B97513C5E8}"/>
              </a:ext>
            </a:extLst>
          </p:cNvPr>
          <p:cNvSpPr txBox="1"/>
          <p:nvPr/>
        </p:nvSpPr>
        <p:spPr>
          <a:xfrm>
            <a:off x="1603744" y="2222025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輸入 ISBN</a:t>
            </a:r>
            <a:endParaRPr lang="zh-TW" altLang="en-US" sz="2000" spc="50" dirty="0"/>
          </a:p>
        </p:txBody>
      </p:sp>
      <p:sp>
        <p:nvSpPr>
          <p:cNvPr id="27" name="文字 14">
            <a:extLst>
              <a:ext uri="{FF2B5EF4-FFF2-40B4-BE49-F238E27FC236}">
                <a16:creationId xmlns:a16="http://schemas.microsoft.com/office/drawing/2014/main" id="{80883959-6ECE-FAA6-20A8-DB0438835349}"/>
              </a:ext>
            </a:extLst>
          </p:cNvPr>
          <p:cNvSpPr txBox="1"/>
          <p:nvPr/>
        </p:nvSpPr>
        <p:spPr>
          <a:xfrm>
            <a:off x="1603744" y="2551209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手動輸入或掃描條碼後，按下「AI 帶入」</a:t>
            </a:r>
            <a:endParaRPr lang="zh-TW" altLang="en-US" sz="1600" spc="50" dirty="0"/>
          </a:p>
        </p:txBody>
      </p:sp>
      <p:sp>
        <p:nvSpPr>
          <p:cNvPr id="30" name="步驟編號底 15">
            <a:extLst>
              <a:ext uri="{FF2B5EF4-FFF2-40B4-BE49-F238E27FC236}">
                <a16:creationId xmlns:a16="http://schemas.microsoft.com/office/drawing/2014/main" id="{613F4CB5-727B-9947-F110-09D9ABAD15C8}"/>
              </a:ext>
            </a:extLst>
          </p:cNvPr>
          <p:cNvSpPr/>
          <p:nvPr/>
        </p:nvSpPr>
        <p:spPr>
          <a:xfrm>
            <a:off x="1018528" y="325164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32" name="文字 16">
            <a:extLst>
              <a:ext uri="{FF2B5EF4-FFF2-40B4-BE49-F238E27FC236}">
                <a16:creationId xmlns:a16="http://schemas.microsoft.com/office/drawing/2014/main" id="{A5778209-D88D-A2C9-1A16-E7C7B91CCBBD}"/>
              </a:ext>
            </a:extLst>
          </p:cNvPr>
          <p:cNvSpPr txBox="1"/>
          <p:nvPr/>
        </p:nvSpPr>
        <p:spPr>
          <a:xfrm>
            <a:off x="1603744" y="318217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查詢書目來源</a:t>
            </a:r>
            <a:endParaRPr lang="zh-TW" altLang="en-US" sz="2000" spc="50" dirty="0"/>
          </a:p>
        </p:txBody>
      </p:sp>
      <p:sp>
        <p:nvSpPr>
          <p:cNvPr id="33" name="文字 17">
            <a:extLst>
              <a:ext uri="{FF2B5EF4-FFF2-40B4-BE49-F238E27FC236}">
                <a16:creationId xmlns:a16="http://schemas.microsoft.com/office/drawing/2014/main" id="{E67FDE88-BC21-DFA8-4E90-1860E2CC6A3B}"/>
              </a:ext>
            </a:extLst>
          </p:cNvPr>
          <p:cNvSpPr txBox="1"/>
          <p:nvPr/>
        </p:nvSpPr>
        <p:spPr>
          <a:xfrm>
            <a:off x="1603744" y="351136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Google Books、Open Library 與網路搜尋</a:t>
            </a:r>
            <a:endParaRPr lang="zh-TW" altLang="en-US" sz="1600" spc="50" dirty="0"/>
          </a:p>
        </p:txBody>
      </p:sp>
      <p:sp>
        <p:nvSpPr>
          <p:cNvPr id="34" name="步驟亮起底 18">
            <a:extLst>
              <a:ext uri="{FF2B5EF4-FFF2-40B4-BE49-F238E27FC236}">
                <a16:creationId xmlns:a16="http://schemas.microsoft.com/office/drawing/2014/main" id="{C1D9D731-8E93-3131-5BB0-6528C6C4EEA8}"/>
              </a:ext>
            </a:extLst>
          </p:cNvPr>
          <p:cNvSpPr/>
          <p:nvPr/>
        </p:nvSpPr>
        <p:spPr>
          <a:xfrm>
            <a:off x="758952" y="309073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5" name="步驟編號 19">
            <a:extLst>
              <a:ext uri="{FF2B5EF4-FFF2-40B4-BE49-F238E27FC236}">
                <a16:creationId xmlns:a16="http://schemas.microsoft.com/office/drawing/2014/main" id="{ECE97AE7-E6D9-FB42-1C0B-6F341D1E4007}"/>
              </a:ext>
            </a:extLst>
          </p:cNvPr>
          <p:cNvSpPr/>
          <p:nvPr/>
        </p:nvSpPr>
        <p:spPr>
          <a:xfrm>
            <a:off x="1018528" y="325164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36" name="文字 20">
            <a:extLst>
              <a:ext uri="{FF2B5EF4-FFF2-40B4-BE49-F238E27FC236}">
                <a16:creationId xmlns:a16="http://schemas.microsoft.com/office/drawing/2014/main" id="{945BB0A0-3AE6-4775-87BD-22F997B79B21}"/>
              </a:ext>
            </a:extLst>
          </p:cNvPr>
          <p:cNvSpPr txBox="1"/>
          <p:nvPr/>
        </p:nvSpPr>
        <p:spPr>
          <a:xfrm>
            <a:off x="1603744" y="318217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查詢書目來源</a:t>
            </a:r>
            <a:endParaRPr lang="zh-TW" altLang="en-US" sz="2000" spc="50" dirty="0"/>
          </a:p>
        </p:txBody>
      </p:sp>
      <p:sp>
        <p:nvSpPr>
          <p:cNvPr id="37" name="文字 21">
            <a:extLst>
              <a:ext uri="{FF2B5EF4-FFF2-40B4-BE49-F238E27FC236}">
                <a16:creationId xmlns:a16="http://schemas.microsoft.com/office/drawing/2014/main" id="{8EEC7D15-100C-85B7-4473-C828A862560E}"/>
              </a:ext>
            </a:extLst>
          </p:cNvPr>
          <p:cNvSpPr txBox="1"/>
          <p:nvPr/>
        </p:nvSpPr>
        <p:spPr>
          <a:xfrm>
            <a:off x="1603744" y="351136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Google Books、Open Library 與網路搜尋</a:t>
            </a:r>
            <a:endParaRPr lang="zh-TW" altLang="en-US" sz="1600" spc="50" dirty="0"/>
          </a:p>
        </p:txBody>
      </p:sp>
      <p:sp>
        <p:nvSpPr>
          <p:cNvPr id="38" name="步驟編號底 22">
            <a:extLst>
              <a:ext uri="{FF2B5EF4-FFF2-40B4-BE49-F238E27FC236}">
                <a16:creationId xmlns:a16="http://schemas.microsoft.com/office/drawing/2014/main" id="{C4AB5CEF-0BBB-5B95-BEDC-6F6978677010}"/>
              </a:ext>
            </a:extLst>
          </p:cNvPr>
          <p:cNvSpPr/>
          <p:nvPr/>
        </p:nvSpPr>
        <p:spPr>
          <a:xfrm>
            <a:off x="1018528" y="421627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39" name="文字 23">
            <a:extLst>
              <a:ext uri="{FF2B5EF4-FFF2-40B4-BE49-F238E27FC236}">
                <a16:creationId xmlns:a16="http://schemas.microsoft.com/office/drawing/2014/main" id="{A350A854-E15E-D818-F098-89E970CBAA56}"/>
              </a:ext>
            </a:extLst>
          </p:cNvPr>
          <p:cNvSpPr txBox="1"/>
          <p:nvPr/>
        </p:nvSpPr>
        <p:spPr>
          <a:xfrm>
            <a:off x="1603744" y="41468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逐項勾選 AI 建議</a:t>
            </a:r>
            <a:endParaRPr lang="zh-TW" altLang="en-US" sz="2000" spc="50" dirty="0"/>
          </a:p>
        </p:txBody>
      </p:sp>
      <p:sp>
        <p:nvSpPr>
          <p:cNvPr id="40" name="文字 24">
            <a:extLst>
              <a:ext uri="{FF2B5EF4-FFF2-40B4-BE49-F238E27FC236}">
                <a16:creationId xmlns:a16="http://schemas.microsoft.com/office/drawing/2014/main" id="{3E1B77EE-4B3D-BCDE-51E2-86D821281334}"/>
              </a:ext>
            </a:extLst>
          </p:cNvPr>
          <p:cNvSpPr txBox="1"/>
          <p:nvPr/>
        </p:nvSpPr>
        <p:spPr>
          <a:xfrm>
            <a:off x="1603744" y="447598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書名、作者、出版資訊、簡介與分類，並附上來源</a:t>
            </a:r>
            <a:endParaRPr lang="zh-TW" altLang="en-US" sz="1600" spc="50" dirty="0"/>
          </a:p>
        </p:txBody>
      </p:sp>
      <p:sp>
        <p:nvSpPr>
          <p:cNvPr id="41" name="步驟亮起底 25">
            <a:extLst>
              <a:ext uri="{FF2B5EF4-FFF2-40B4-BE49-F238E27FC236}">
                <a16:creationId xmlns:a16="http://schemas.microsoft.com/office/drawing/2014/main" id="{FEB1D1C9-4B7D-540E-7DD0-7D4DF659201A}"/>
              </a:ext>
            </a:extLst>
          </p:cNvPr>
          <p:cNvSpPr/>
          <p:nvPr/>
        </p:nvSpPr>
        <p:spPr>
          <a:xfrm>
            <a:off x="758952" y="4055364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42" name="步驟編號 26">
            <a:extLst>
              <a:ext uri="{FF2B5EF4-FFF2-40B4-BE49-F238E27FC236}">
                <a16:creationId xmlns:a16="http://schemas.microsoft.com/office/drawing/2014/main" id="{60178995-D688-2DEA-7D0E-C8387306BC95}"/>
              </a:ext>
            </a:extLst>
          </p:cNvPr>
          <p:cNvSpPr/>
          <p:nvPr/>
        </p:nvSpPr>
        <p:spPr>
          <a:xfrm>
            <a:off x="1018528" y="421627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44" name="文字 27">
            <a:extLst>
              <a:ext uri="{FF2B5EF4-FFF2-40B4-BE49-F238E27FC236}">
                <a16:creationId xmlns:a16="http://schemas.microsoft.com/office/drawing/2014/main" id="{193EA9B7-5204-EFD2-5565-E97F8727F89F}"/>
              </a:ext>
            </a:extLst>
          </p:cNvPr>
          <p:cNvSpPr txBox="1"/>
          <p:nvPr/>
        </p:nvSpPr>
        <p:spPr>
          <a:xfrm>
            <a:off x="1603744" y="41468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逐項勾選 AI 建議</a:t>
            </a:r>
            <a:endParaRPr lang="zh-TW" altLang="en-US" sz="2000" spc="50" dirty="0"/>
          </a:p>
        </p:txBody>
      </p:sp>
      <p:sp>
        <p:nvSpPr>
          <p:cNvPr id="45" name="文字 28">
            <a:extLst>
              <a:ext uri="{FF2B5EF4-FFF2-40B4-BE49-F238E27FC236}">
                <a16:creationId xmlns:a16="http://schemas.microsoft.com/office/drawing/2014/main" id="{A9DB35B0-4170-6D7F-9F09-B87AA30F2FA3}"/>
              </a:ext>
            </a:extLst>
          </p:cNvPr>
          <p:cNvSpPr txBox="1"/>
          <p:nvPr/>
        </p:nvSpPr>
        <p:spPr>
          <a:xfrm>
            <a:off x="1603744" y="447598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書名、作者、出版資訊、簡介與分類，並附上來源</a:t>
            </a:r>
            <a:endParaRPr lang="zh-TW" altLang="en-US" sz="1600" spc="50" dirty="0"/>
          </a:p>
        </p:txBody>
      </p:sp>
      <p:sp>
        <p:nvSpPr>
          <p:cNvPr id="46" name="步驟編號底 29">
            <a:extLst>
              <a:ext uri="{FF2B5EF4-FFF2-40B4-BE49-F238E27FC236}">
                <a16:creationId xmlns:a16="http://schemas.microsoft.com/office/drawing/2014/main" id="{266E177F-9E51-0495-9AB4-AF4DB21F4756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47" name="文字 30">
            <a:extLst>
              <a:ext uri="{FF2B5EF4-FFF2-40B4-BE49-F238E27FC236}">
                <a16:creationId xmlns:a16="http://schemas.microsoft.com/office/drawing/2014/main" id="{AA5B580A-26E0-3A9F-DFC6-FB9A8DE8E80D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套用至上架表單</a:t>
            </a:r>
            <a:endParaRPr lang="zh-TW" altLang="en-US" sz="2000" spc="50" dirty="0"/>
          </a:p>
        </p:txBody>
      </p:sp>
      <p:sp>
        <p:nvSpPr>
          <p:cNvPr id="49" name="文字 31">
            <a:extLst>
              <a:ext uri="{FF2B5EF4-FFF2-40B4-BE49-F238E27FC236}">
                <a16:creationId xmlns:a16="http://schemas.microsoft.com/office/drawing/2014/main" id="{9D468214-3E1C-80B2-A351-2115891772E8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只套用勾選的欄位，仍可自行修改</a:t>
            </a:r>
            <a:endParaRPr lang="zh-TW" altLang="en-US" sz="1600" spc="50" dirty="0"/>
          </a:p>
        </p:txBody>
      </p:sp>
      <p:sp>
        <p:nvSpPr>
          <p:cNvPr id="50" name="步驟亮起底 32">
            <a:extLst>
              <a:ext uri="{FF2B5EF4-FFF2-40B4-BE49-F238E27FC236}">
                <a16:creationId xmlns:a16="http://schemas.microsoft.com/office/drawing/2014/main" id="{51D3D4A9-AADC-AD16-E992-4715FEA8D873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51" name="步驟編號 33">
            <a:extLst>
              <a:ext uri="{FF2B5EF4-FFF2-40B4-BE49-F238E27FC236}">
                <a16:creationId xmlns:a16="http://schemas.microsoft.com/office/drawing/2014/main" id="{02862212-65E3-8C15-B4C4-29C9BDB20E50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52" name="文字 34">
            <a:extLst>
              <a:ext uri="{FF2B5EF4-FFF2-40B4-BE49-F238E27FC236}">
                <a16:creationId xmlns:a16="http://schemas.microsoft.com/office/drawing/2014/main" id="{838C8CD1-5C40-44B2-0580-CE266AF2B4A9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套用至上架表單</a:t>
            </a:r>
            <a:endParaRPr lang="zh-TW" altLang="en-US" sz="2000" spc="50" dirty="0"/>
          </a:p>
        </p:txBody>
      </p:sp>
      <p:sp>
        <p:nvSpPr>
          <p:cNvPr id="57" name="文字 35">
            <a:extLst>
              <a:ext uri="{FF2B5EF4-FFF2-40B4-BE49-F238E27FC236}">
                <a16:creationId xmlns:a16="http://schemas.microsoft.com/office/drawing/2014/main" id="{FAE875B3-6C51-04CE-E324-34C3480FD394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只套用勾選的欄位，仍可自行修改</a:t>
            </a:r>
            <a:endParaRPr lang="zh-TW" altLang="en-US" sz="1600" spc="50" dirty="0"/>
          </a:p>
        </p:txBody>
      </p:sp>
      <p:pic>
        <p:nvPicPr>
          <p:cNvPr id="61" name="!!手機">
            <a:hlinkClick r:id="" action="ppaction://media"/>
            <a:extLst>
              <a:ext uri="{FF2B5EF4-FFF2-40B4-BE49-F238E27FC236}">
                <a16:creationId xmlns:a16="http://schemas.microsoft.com/office/drawing/2014/main" id="{9C367D1E-8130-57D7-A039-FDEB411E1D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995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10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10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10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10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167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1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167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1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167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1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167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1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167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19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4167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19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4167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19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4167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19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2" nodeType="withEffect">
                                  <p:stCondLst>
                                    <p:cond delay="19967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3" nodeType="withEffect">
                                  <p:stCondLst>
                                    <p:cond delay="2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2" nodeType="withEffect">
                                  <p:stCondLst>
                                    <p:cond delay="19967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3" nodeType="withEffect">
                                  <p:stCondLst>
                                    <p:cond delay="2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19967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3" nodeType="withEffect">
                                  <p:stCondLst>
                                    <p:cond delay="2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2" nodeType="withEffect">
                                  <p:stCondLst>
                                    <p:cond delay="19967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3" nodeType="withEffect">
                                  <p:stCondLst>
                                    <p:cond delay="24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2" nodeType="withEffect">
                                  <p:stCondLst>
                                    <p:cond delay="24167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3" nodeType="withEffect">
                                  <p:stCondLst>
                                    <p:cond delay="3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2" nodeType="withEffect">
                                  <p:stCondLst>
                                    <p:cond delay="2416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grpId="3" nodeType="withEffect">
                                  <p:stCondLst>
                                    <p:cond delay="3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2" nodeType="withEffect">
                                  <p:stCondLst>
                                    <p:cond delay="24167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grpId="3" nodeType="withEffect">
                                  <p:stCondLst>
                                    <p:cond delay="3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2" nodeType="withEffect">
                                  <p:stCondLst>
                                    <p:cond delay="24167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3" nodeType="withEffect">
                                  <p:stCondLst>
                                    <p:cond delay="3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2" nodeType="withEffect">
                                  <p:stCondLst>
                                    <p:cond delay="30134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3" nodeType="withEffect">
                                  <p:stCondLst>
                                    <p:cond delay="3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2" nodeType="withEffect">
                                  <p:stCondLst>
                                    <p:cond delay="30134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3" nodeType="withEffect">
                                  <p:stCondLst>
                                    <p:cond delay="3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2" nodeType="withEffect">
                                  <p:stCondLst>
                                    <p:cond delay="30134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3" nodeType="withEffect">
                                  <p:stCondLst>
                                    <p:cond delay="3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2" nodeType="withEffect">
                                  <p:stCondLst>
                                    <p:cond delay="30134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3" nodeType="withEffect">
                                  <p:stCondLst>
                                    <p:cond delay="3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" nodeType="withEffect">
                                  <p:stCondLst>
                                    <p:cond delay="34134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3" nodeType="withEffect">
                                  <p:stCondLst>
                                    <p:cond delay="39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2" nodeType="withEffect">
                                  <p:stCondLst>
                                    <p:cond delay="34134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3" nodeType="withEffect">
                                  <p:stCondLst>
                                    <p:cond delay="39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2" nodeType="withEffect">
                                  <p:stCondLst>
                                    <p:cond delay="34134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3" nodeType="withEffect">
                                  <p:stCondLst>
                                    <p:cond delay="39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2" nodeType="withEffect">
                                  <p:stCondLst>
                                    <p:cond delay="34134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3" nodeType="withEffect">
                                  <p:stCondLst>
                                    <p:cond delay="39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4" nodeType="withEffect">
                                  <p:stCondLst>
                                    <p:cond delay="39934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xit" presetSubtype="0" fill="hold" grpId="5" nodeType="withEffect">
                                  <p:stCondLst>
                                    <p:cond delay="4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4" nodeType="withEffect">
                                  <p:stCondLst>
                                    <p:cond delay="39934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5" nodeType="withEffect">
                                  <p:stCondLst>
                                    <p:cond delay="4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4" nodeType="withEffect">
                                  <p:stCondLst>
                                    <p:cond delay="39934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5" nodeType="withEffect">
                                  <p:stCondLst>
                                    <p:cond delay="4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4" nodeType="withEffect">
                                  <p:stCondLst>
                                    <p:cond delay="3993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xit" presetSubtype="0" fill="hold" grpId="5" nodeType="withEffect">
                                  <p:stCondLst>
                                    <p:cond delay="44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4" nodeType="withEffect">
                                  <p:stCondLst>
                                    <p:cond delay="44134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grpId="5" nodeType="withEffect">
                                  <p:stCondLst>
                                    <p:cond delay="50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4" nodeType="withEffect">
                                  <p:stCondLst>
                                    <p:cond delay="44134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5" nodeType="withEffect">
                                  <p:stCondLst>
                                    <p:cond delay="50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4" nodeType="withEffect">
                                  <p:stCondLst>
                                    <p:cond delay="44134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5" nodeType="withEffect">
                                  <p:stCondLst>
                                    <p:cond delay="50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4" nodeType="withEffect">
                                  <p:stCondLst>
                                    <p:cond delay="44134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5" nodeType="withEffect">
                                  <p:stCondLst>
                                    <p:cond delay="50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4" nodeType="withEffect">
                                  <p:stCondLst>
                                    <p:cond delay="50101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grpId="5" nodeType="withEffect">
                                  <p:stCondLst>
                                    <p:cond delay="5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4" nodeType="withEffect">
                                  <p:stCondLst>
                                    <p:cond delay="50101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xit" presetSubtype="0" fill="hold" grpId="5" nodeType="withEffect">
                                  <p:stCondLst>
                                    <p:cond delay="5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4" nodeType="withEffect">
                                  <p:stCondLst>
                                    <p:cond delay="50101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5" nodeType="withEffect">
                                  <p:stCondLst>
                                    <p:cond delay="5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4" nodeType="withEffect">
                                  <p:stCondLst>
                                    <p:cond delay="50101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xit" presetSubtype="0" fill="hold" grpId="5" nodeType="withEffect">
                                  <p:stCondLst>
                                    <p:cond delay="5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4" nodeType="withEffect">
                                  <p:stCondLst>
                                    <p:cond delay="54101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5" nodeType="withEffect">
                                  <p:stCondLst>
                                    <p:cond delay="59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4" nodeType="withEffect">
                                  <p:stCondLst>
                                    <p:cond delay="54101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grpId="5" nodeType="withEffect">
                                  <p:stCondLst>
                                    <p:cond delay="59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4" nodeType="withEffect">
                                  <p:stCondLst>
                                    <p:cond delay="54101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xit" presetSubtype="0" fill="hold" grpId="5" nodeType="withEffect">
                                  <p:stCondLst>
                                    <p:cond delay="59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4" nodeType="withEffect">
                                  <p:stCondLst>
                                    <p:cond delay="54101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5" nodeType="withEffect">
                                  <p:stCondLst>
                                    <p:cond delay="59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6" nodeType="withEffect">
                                  <p:stCondLst>
                                    <p:cond delay="59901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7" nodeType="withEffect">
                                  <p:stCondLst>
                                    <p:cond delay="6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6" nodeType="withEffect">
                                  <p:stCondLst>
                                    <p:cond delay="59901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grpId="7" nodeType="withEffect">
                                  <p:stCondLst>
                                    <p:cond delay="6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6" nodeType="withEffect">
                                  <p:stCondLst>
                                    <p:cond delay="59901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grpId="7" nodeType="withEffect">
                                  <p:stCondLst>
                                    <p:cond delay="6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6" nodeType="withEffect">
                                  <p:stCondLst>
                                    <p:cond delay="59901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grpId="7" nodeType="withEffect">
                                  <p:stCondLst>
                                    <p:cond delay="64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6" nodeType="withEffect">
                                  <p:stCondLst>
                                    <p:cond delay="64101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xit" presetSubtype="0" fill="hold" grpId="7" nodeType="withEffect">
                                  <p:stCondLst>
                                    <p:cond delay="70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6" nodeType="withEffect">
                                  <p:stCondLst>
                                    <p:cond delay="64101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xit" presetSubtype="0" fill="hold" grpId="7" nodeType="withEffect">
                                  <p:stCondLst>
                                    <p:cond delay="70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6" nodeType="withEffect">
                                  <p:stCondLst>
                                    <p:cond delay="64101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xit" presetSubtype="0" fill="hold" grpId="7" nodeType="withEffect">
                                  <p:stCondLst>
                                    <p:cond delay="70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6" nodeType="withEffect">
                                  <p:stCondLst>
                                    <p:cond delay="64101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xit" presetSubtype="0" fill="hold" grpId="7" nodeType="withEffect">
                                  <p:stCondLst>
                                    <p:cond delay="70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6" nodeType="withEffect">
                                  <p:stCondLst>
                                    <p:cond delay="70068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xit" presetSubtype="0" fill="hold" grpId="7" nodeType="withEffect">
                                  <p:stCondLst>
                                    <p:cond delay="7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6" nodeType="withEffect">
                                  <p:stCondLst>
                                    <p:cond delay="70068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7" nodeType="withEffect">
                                  <p:stCondLst>
                                    <p:cond delay="7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6" nodeType="withEffect">
                                  <p:stCondLst>
                                    <p:cond delay="70068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7" nodeType="withEffect">
                                  <p:stCondLst>
                                    <p:cond delay="7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6" nodeType="withEffect">
                                  <p:stCondLst>
                                    <p:cond delay="70068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7" nodeType="withEffect">
                                  <p:stCondLst>
                                    <p:cond delay="7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6" nodeType="withEffect">
                                  <p:stCondLst>
                                    <p:cond delay="74068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grpId="7" nodeType="withEffect">
                                  <p:stCondLst>
                                    <p:cond delay="79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6" nodeType="withEffect">
                                  <p:stCondLst>
                                    <p:cond delay="74068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xit" presetSubtype="0" fill="hold" grpId="7" nodeType="withEffect">
                                  <p:stCondLst>
                                    <p:cond delay="79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6" nodeType="withEffect">
                                  <p:stCondLst>
                                    <p:cond delay="74068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xit" presetSubtype="0" fill="hold" grpId="7" nodeType="withEffect">
                                  <p:stCondLst>
                                    <p:cond delay="79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6" nodeType="withEffect">
                                  <p:stCondLst>
                                    <p:cond delay="74068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xit" presetSubtype="0" fill="hold" grpId="7" nodeType="withEffect">
                                  <p:stCondLst>
                                    <p:cond delay="79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8" nodeType="withEffect">
                                  <p:stCondLst>
                                    <p:cond delay="79868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xit" presetSubtype="0" fill="hold" grpId="9" nodeType="withEffect">
                                  <p:stCondLst>
                                    <p:cond delay="8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8" nodeType="withEffect">
                                  <p:stCondLst>
                                    <p:cond delay="79868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xit" presetSubtype="0" fill="hold" grpId="9" nodeType="withEffect">
                                  <p:stCondLst>
                                    <p:cond delay="8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8" nodeType="withEffect">
                                  <p:stCondLst>
                                    <p:cond delay="79868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xit" presetSubtype="0" fill="hold" grpId="9" nodeType="withEffect">
                                  <p:stCondLst>
                                    <p:cond delay="8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8" nodeType="withEffect">
                                  <p:stCondLst>
                                    <p:cond delay="79868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xit" presetSubtype="0" fill="hold" grpId="9" nodeType="withEffect">
                                  <p:stCondLst>
                                    <p:cond delay="84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8" nodeType="withEffect">
                                  <p:stCondLst>
                                    <p:cond delay="84068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xit" presetSubtype="0" fill="hold" grpId="9" nodeType="withEffect">
                                  <p:stCondLst>
                                    <p:cond delay="90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8" nodeType="withEffect">
                                  <p:stCondLst>
                                    <p:cond delay="84068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xit" presetSubtype="0" fill="hold" grpId="9" nodeType="withEffect">
                                  <p:stCondLst>
                                    <p:cond delay="90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8" nodeType="withEffect">
                                  <p:stCondLst>
                                    <p:cond delay="84068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xit" presetSubtype="0" fill="hold" grpId="9" nodeType="withEffect">
                                  <p:stCondLst>
                                    <p:cond delay="90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8" nodeType="withEffect">
                                  <p:stCondLst>
                                    <p:cond delay="84068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xit" presetSubtype="0" fill="hold" grpId="9" nodeType="withEffect">
                                  <p:stCondLst>
                                    <p:cond delay="90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8" nodeType="withEffect">
                                  <p:stCondLst>
                                    <p:cond delay="90035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xit" presetSubtype="0" fill="hold" grpId="9" nodeType="withEffect">
                                  <p:stCondLst>
                                    <p:cond delay="9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8" nodeType="withEffect">
                                  <p:stCondLst>
                                    <p:cond delay="90035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xit" presetSubtype="0" fill="hold" grpId="9" nodeType="withEffect">
                                  <p:stCondLst>
                                    <p:cond delay="9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8" nodeType="withEffect">
                                  <p:stCondLst>
                                    <p:cond delay="90035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9" nodeType="withEffect">
                                  <p:stCondLst>
                                    <p:cond delay="9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8" nodeType="withEffect">
                                  <p:stCondLst>
                                    <p:cond delay="90035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xit" presetSubtype="0" fill="hold" grpId="9" nodeType="withEffect">
                                  <p:stCondLst>
                                    <p:cond delay="9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8" nodeType="withEffect">
                                  <p:stCondLst>
                                    <p:cond delay="94035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xit" presetSubtype="0" fill="hold" grpId="9" nodeType="withEffect">
                                  <p:stCondLst>
                                    <p:cond delay="9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8" nodeType="withEffect">
                                  <p:stCondLst>
                                    <p:cond delay="940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xit" presetSubtype="0" fill="hold" grpId="9" nodeType="withEffect">
                                  <p:stCondLst>
                                    <p:cond delay="9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1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8" nodeType="withEffect">
                                  <p:stCondLst>
                                    <p:cond delay="94035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xit" presetSubtype="0" fill="hold" grpId="9" nodeType="withEffect">
                                  <p:stCondLst>
                                    <p:cond delay="9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8" nodeType="withEffect">
                                  <p:stCondLst>
                                    <p:cond delay="94035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grpId="9" nodeType="withEffect">
                                  <p:stCondLst>
                                    <p:cond delay="9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10" nodeType="withEffect">
                                  <p:stCondLst>
                                    <p:cond delay="99835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xit" presetSubtype="0" fill="hold" grpId="11" nodeType="withEffect">
                                  <p:stCondLst>
                                    <p:cond delay="10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10" nodeType="withEffect">
                                  <p:stCondLst>
                                    <p:cond delay="99835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xit" presetSubtype="0" fill="hold" grpId="11" nodeType="withEffect">
                                  <p:stCondLst>
                                    <p:cond delay="10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10" nodeType="withEffect">
                                  <p:stCondLst>
                                    <p:cond delay="99835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grpId="11" nodeType="withEffect">
                                  <p:stCondLst>
                                    <p:cond delay="10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10" nodeType="withEffect">
                                  <p:stCondLst>
                                    <p:cond delay="99835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xit" presetSubtype="0" fill="hold" grpId="11" nodeType="withEffect">
                                  <p:stCondLst>
                                    <p:cond delay="104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10" nodeType="withEffect">
                                  <p:stCondLst>
                                    <p:cond delay="104035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xit" presetSubtype="0" fill="hold" grpId="11" nodeType="withEffect">
                                  <p:stCondLst>
                                    <p:cond delay="110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10" nodeType="withEffect">
                                  <p:stCondLst>
                                    <p:cond delay="104035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xit" presetSubtype="0" fill="hold" grpId="11" nodeType="withEffect">
                                  <p:stCondLst>
                                    <p:cond delay="110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10" nodeType="withEffect">
                                  <p:stCondLst>
                                    <p:cond delay="104035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xit" presetSubtype="0" fill="hold" grpId="11" nodeType="withEffect">
                                  <p:stCondLst>
                                    <p:cond delay="110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10" nodeType="withEffect">
                                  <p:stCondLst>
                                    <p:cond delay="104035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xit" presetSubtype="0" fill="hold" grpId="11" nodeType="withEffect">
                                  <p:stCondLst>
                                    <p:cond delay="110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0" presetClass="entr" presetSubtype="0" fill="hold" grpId="10" nodeType="withEffect">
                                  <p:stCondLst>
                                    <p:cond delay="110002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xit" presetSubtype="0" fill="hold" grpId="11" nodeType="withEffect">
                                  <p:stCondLst>
                                    <p:cond delay="11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10" nodeType="withEffect">
                                  <p:stCondLst>
                                    <p:cond delay="110002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xit" presetSubtype="0" fill="hold" grpId="11" nodeType="withEffect">
                                  <p:stCondLst>
                                    <p:cond delay="11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10" nodeType="withEffect">
                                  <p:stCondLst>
                                    <p:cond delay="110002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xit" presetSubtype="0" fill="hold" grpId="11" nodeType="withEffect">
                                  <p:stCondLst>
                                    <p:cond delay="11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10" nodeType="withEffect">
                                  <p:stCondLst>
                                    <p:cond delay="110002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xit" presetSubtype="0" fill="hold" grpId="11" nodeType="withEffect">
                                  <p:stCondLst>
                                    <p:cond delay="11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10" nodeType="withEffect">
                                  <p:stCondLst>
                                    <p:cond delay="114002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xit" presetSubtype="0" fill="hold" grpId="11" nodeType="withEffect">
                                  <p:stCondLst>
                                    <p:cond delay="119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10" nodeType="withEffect">
                                  <p:stCondLst>
                                    <p:cond delay="114002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xit" presetSubtype="0" fill="hold" grpId="11" nodeType="withEffect">
                                  <p:stCondLst>
                                    <p:cond delay="119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10" nodeType="withEffect">
                                  <p:stCondLst>
                                    <p:cond delay="114002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xit" presetSubtype="0" fill="hold" grpId="11" nodeType="withEffect">
                                  <p:stCondLst>
                                    <p:cond delay="119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10" nodeType="withEffect">
                                  <p:stCondLst>
                                    <p:cond delay="114002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xit" presetSubtype="0" fill="hold" grpId="11" nodeType="withEffect">
                                  <p:stCondLst>
                                    <p:cond delay="119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12" nodeType="withEffect">
                                  <p:stCondLst>
                                    <p:cond delay="119802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xit" presetSubtype="0" fill="hold" grpId="13" nodeType="withEffect">
                                  <p:stCondLst>
                                    <p:cond delay="12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12" nodeType="withEffect">
                                  <p:stCondLst>
                                    <p:cond delay="119802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xit" presetSubtype="0" fill="hold" grpId="13" nodeType="withEffect">
                                  <p:stCondLst>
                                    <p:cond delay="12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12" nodeType="withEffect">
                                  <p:stCondLst>
                                    <p:cond delay="119802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6" presetID="10" presetClass="exit" presetSubtype="0" fill="hold" grpId="13" nodeType="withEffect">
                                  <p:stCondLst>
                                    <p:cond delay="12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" presetID="10" presetClass="entr" presetSubtype="0" fill="hold" grpId="12" nodeType="withEffect">
                                  <p:stCondLst>
                                    <p:cond delay="119802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2" presetID="10" presetClass="exit" presetSubtype="0" fill="hold" grpId="13" nodeType="withEffect">
                                  <p:stCondLst>
                                    <p:cond delay="124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12" nodeType="withEffect">
                                  <p:stCondLst>
                                    <p:cond delay="124002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xit" presetSubtype="0" fill="hold" grpId="13" nodeType="withEffect">
                                  <p:stCondLst>
                                    <p:cond delay="129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12" nodeType="withEffect">
                                  <p:stCondLst>
                                    <p:cond delay="124002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13" nodeType="withEffect">
                                  <p:stCondLst>
                                    <p:cond delay="129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12" nodeType="withEffect">
                                  <p:stCondLst>
                                    <p:cond delay="124002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xit" presetSubtype="0" fill="hold" grpId="13" nodeType="withEffect">
                                  <p:stCondLst>
                                    <p:cond delay="129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12" nodeType="withEffect">
                                  <p:stCondLst>
                                    <p:cond delay="124002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grpId="13" nodeType="withEffect">
                                  <p:stCondLst>
                                    <p:cond delay="129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ntr" presetSubtype="0" fill="hold" grpId="12" nodeType="withEffect">
                                  <p:stCondLst>
                                    <p:cond delay="129969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2" presetID="10" presetClass="exit" presetSubtype="0" fill="hold" grpId="13" nodeType="withEffect">
                                  <p:stCondLst>
                                    <p:cond delay="13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grpId="12" nodeType="withEffect">
                                  <p:stCondLst>
                                    <p:cond delay="129969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xit" presetSubtype="0" fill="hold" grpId="13" nodeType="withEffect">
                                  <p:stCondLst>
                                    <p:cond delay="13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12" nodeType="withEffect">
                                  <p:stCondLst>
                                    <p:cond delay="129969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xit" presetSubtype="0" fill="hold" grpId="13" nodeType="withEffect">
                                  <p:stCondLst>
                                    <p:cond delay="13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12" nodeType="withEffect">
                                  <p:stCondLst>
                                    <p:cond delay="129969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xit" presetSubtype="0" fill="hold" grpId="13" nodeType="withEffect">
                                  <p:stCondLst>
                                    <p:cond delay="13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12" nodeType="withEffect">
                                  <p:stCondLst>
                                    <p:cond delay="133969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xit" presetSubtype="0" fill="hold" grpId="13" nodeType="withEffect">
                                  <p:stCondLst>
                                    <p:cond delay="139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12" nodeType="withEffect">
                                  <p:stCondLst>
                                    <p:cond delay="133969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10" presetClass="exit" presetSubtype="0" fill="hold" grpId="13" nodeType="withEffect">
                                  <p:stCondLst>
                                    <p:cond delay="139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10" presetClass="entr" presetSubtype="0" fill="hold" grpId="12" nodeType="withEffect">
                                  <p:stCondLst>
                                    <p:cond delay="133969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10" presetClass="exit" presetSubtype="0" fill="hold" grpId="13" nodeType="withEffect">
                                  <p:stCondLst>
                                    <p:cond delay="139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12" nodeType="withEffect">
                                  <p:stCondLst>
                                    <p:cond delay="133969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xit" presetSubtype="0" fill="hold" grpId="13" nodeType="withEffect">
                                  <p:stCondLst>
                                    <p:cond delay="139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14" nodeType="withEffect">
                                  <p:stCondLst>
                                    <p:cond delay="139769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xit" presetSubtype="0" fill="hold" grpId="15" nodeType="withEffect">
                                  <p:stCondLst>
                                    <p:cond delay="14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14" nodeType="withEffect">
                                  <p:stCondLst>
                                    <p:cond delay="139769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xit" presetSubtype="0" fill="hold" grpId="15" nodeType="withEffect">
                                  <p:stCondLst>
                                    <p:cond delay="14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14" nodeType="withEffect">
                                  <p:stCondLst>
                                    <p:cond delay="139769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xit" presetSubtype="0" fill="hold" grpId="15" nodeType="withEffect">
                                  <p:stCondLst>
                                    <p:cond delay="14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0" presetClass="entr" presetSubtype="0" fill="hold" grpId="14" nodeType="withEffect">
                                  <p:stCondLst>
                                    <p:cond delay="139769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presetID="10" presetClass="exit" presetSubtype="0" fill="hold" grpId="15" nodeType="withEffect">
                                  <p:stCondLst>
                                    <p:cond delay="143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0" presetClass="entr" presetSubtype="0" fill="hold" grpId="14" nodeType="withEffect">
                                  <p:stCondLst>
                                    <p:cond delay="143969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xit" presetSubtype="0" fill="hold" grpId="15" nodeType="withEffect">
                                  <p:stCondLst>
                                    <p:cond delay="149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7" presetID="10" presetClass="entr" presetSubtype="0" fill="hold" grpId="14" nodeType="withEffect">
                                  <p:stCondLst>
                                    <p:cond delay="143969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xit" presetSubtype="0" fill="hold" grpId="15" nodeType="withEffect">
                                  <p:stCondLst>
                                    <p:cond delay="149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14" nodeType="withEffect">
                                  <p:stCondLst>
                                    <p:cond delay="143969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xit" presetSubtype="0" fill="hold" grpId="15" nodeType="withEffect">
                                  <p:stCondLst>
                                    <p:cond delay="149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14" nodeType="withEffect">
                                  <p:stCondLst>
                                    <p:cond delay="143969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xit" presetSubtype="0" fill="hold" grpId="15" nodeType="withEffect">
                                  <p:stCondLst>
                                    <p:cond delay="149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14" nodeType="withEffect">
                                  <p:stCondLst>
                                    <p:cond delay="149936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presetID="10" presetClass="exit" presetSubtype="0" fill="hold" grpId="15" nodeType="withEffect">
                                  <p:stCondLst>
                                    <p:cond delay="15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10" presetClass="entr" presetSubtype="0" fill="hold" grpId="14" nodeType="withEffect">
                                  <p:stCondLst>
                                    <p:cond delay="149936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presetID="10" presetClass="exit" presetSubtype="0" fill="hold" grpId="15" nodeType="withEffect">
                                  <p:stCondLst>
                                    <p:cond delay="15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7" presetID="10" presetClass="entr" presetSubtype="0" fill="hold" grpId="14" nodeType="withEffect">
                                  <p:stCondLst>
                                    <p:cond delay="149936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grpId="15" nodeType="withEffect">
                                  <p:stCondLst>
                                    <p:cond delay="15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14" nodeType="withEffect">
                                  <p:stCondLst>
                                    <p:cond delay="149936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xit" presetSubtype="0" fill="hold" grpId="15" nodeType="withEffect">
                                  <p:stCondLst>
                                    <p:cond delay="15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14" nodeType="withEffect">
                                  <p:stCondLst>
                                    <p:cond delay="153936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xit" presetSubtype="0" fill="hold" grpId="15" nodeType="withEffect">
                                  <p:stCondLst>
                                    <p:cond delay="159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14" nodeType="withEffect">
                                  <p:stCondLst>
                                    <p:cond delay="153936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grpId="15" nodeType="withEffect">
                                  <p:stCondLst>
                                    <p:cond delay="159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14" nodeType="withEffect">
                                  <p:stCondLst>
                                    <p:cond delay="153936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presetID="10" presetClass="exit" presetSubtype="0" fill="hold" grpId="15" nodeType="withEffect">
                                  <p:stCondLst>
                                    <p:cond delay="159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10" presetClass="entr" presetSubtype="0" fill="hold" grpId="14" nodeType="withEffect">
                                  <p:stCondLst>
                                    <p:cond delay="153936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10" presetClass="exit" presetSubtype="0" fill="hold" grpId="15" nodeType="withEffect">
                                  <p:stCondLst>
                                    <p:cond delay="159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16" nodeType="withEffect">
                                  <p:stCondLst>
                                    <p:cond delay="159736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xit" presetSubtype="0" fill="hold" grpId="17" nodeType="withEffect">
                                  <p:stCondLst>
                                    <p:cond delay="16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16" nodeType="withEffect">
                                  <p:stCondLst>
                                    <p:cond delay="159736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xit" presetSubtype="0" fill="hold" grpId="17" nodeType="withEffect">
                                  <p:stCondLst>
                                    <p:cond delay="16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16" nodeType="withEffect">
                                  <p:stCondLst>
                                    <p:cond delay="159736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xit" presetSubtype="0" fill="hold" grpId="17" nodeType="withEffect">
                                  <p:stCondLst>
                                    <p:cond delay="16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16" nodeType="withEffect">
                                  <p:stCondLst>
                                    <p:cond delay="159736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10" presetClass="exit" presetSubtype="0" fill="hold" grpId="17" nodeType="withEffect">
                                  <p:stCondLst>
                                    <p:cond delay="163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presetID="10" presetClass="entr" presetSubtype="0" fill="hold" grpId="16" nodeType="withEffect">
                                  <p:stCondLst>
                                    <p:cond delay="163936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presetID="10" presetClass="exit" presetSubtype="0" fill="hold" grpId="17" nodeType="withEffect">
                                  <p:stCondLst>
                                    <p:cond delay="169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3" presetID="10" presetClass="entr" presetSubtype="0" fill="hold" grpId="16" nodeType="withEffect">
                                  <p:stCondLst>
                                    <p:cond delay="163936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xit" presetSubtype="0" fill="hold" grpId="17" nodeType="withEffect">
                                  <p:stCondLst>
                                    <p:cond delay="169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16" nodeType="withEffect">
                                  <p:stCondLst>
                                    <p:cond delay="163936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xit" presetSubtype="0" fill="hold" grpId="17" nodeType="withEffect">
                                  <p:stCondLst>
                                    <p:cond delay="169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16" nodeType="withEffect">
                                  <p:stCondLst>
                                    <p:cond delay="163936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xit" presetSubtype="0" fill="hold" grpId="17" nodeType="withEffect">
                                  <p:stCondLst>
                                    <p:cond delay="169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9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16" nodeType="withEffect">
                                  <p:stCondLst>
                                    <p:cond delay="169903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xit" presetSubtype="0" fill="hold" grpId="17" nodeType="withEffect">
                                  <p:stCondLst>
                                    <p:cond delay="17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10" presetClass="entr" presetSubtype="0" fill="hold" grpId="16" nodeType="withEffect">
                                  <p:stCondLst>
                                    <p:cond delay="169903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0" presetID="10" presetClass="exit" presetSubtype="0" fill="hold" grpId="17" nodeType="withEffect">
                                  <p:stCondLst>
                                    <p:cond delay="17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3" presetID="10" presetClass="entr" presetSubtype="0" fill="hold" grpId="16" nodeType="withEffect">
                                  <p:stCondLst>
                                    <p:cond delay="169903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xit" presetSubtype="0" fill="hold" grpId="17" nodeType="withEffect">
                                  <p:stCondLst>
                                    <p:cond delay="17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9" presetID="10" presetClass="entr" presetSubtype="0" fill="hold" grpId="16" nodeType="withEffect">
                                  <p:stCondLst>
                                    <p:cond delay="169903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xit" presetSubtype="0" fill="hold" grpId="17" nodeType="withEffect">
                                  <p:stCondLst>
                                    <p:cond delay="17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3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16" nodeType="withEffect">
                                  <p:stCondLst>
                                    <p:cond delay="173903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xit" presetSubtype="0" fill="hold" grpId="17" nodeType="withEffect">
                                  <p:stCondLst>
                                    <p:cond delay="179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16" nodeType="withEffect">
                                  <p:stCondLst>
                                    <p:cond delay="173903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xit" presetSubtype="0" fill="hold" grpId="17" nodeType="withEffect">
                                  <p:stCondLst>
                                    <p:cond delay="179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5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16" nodeType="withEffect">
                                  <p:stCondLst>
                                    <p:cond delay="173903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0" presetID="10" presetClass="exit" presetSubtype="0" fill="hold" grpId="17" nodeType="withEffect">
                                  <p:stCondLst>
                                    <p:cond delay="179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1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3" presetID="10" presetClass="entr" presetSubtype="0" fill="hold" grpId="16" nodeType="withEffect">
                                  <p:stCondLst>
                                    <p:cond delay="173903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6" presetID="10" presetClass="exit" presetSubtype="0" fill="hold" grpId="17" nodeType="withEffect">
                                  <p:stCondLst>
                                    <p:cond delay="179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18" nodeType="withEffect">
                                  <p:stCondLst>
                                    <p:cond delay="179703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19" nodeType="withEffect">
                                  <p:stCondLst>
                                    <p:cond delay="18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18" nodeType="withEffect">
                                  <p:stCondLst>
                                    <p:cond delay="179703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xit" presetSubtype="0" fill="hold" grpId="19" nodeType="withEffect">
                                  <p:stCondLst>
                                    <p:cond delay="18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18" nodeType="withEffect">
                                  <p:stCondLst>
                                    <p:cond delay="179703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grpId="19" nodeType="withEffect">
                                  <p:stCondLst>
                                    <p:cond delay="18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18" nodeType="withEffect">
                                  <p:stCondLst>
                                    <p:cond delay="179703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xit" presetSubtype="0" fill="hold" grpId="19" nodeType="withEffect">
                                  <p:stCondLst>
                                    <p:cond delay="183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3" presetID="10" presetClass="entr" presetSubtype="0" fill="hold" grpId="18" nodeType="withEffect">
                                  <p:stCondLst>
                                    <p:cond delay="183903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6" presetID="10" presetClass="exit" presetSubtype="0" fill="hold" grpId="19" nodeType="withEffect">
                                  <p:stCondLst>
                                    <p:cond delay="189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9" presetID="10" presetClass="entr" presetSubtype="0" fill="hold" grpId="18" nodeType="withEffect">
                                  <p:stCondLst>
                                    <p:cond delay="183903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xit" presetSubtype="0" fill="hold" grpId="19" nodeType="withEffect">
                                  <p:stCondLst>
                                    <p:cond delay="189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3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18" nodeType="withEffect">
                                  <p:stCondLst>
                                    <p:cond delay="183903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8" presetID="10" presetClass="exit" presetSubtype="0" fill="hold" grpId="19" nodeType="withEffect">
                                  <p:stCondLst>
                                    <p:cond delay="189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18" nodeType="withEffect">
                                  <p:stCondLst>
                                    <p:cond delay="183903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xit" presetSubtype="0" fill="hold" grpId="19" nodeType="withEffect">
                                  <p:stCondLst>
                                    <p:cond delay="189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18" nodeType="withEffect">
                                  <p:stCondLst>
                                    <p:cond delay="18987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xit" presetSubtype="0" fill="hold" grpId="19" nodeType="withEffect">
                                  <p:stCondLst>
                                    <p:cond delay="193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3" presetID="10" presetClass="entr" presetSubtype="0" fill="hold" grpId="18" nodeType="withEffect">
                                  <p:stCondLst>
                                    <p:cond delay="18987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6" presetID="10" presetClass="exit" presetSubtype="0" fill="hold" grpId="19" nodeType="withEffect">
                                  <p:stCondLst>
                                    <p:cond delay="193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9" presetID="10" presetClass="entr" presetSubtype="0" fill="hold" grpId="18" nodeType="withEffect">
                                  <p:stCondLst>
                                    <p:cond delay="18987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1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2" presetID="10" presetClass="exit" presetSubtype="0" fill="hold" grpId="19" nodeType="withEffect">
                                  <p:stCondLst>
                                    <p:cond delay="193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10" presetClass="entr" presetSubtype="0" fill="hold" grpId="18" nodeType="withEffect">
                                  <p:stCondLst>
                                    <p:cond delay="18987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xit" presetSubtype="0" fill="hold" grpId="19" nodeType="withEffect">
                                  <p:stCondLst>
                                    <p:cond delay="193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18" nodeType="withEffect">
                                  <p:stCondLst>
                                    <p:cond delay="19387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18" nodeType="withEffect">
                                  <p:stCondLst>
                                    <p:cond delay="19387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presetID="10" presetClass="entr" presetSubtype="0" fill="hold" grpId="18" nodeType="withEffect">
                                  <p:stCondLst>
                                    <p:cond delay="19387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0" presetID="10" presetClass="entr" presetSubtype="0" fill="hold" grpId="18" nodeType="withEffect">
                                  <p:stCondLst>
                                    <p:cond delay="19387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14" dur="19967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15" repeatCount="indefinite" fill="hold" display="0">
                  <p:stCondLst>
                    <p:cond delay="indefinite"/>
                  </p:stCondLst>
                </p:cTn>
                <p:tgtEl>
                  <p:spTgt spid="61"/>
                </p:tgtEl>
              </p:cMediaNode>
            </p:video>
          </p:childTnLst>
        </p:cTn>
      </p:par>
    </p:tnLst>
    <p:bldLst>
      <p:bldP spid="4" grpId="0" animBg="1"/>
      <p:bldP spid="13" grpId="0" animBg="1"/>
      <p:bldP spid="19" grpId="0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30" grpId="0" animBg="1"/>
      <p:bldP spid="32" grpId="0" animBg="1"/>
      <p:bldP spid="33" grpId="0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5" grpId="0" animBg="1"/>
      <p:bldP spid="35" grpId="1" animBg="1"/>
      <p:bldP spid="35" grpId="2" animBg="1"/>
      <p:bldP spid="35" grpId="3" animBg="1"/>
      <p:bldP spid="35" grpId="4" animBg="1"/>
      <p:bldP spid="35" grpId="5" animBg="1"/>
      <p:bldP spid="35" grpId="6" animBg="1"/>
      <p:bldP spid="35" grpId="7" animBg="1"/>
      <p:bldP spid="35" grpId="8" animBg="1"/>
      <p:bldP spid="35" grpId="9" animBg="1"/>
      <p:bldP spid="35" grpId="10" animBg="1"/>
      <p:bldP spid="35" grpId="11" animBg="1"/>
      <p:bldP spid="35" grpId="12" animBg="1"/>
      <p:bldP spid="35" grpId="13" animBg="1"/>
      <p:bldP spid="35" grpId="14" animBg="1"/>
      <p:bldP spid="35" grpId="15" animBg="1"/>
      <p:bldP spid="35" grpId="16" animBg="1"/>
      <p:bldP spid="35" grpId="17" animBg="1"/>
      <p:bldP spid="35" grpId="18" animBg="1"/>
      <p:bldP spid="35" grpId="19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36" grpId="9" animBg="1"/>
      <p:bldP spid="36" grpId="10" animBg="1"/>
      <p:bldP spid="36" grpId="11" animBg="1"/>
      <p:bldP spid="36" grpId="12" animBg="1"/>
      <p:bldP spid="36" grpId="13" animBg="1"/>
      <p:bldP spid="36" grpId="14" animBg="1"/>
      <p:bldP spid="36" grpId="15" animBg="1"/>
      <p:bldP spid="36" grpId="16" animBg="1"/>
      <p:bldP spid="36" grpId="17" animBg="1"/>
      <p:bldP spid="36" grpId="18" animBg="1"/>
      <p:bldP spid="36" grpId="19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  <p:bldP spid="37" grpId="12" animBg="1"/>
      <p:bldP spid="37" grpId="13" animBg="1"/>
      <p:bldP spid="37" grpId="14" animBg="1"/>
      <p:bldP spid="37" grpId="15" animBg="1"/>
      <p:bldP spid="37" grpId="16" animBg="1"/>
      <p:bldP spid="37" grpId="17" animBg="1"/>
      <p:bldP spid="37" grpId="18" animBg="1"/>
      <p:bldP spid="37" grpId="19" animBg="1"/>
      <p:bldP spid="38" grpId="0" animBg="1"/>
      <p:bldP spid="39" grpId="0" animBg="1"/>
      <p:bldP spid="40" grpId="0" animBg="1"/>
      <p:bldP spid="41" grpId="0" animBg="1"/>
      <p:bldP spid="41" grpId="1" animBg="1"/>
      <p:bldP spid="41" grpId="2" animBg="1"/>
      <p:bldP spid="41" grpId="3" animBg="1"/>
      <p:bldP spid="41" grpId="4" animBg="1"/>
      <p:bldP spid="41" grpId="5" animBg="1"/>
      <p:bldP spid="41" grpId="6" animBg="1"/>
      <p:bldP spid="41" grpId="7" animBg="1"/>
      <p:bldP spid="41" grpId="8" animBg="1"/>
      <p:bldP spid="41" grpId="9" animBg="1"/>
      <p:bldP spid="41" grpId="10" animBg="1"/>
      <p:bldP spid="41" grpId="11" animBg="1"/>
      <p:bldP spid="41" grpId="12" animBg="1"/>
      <p:bldP spid="41" grpId="13" animBg="1"/>
      <p:bldP spid="41" grpId="14" animBg="1"/>
      <p:bldP spid="41" grpId="15" animBg="1"/>
      <p:bldP spid="41" grpId="16" animBg="1"/>
      <p:bldP spid="41" grpId="17" animBg="1"/>
      <p:bldP spid="41" grpId="18" animBg="1"/>
      <p:bldP spid="41" grpId="19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2" grpId="6" animBg="1"/>
      <p:bldP spid="42" grpId="7" animBg="1"/>
      <p:bldP spid="42" grpId="8" animBg="1"/>
      <p:bldP spid="42" grpId="9" animBg="1"/>
      <p:bldP spid="42" grpId="10" animBg="1"/>
      <p:bldP spid="42" grpId="11" animBg="1"/>
      <p:bldP spid="42" grpId="12" animBg="1"/>
      <p:bldP spid="42" grpId="13" animBg="1"/>
      <p:bldP spid="42" grpId="14" animBg="1"/>
      <p:bldP spid="42" grpId="15" animBg="1"/>
      <p:bldP spid="42" grpId="16" animBg="1"/>
      <p:bldP spid="42" grpId="17" animBg="1"/>
      <p:bldP spid="42" grpId="18" animBg="1"/>
      <p:bldP spid="42" grpId="19" animBg="1"/>
      <p:bldP spid="44" grpId="0" animBg="1"/>
      <p:bldP spid="44" grpId="1" animBg="1"/>
      <p:bldP spid="44" grpId="2" animBg="1"/>
      <p:bldP spid="44" grpId="3" animBg="1"/>
      <p:bldP spid="44" grpId="4" animBg="1"/>
      <p:bldP spid="44" grpId="5" animBg="1"/>
      <p:bldP spid="44" grpId="6" animBg="1"/>
      <p:bldP spid="44" grpId="7" animBg="1"/>
      <p:bldP spid="44" grpId="8" animBg="1"/>
      <p:bldP spid="44" grpId="9" animBg="1"/>
      <p:bldP spid="44" grpId="10" animBg="1"/>
      <p:bldP spid="44" grpId="11" animBg="1"/>
      <p:bldP spid="44" grpId="12" animBg="1"/>
      <p:bldP spid="44" grpId="13" animBg="1"/>
      <p:bldP spid="44" grpId="14" animBg="1"/>
      <p:bldP spid="44" grpId="15" animBg="1"/>
      <p:bldP spid="44" grpId="16" animBg="1"/>
      <p:bldP spid="44" grpId="17" animBg="1"/>
      <p:bldP spid="44" grpId="18" animBg="1"/>
      <p:bldP spid="44" grpId="19" animBg="1"/>
      <p:bldP spid="45" grpId="0" animBg="1"/>
      <p:bldP spid="45" grpId="1" animBg="1"/>
      <p:bldP spid="45" grpId="2" animBg="1"/>
      <p:bldP spid="45" grpId="3" animBg="1"/>
      <p:bldP spid="45" grpId="4" animBg="1"/>
      <p:bldP spid="45" grpId="5" animBg="1"/>
      <p:bldP spid="45" grpId="6" animBg="1"/>
      <p:bldP spid="45" grpId="7" animBg="1"/>
      <p:bldP spid="45" grpId="8" animBg="1"/>
      <p:bldP spid="45" grpId="9" animBg="1"/>
      <p:bldP spid="45" grpId="10" animBg="1"/>
      <p:bldP spid="45" grpId="11" animBg="1"/>
      <p:bldP spid="45" grpId="12" animBg="1"/>
      <p:bldP spid="45" grpId="13" animBg="1"/>
      <p:bldP spid="45" grpId="14" animBg="1"/>
      <p:bldP spid="45" grpId="15" animBg="1"/>
      <p:bldP spid="45" grpId="16" animBg="1"/>
      <p:bldP spid="45" grpId="17" animBg="1"/>
      <p:bldP spid="45" grpId="18" animBg="1"/>
      <p:bldP spid="45" grpId="19" animBg="1"/>
      <p:bldP spid="46" grpId="0" animBg="1"/>
      <p:bldP spid="47" grpId="0" animBg="1"/>
      <p:bldP spid="49" grpId="0" animBg="1"/>
      <p:bldP spid="50" grpId="0" animBg="1"/>
      <p:bldP spid="50" grpId="1" animBg="1"/>
      <p:bldP spid="50" grpId="2" animBg="1"/>
      <p:bldP spid="50" grpId="3" animBg="1"/>
      <p:bldP spid="50" grpId="4" animBg="1"/>
      <p:bldP spid="50" grpId="5" animBg="1"/>
      <p:bldP spid="50" grpId="6" animBg="1"/>
      <p:bldP spid="50" grpId="7" animBg="1"/>
      <p:bldP spid="50" grpId="8" animBg="1"/>
      <p:bldP spid="50" grpId="9" animBg="1"/>
      <p:bldP spid="50" grpId="10" animBg="1"/>
      <p:bldP spid="50" grpId="11" animBg="1"/>
      <p:bldP spid="50" grpId="12" animBg="1"/>
      <p:bldP spid="50" grpId="13" animBg="1"/>
      <p:bldP spid="50" grpId="14" animBg="1"/>
      <p:bldP spid="50" grpId="15" animBg="1"/>
      <p:bldP spid="50" grpId="16" animBg="1"/>
      <p:bldP spid="50" grpId="17" animBg="1"/>
      <p:bldP spid="50" grpId="18" animBg="1"/>
      <p:bldP spid="51" grpId="0" animBg="1"/>
      <p:bldP spid="51" grpId="1" animBg="1"/>
      <p:bldP spid="51" grpId="2" animBg="1"/>
      <p:bldP spid="51" grpId="3" animBg="1"/>
      <p:bldP spid="51" grpId="4" animBg="1"/>
      <p:bldP spid="51" grpId="5" animBg="1"/>
      <p:bldP spid="51" grpId="6" animBg="1"/>
      <p:bldP spid="51" grpId="7" animBg="1"/>
      <p:bldP spid="51" grpId="8" animBg="1"/>
      <p:bldP spid="51" grpId="9" animBg="1"/>
      <p:bldP spid="51" grpId="10" animBg="1"/>
      <p:bldP spid="51" grpId="11" animBg="1"/>
      <p:bldP spid="51" grpId="12" animBg="1"/>
      <p:bldP spid="51" grpId="13" animBg="1"/>
      <p:bldP spid="51" grpId="14" animBg="1"/>
      <p:bldP spid="51" grpId="15" animBg="1"/>
      <p:bldP spid="51" grpId="16" animBg="1"/>
      <p:bldP spid="51" grpId="17" animBg="1"/>
      <p:bldP spid="51" grpId="18" animBg="1"/>
      <p:bldP spid="52" grpId="0" animBg="1"/>
      <p:bldP spid="52" grpId="1" animBg="1"/>
      <p:bldP spid="52" grpId="2" animBg="1"/>
      <p:bldP spid="52" grpId="3" animBg="1"/>
      <p:bldP spid="52" grpId="4" animBg="1"/>
      <p:bldP spid="52" grpId="5" animBg="1"/>
      <p:bldP spid="52" grpId="6" animBg="1"/>
      <p:bldP spid="52" grpId="7" animBg="1"/>
      <p:bldP spid="52" grpId="8" animBg="1"/>
      <p:bldP spid="52" grpId="9" animBg="1"/>
      <p:bldP spid="52" grpId="10" animBg="1"/>
      <p:bldP spid="52" grpId="11" animBg="1"/>
      <p:bldP spid="52" grpId="12" animBg="1"/>
      <p:bldP spid="52" grpId="13" animBg="1"/>
      <p:bldP spid="52" grpId="14" animBg="1"/>
      <p:bldP spid="52" grpId="15" animBg="1"/>
      <p:bldP spid="52" grpId="16" animBg="1"/>
      <p:bldP spid="52" grpId="17" animBg="1"/>
      <p:bldP spid="52" grpId="18" animBg="1"/>
      <p:bldP spid="57" grpId="0" animBg="1"/>
      <p:bldP spid="57" grpId="1" animBg="1"/>
      <p:bldP spid="57" grpId="2" animBg="1"/>
      <p:bldP spid="57" grpId="3" animBg="1"/>
      <p:bldP spid="57" grpId="4" animBg="1"/>
      <p:bldP spid="57" grpId="5" animBg="1"/>
      <p:bldP spid="57" grpId="6" animBg="1"/>
      <p:bldP spid="57" grpId="7" animBg="1"/>
      <p:bldP spid="57" grpId="8" animBg="1"/>
      <p:bldP spid="57" grpId="9" animBg="1"/>
      <p:bldP spid="57" grpId="10" animBg="1"/>
      <p:bldP spid="57" grpId="11" animBg="1"/>
      <p:bldP spid="57" grpId="12" animBg="1"/>
      <p:bldP spid="57" grpId="13" animBg="1"/>
      <p:bldP spid="57" grpId="14" animBg="1"/>
      <p:bldP spid="57" grpId="15" animBg="1"/>
      <p:bldP spid="57" grpId="16" animBg="1"/>
      <p:bldP spid="57" grpId="17" animBg="1"/>
      <p:bldP spid="57" grpId="18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32A8C-19E6-3B04-EEFD-88A61432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522E532-FA3F-055F-E35E-09FB14453398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上架輔助：書況與售價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522DCDA-AB9C-641C-AB58-B578F433BE07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LISTING · CONDITION &amp; PRICE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B9D9FE-2657-CA2B-4EE9-C5084D8574D9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F582ED87-1B1A-DD8E-1122-7DA017762DA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AA5716F9-5612-0C1D-2238-528DD65C00DF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5" name="步驟編號底 8">
            <a:extLst>
              <a:ext uri="{FF2B5EF4-FFF2-40B4-BE49-F238E27FC236}">
                <a16:creationId xmlns:a16="http://schemas.microsoft.com/office/drawing/2014/main" id="{3C67EFDA-7B81-C5D8-9552-337D63662113}"/>
              </a:ext>
            </a:extLst>
          </p:cNvPr>
          <p:cNvSpPr/>
          <p:nvPr/>
        </p:nvSpPr>
        <p:spPr>
          <a:xfrm>
            <a:off x="1018528" y="2294847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8" name="文字 9">
            <a:extLst>
              <a:ext uri="{FF2B5EF4-FFF2-40B4-BE49-F238E27FC236}">
                <a16:creationId xmlns:a16="http://schemas.microsoft.com/office/drawing/2014/main" id="{E40418B8-5A26-A79A-589D-9805F77B833B}"/>
              </a:ext>
            </a:extLst>
          </p:cNvPr>
          <p:cNvSpPr txBox="1"/>
          <p:nvPr/>
        </p:nvSpPr>
        <p:spPr>
          <a:xfrm>
            <a:off x="1603744" y="2225381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上傳實拍照片</a:t>
            </a:r>
            <a:endParaRPr lang="zh-TW" altLang="en-US" sz="2000" spc="50" dirty="0"/>
          </a:p>
        </p:txBody>
      </p:sp>
      <p:sp>
        <p:nvSpPr>
          <p:cNvPr id="10" name="文字 10">
            <a:extLst>
              <a:ext uri="{FF2B5EF4-FFF2-40B4-BE49-F238E27FC236}">
                <a16:creationId xmlns:a16="http://schemas.microsoft.com/office/drawing/2014/main" id="{B4B51E35-5433-CE34-3534-F3C09BBC0B59}"/>
              </a:ext>
            </a:extLst>
          </p:cNvPr>
          <p:cNvSpPr txBox="1"/>
          <p:nvPr/>
        </p:nvSpPr>
        <p:spPr>
          <a:xfrm>
            <a:off x="1603744" y="2554565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封面、封底與條碼頁，按下「AI 帶入」</a:t>
            </a:r>
            <a:endParaRPr lang="zh-TW" altLang="en-US" sz="1600" spc="50" dirty="0"/>
          </a:p>
        </p:txBody>
      </p:sp>
      <p:sp>
        <p:nvSpPr>
          <p:cNvPr id="11" name="步驟亮起底 11">
            <a:extLst>
              <a:ext uri="{FF2B5EF4-FFF2-40B4-BE49-F238E27FC236}">
                <a16:creationId xmlns:a16="http://schemas.microsoft.com/office/drawing/2014/main" id="{461D339A-57E4-43B2-3BD7-342BB3447263}"/>
              </a:ext>
            </a:extLst>
          </p:cNvPr>
          <p:cNvSpPr/>
          <p:nvPr/>
        </p:nvSpPr>
        <p:spPr>
          <a:xfrm>
            <a:off x="758952" y="2133941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2" name="步驟編號 12">
            <a:extLst>
              <a:ext uri="{FF2B5EF4-FFF2-40B4-BE49-F238E27FC236}">
                <a16:creationId xmlns:a16="http://schemas.microsoft.com/office/drawing/2014/main" id="{E3EA1B3D-7C85-530C-415D-B9ADF0326D90}"/>
              </a:ext>
            </a:extLst>
          </p:cNvPr>
          <p:cNvSpPr/>
          <p:nvPr/>
        </p:nvSpPr>
        <p:spPr>
          <a:xfrm>
            <a:off x="1018528" y="2294847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4" name="文字 13">
            <a:extLst>
              <a:ext uri="{FF2B5EF4-FFF2-40B4-BE49-F238E27FC236}">
                <a16:creationId xmlns:a16="http://schemas.microsoft.com/office/drawing/2014/main" id="{A9FFBABD-C7F1-B0FC-5792-09D6E971996C}"/>
              </a:ext>
            </a:extLst>
          </p:cNvPr>
          <p:cNvSpPr txBox="1"/>
          <p:nvPr/>
        </p:nvSpPr>
        <p:spPr>
          <a:xfrm>
            <a:off x="1603744" y="2225381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上傳實拍照片</a:t>
            </a:r>
            <a:endParaRPr lang="zh-TW" altLang="en-US" sz="2000" spc="50" dirty="0"/>
          </a:p>
        </p:txBody>
      </p:sp>
      <p:sp>
        <p:nvSpPr>
          <p:cNvPr id="15" name="文字 14">
            <a:extLst>
              <a:ext uri="{FF2B5EF4-FFF2-40B4-BE49-F238E27FC236}">
                <a16:creationId xmlns:a16="http://schemas.microsoft.com/office/drawing/2014/main" id="{46BE593E-824A-440A-9553-F27C7C03F973}"/>
              </a:ext>
            </a:extLst>
          </p:cNvPr>
          <p:cNvSpPr txBox="1"/>
          <p:nvPr/>
        </p:nvSpPr>
        <p:spPr>
          <a:xfrm>
            <a:off x="1603744" y="2554565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封面、封底與條碼頁，按下「AI 帶入」</a:t>
            </a:r>
            <a:endParaRPr lang="zh-TW" altLang="en-US" sz="1600" spc="50" dirty="0"/>
          </a:p>
        </p:txBody>
      </p:sp>
      <p:sp>
        <p:nvSpPr>
          <p:cNvPr id="16" name="步驟編號底 15">
            <a:extLst>
              <a:ext uri="{FF2B5EF4-FFF2-40B4-BE49-F238E27FC236}">
                <a16:creationId xmlns:a16="http://schemas.microsoft.com/office/drawing/2014/main" id="{44F89D02-A2C1-DEE1-6545-2FEE3DB66320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7" name="文字 16">
            <a:extLst>
              <a:ext uri="{FF2B5EF4-FFF2-40B4-BE49-F238E27FC236}">
                <a16:creationId xmlns:a16="http://schemas.microsoft.com/office/drawing/2014/main" id="{C555A97B-28F2-91DF-D898-B8C535D288FA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AI 分析照片與定價</a:t>
            </a:r>
            <a:endParaRPr lang="zh-TW" altLang="en-US" sz="2000" spc="50" dirty="0"/>
          </a:p>
        </p:txBody>
      </p:sp>
      <p:sp>
        <p:nvSpPr>
          <p:cNvPr id="18" name="文字 17">
            <a:extLst>
              <a:ext uri="{FF2B5EF4-FFF2-40B4-BE49-F238E27FC236}">
                <a16:creationId xmlns:a16="http://schemas.microsoft.com/office/drawing/2014/main" id="{319605FE-1EF9-1705-35D8-0C8AD1853A3A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查詢定價、分析照片，判斷書況與售價</a:t>
            </a:r>
            <a:endParaRPr lang="zh-TW" altLang="en-US" sz="1600" spc="50" dirty="0"/>
          </a:p>
        </p:txBody>
      </p:sp>
      <p:sp>
        <p:nvSpPr>
          <p:cNvPr id="20" name="步驟亮起底 18">
            <a:extLst>
              <a:ext uri="{FF2B5EF4-FFF2-40B4-BE49-F238E27FC236}">
                <a16:creationId xmlns:a16="http://schemas.microsoft.com/office/drawing/2014/main" id="{B3571A8D-BEB4-A924-2F65-CFDF1662498E}"/>
              </a:ext>
            </a:extLst>
          </p:cNvPr>
          <p:cNvSpPr/>
          <p:nvPr/>
        </p:nvSpPr>
        <p:spPr>
          <a:xfrm>
            <a:off x="758952" y="309300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2" name="步驟編號 19">
            <a:extLst>
              <a:ext uri="{FF2B5EF4-FFF2-40B4-BE49-F238E27FC236}">
                <a16:creationId xmlns:a16="http://schemas.microsoft.com/office/drawing/2014/main" id="{A7D96AB7-9B34-E595-BB5A-2B5500FC0464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23" name="文字 20">
            <a:extLst>
              <a:ext uri="{FF2B5EF4-FFF2-40B4-BE49-F238E27FC236}">
                <a16:creationId xmlns:a16="http://schemas.microsoft.com/office/drawing/2014/main" id="{F9F04427-D7B5-3270-61AD-A486C6A7F9CE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AI 分析照片與定價</a:t>
            </a:r>
            <a:endParaRPr lang="zh-TW" altLang="en-US" sz="2000" spc="50" dirty="0"/>
          </a:p>
        </p:txBody>
      </p:sp>
      <p:sp>
        <p:nvSpPr>
          <p:cNvPr id="25" name="文字 21">
            <a:extLst>
              <a:ext uri="{FF2B5EF4-FFF2-40B4-BE49-F238E27FC236}">
                <a16:creationId xmlns:a16="http://schemas.microsoft.com/office/drawing/2014/main" id="{99B3B0F0-36AA-02BA-6A6B-2C6600D488E8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查詢定價、分析照片，判斷書況與售價</a:t>
            </a:r>
            <a:endParaRPr lang="zh-TW" altLang="en-US" sz="1600" spc="50" dirty="0"/>
          </a:p>
        </p:txBody>
      </p:sp>
      <p:sp>
        <p:nvSpPr>
          <p:cNvPr id="28" name="步驟編號底 22">
            <a:extLst>
              <a:ext uri="{FF2B5EF4-FFF2-40B4-BE49-F238E27FC236}">
                <a16:creationId xmlns:a16="http://schemas.microsoft.com/office/drawing/2014/main" id="{7A00992D-9AB8-6107-A5DD-1858D3356532}"/>
              </a:ext>
            </a:extLst>
          </p:cNvPr>
          <p:cNvSpPr/>
          <p:nvPr/>
        </p:nvSpPr>
        <p:spPr>
          <a:xfrm>
            <a:off x="1018528" y="4210711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9" name="文字 23">
            <a:extLst>
              <a:ext uri="{FF2B5EF4-FFF2-40B4-BE49-F238E27FC236}">
                <a16:creationId xmlns:a16="http://schemas.microsoft.com/office/drawing/2014/main" id="{48AB47DA-E33E-37B9-EE60-A5A1079E0701}"/>
              </a:ext>
            </a:extLst>
          </p:cNvPr>
          <p:cNvSpPr txBox="1"/>
          <p:nvPr/>
        </p:nvSpPr>
        <p:spPr>
          <a:xfrm>
            <a:off x="1603744" y="4141245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書況與建議售價</a:t>
            </a:r>
            <a:endParaRPr lang="zh-TW" altLang="en-US" sz="2000" spc="50" dirty="0"/>
          </a:p>
        </p:txBody>
      </p:sp>
      <p:sp>
        <p:nvSpPr>
          <p:cNvPr id="31" name="文字 24">
            <a:extLst>
              <a:ext uri="{FF2B5EF4-FFF2-40B4-BE49-F238E27FC236}">
                <a16:creationId xmlns:a16="http://schemas.microsoft.com/office/drawing/2014/main" id="{47A6D0DC-AC63-C8B4-C8E2-84551E448F73}"/>
              </a:ext>
            </a:extLst>
          </p:cNvPr>
          <p:cNvSpPr txBox="1"/>
          <p:nvPr/>
        </p:nvSpPr>
        <p:spPr>
          <a:xfrm>
            <a:off x="1603744" y="4470429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近全新並列出依據；建議 $250（$200–$300）</a:t>
            </a:r>
            <a:endParaRPr lang="zh-TW" altLang="en-US" sz="1600" spc="50" dirty="0"/>
          </a:p>
        </p:txBody>
      </p:sp>
      <p:sp>
        <p:nvSpPr>
          <p:cNvPr id="43" name="步驟亮起底 25">
            <a:extLst>
              <a:ext uri="{FF2B5EF4-FFF2-40B4-BE49-F238E27FC236}">
                <a16:creationId xmlns:a16="http://schemas.microsoft.com/office/drawing/2014/main" id="{6114927B-55ED-2107-FC96-530F62A32591}"/>
              </a:ext>
            </a:extLst>
          </p:cNvPr>
          <p:cNvSpPr/>
          <p:nvPr/>
        </p:nvSpPr>
        <p:spPr>
          <a:xfrm>
            <a:off x="758952" y="4049805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48" name="步驟編號 26">
            <a:extLst>
              <a:ext uri="{FF2B5EF4-FFF2-40B4-BE49-F238E27FC236}">
                <a16:creationId xmlns:a16="http://schemas.microsoft.com/office/drawing/2014/main" id="{430CD3E0-138F-E206-DD08-7462FD387B31}"/>
              </a:ext>
            </a:extLst>
          </p:cNvPr>
          <p:cNvSpPr/>
          <p:nvPr/>
        </p:nvSpPr>
        <p:spPr>
          <a:xfrm>
            <a:off x="1018528" y="4210711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53" name="文字 27">
            <a:extLst>
              <a:ext uri="{FF2B5EF4-FFF2-40B4-BE49-F238E27FC236}">
                <a16:creationId xmlns:a16="http://schemas.microsoft.com/office/drawing/2014/main" id="{48450963-173F-A777-1F15-9592349CCC1E}"/>
              </a:ext>
            </a:extLst>
          </p:cNvPr>
          <p:cNvSpPr txBox="1"/>
          <p:nvPr/>
        </p:nvSpPr>
        <p:spPr>
          <a:xfrm>
            <a:off x="1603744" y="4141245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書況與建議售價</a:t>
            </a:r>
            <a:endParaRPr lang="zh-TW" altLang="en-US" sz="2000" spc="50" dirty="0"/>
          </a:p>
        </p:txBody>
      </p:sp>
      <p:sp>
        <p:nvSpPr>
          <p:cNvPr id="54" name="文字 28">
            <a:extLst>
              <a:ext uri="{FF2B5EF4-FFF2-40B4-BE49-F238E27FC236}">
                <a16:creationId xmlns:a16="http://schemas.microsoft.com/office/drawing/2014/main" id="{12B8937B-B0FB-DF21-E69A-97AEA70A0094}"/>
              </a:ext>
            </a:extLst>
          </p:cNvPr>
          <p:cNvSpPr txBox="1"/>
          <p:nvPr/>
        </p:nvSpPr>
        <p:spPr>
          <a:xfrm>
            <a:off x="1603744" y="4470429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近全新並列出依據；建議 $250（$200–$300）</a:t>
            </a:r>
            <a:endParaRPr lang="zh-TW" altLang="en-US" sz="1600" spc="50" dirty="0"/>
          </a:p>
        </p:txBody>
      </p:sp>
      <p:sp>
        <p:nvSpPr>
          <p:cNvPr id="55" name="步驟編號底 29">
            <a:extLst>
              <a:ext uri="{FF2B5EF4-FFF2-40B4-BE49-F238E27FC236}">
                <a16:creationId xmlns:a16="http://schemas.microsoft.com/office/drawing/2014/main" id="{6218E80B-2424-CA6C-B481-4CFC5B3B8ED0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56" name="文字 30">
            <a:extLst>
              <a:ext uri="{FF2B5EF4-FFF2-40B4-BE49-F238E27FC236}">
                <a16:creationId xmlns:a16="http://schemas.microsoft.com/office/drawing/2014/main" id="{BC779846-CDEF-A67E-8742-D788C2F569E5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套用並確認上架</a:t>
            </a:r>
            <a:endParaRPr lang="zh-TW" altLang="en-US" sz="2000" spc="50" dirty="0"/>
          </a:p>
        </p:txBody>
      </p:sp>
      <p:sp>
        <p:nvSpPr>
          <p:cNvPr id="58" name="文字 31">
            <a:extLst>
              <a:ext uri="{FF2B5EF4-FFF2-40B4-BE49-F238E27FC236}">
                <a16:creationId xmlns:a16="http://schemas.microsoft.com/office/drawing/2014/main" id="{367F0BF5-B31A-637C-0E73-AD45B72FCA10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調整書況時，建議售價依新書況重新計算</a:t>
            </a:r>
            <a:endParaRPr lang="zh-TW" altLang="en-US" sz="1600" spc="50" dirty="0"/>
          </a:p>
        </p:txBody>
      </p:sp>
      <p:sp>
        <p:nvSpPr>
          <p:cNvPr id="59" name="步驟亮起底 32">
            <a:extLst>
              <a:ext uri="{FF2B5EF4-FFF2-40B4-BE49-F238E27FC236}">
                <a16:creationId xmlns:a16="http://schemas.microsoft.com/office/drawing/2014/main" id="{BD288D70-7C2F-7FA1-5175-F65072A8E4A2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60" name="步驟編號 33">
            <a:extLst>
              <a:ext uri="{FF2B5EF4-FFF2-40B4-BE49-F238E27FC236}">
                <a16:creationId xmlns:a16="http://schemas.microsoft.com/office/drawing/2014/main" id="{8D38A626-B7ED-4268-B2EC-8B76263E307F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62" name="文字 34">
            <a:extLst>
              <a:ext uri="{FF2B5EF4-FFF2-40B4-BE49-F238E27FC236}">
                <a16:creationId xmlns:a16="http://schemas.microsoft.com/office/drawing/2014/main" id="{722C06E0-2ADD-1448-F0A0-2ACFC6F17A7F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套用並確認上架</a:t>
            </a:r>
            <a:endParaRPr lang="zh-TW" altLang="en-US" sz="2000" spc="50" dirty="0"/>
          </a:p>
        </p:txBody>
      </p:sp>
      <p:sp>
        <p:nvSpPr>
          <p:cNvPr id="63" name="文字 35">
            <a:extLst>
              <a:ext uri="{FF2B5EF4-FFF2-40B4-BE49-F238E27FC236}">
                <a16:creationId xmlns:a16="http://schemas.microsoft.com/office/drawing/2014/main" id="{CE718695-70D6-0DCF-1EC9-A3200339CB8A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調整書況時，建議售價依新書況重新計算</a:t>
            </a:r>
            <a:endParaRPr lang="zh-TW" altLang="en-US" sz="1600" spc="50" dirty="0"/>
          </a:p>
        </p:txBody>
      </p:sp>
      <p:pic>
        <p:nvPicPr>
          <p:cNvPr id="64" name="!!手機">
            <a:hlinkClick r:id="" action="ppaction://media"/>
            <a:extLst>
              <a:ext uri="{FF2B5EF4-FFF2-40B4-BE49-F238E27FC236}">
                <a16:creationId xmlns:a16="http://schemas.microsoft.com/office/drawing/2014/main" id="{6C632F0B-9776-746E-ED7A-92DC98D4B7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058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83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7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7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7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5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5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5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20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20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20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20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20283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23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20283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23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20283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23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20283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232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23283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7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23283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7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23283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7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23283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7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27833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319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27833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319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27833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319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27833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319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31916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40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31916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40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31916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40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31916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40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40566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43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40566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43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40566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43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40566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43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43566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481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43566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481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43566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481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43566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481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48116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521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48116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521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48116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521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48116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521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52199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60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52199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60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52199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60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52199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60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60849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63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60849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63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60849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63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60849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638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6384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683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6384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683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6384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683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6384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683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6839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724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6839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724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6839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724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6839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724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72482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81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72482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81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72482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81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72482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81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81132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8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81132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8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81132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8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81132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8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8413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886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8413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886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8413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886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8413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886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88682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92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88682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92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88682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92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88682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92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92765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101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92765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101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92765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101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92765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101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10141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10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10141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10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10141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10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10141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10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104415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108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104415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108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104415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108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104415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108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108965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1130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108965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1130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108965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1130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108965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1130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113048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121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113048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121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113048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121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113048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121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121698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124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121698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124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121698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124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121698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1246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124698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129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124698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129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124698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129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124698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129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129248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1333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129248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1333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129248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1333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129248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1333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133331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141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133331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141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133331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141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133331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141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141981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144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141981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144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141981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144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141981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144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144981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1495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144981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1495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144981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1495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144981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1495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149531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1536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149531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1536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149531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1536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149531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1536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153614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162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153614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162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153614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162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153614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162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162264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165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162264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165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162264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165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162264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165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165264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16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165264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16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165264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16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165264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16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169814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173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169814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173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169814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173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169814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173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173897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ntr" presetSubtype="0" fill="hold" grpId="16" nodeType="withEffect">
                                  <p:stCondLst>
                                    <p:cond delay="173897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2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173897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ntr" presetSubtype="0" fill="hold" grpId="16" nodeType="withEffect">
                                  <p:stCondLst>
                                    <p:cond delay="173897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8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919" repeatCount="indefinite" fill="hold" display="0">
                  <p:stCondLst>
                    <p:cond delay="indefinite"/>
                  </p:stCondLst>
                </p:cTn>
                <p:tgtEl>
                  <p:spTgt spid="64"/>
                </p:tgtEl>
              </p:cMediaNode>
            </p:video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4" grpId="0" animBg="1"/>
      <p:bldP spid="14" grpId="1" animBg="1"/>
      <p:bldP spid="14" grpId="2" animBg="1"/>
      <p:bldP spid="14" grpId="3" animBg="1"/>
      <p:bldP spid="14" grpId="4" animBg="1"/>
      <p:bldP spid="14" grpId="5" animBg="1"/>
      <p:bldP spid="14" grpId="6" animBg="1"/>
      <p:bldP spid="14" grpId="7" animBg="1"/>
      <p:bldP spid="14" grpId="8" animBg="1"/>
      <p:bldP spid="14" grpId="9" animBg="1"/>
      <p:bldP spid="14" grpId="10" animBg="1"/>
      <p:bldP spid="14" grpId="11" animBg="1"/>
      <p:bldP spid="14" grpId="12" animBg="1"/>
      <p:bldP spid="14" grpId="13" animBg="1"/>
      <p:bldP spid="14" grpId="14" animBg="1"/>
      <p:bldP spid="14" grpId="15" animBg="1"/>
      <p:bldP spid="14" grpId="16" animBg="1"/>
      <p:bldP spid="14" grpId="17" animBg="1"/>
      <p:bldP spid="15" grpId="0" animBg="1"/>
      <p:bldP spid="15" grpId="1" animBg="1"/>
      <p:bldP spid="15" grpId="2" animBg="1"/>
      <p:bldP spid="15" grpId="3" animBg="1"/>
      <p:bldP spid="15" grpId="4" animBg="1"/>
      <p:bldP spid="15" grpId="5" animBg="1"/>
      <p:bldP spid="15" grpId="6" animBg="1"/>
      <p:bldP spid="15" grpId="7" animBg="1"/>
      <p:bldP spid="15" grpId="8" animBg="1"/>
      <p:bldP spid="15" grpId="9" animBg="1"/>
      <p:bldP spid="15" grpId="10" animBg="1"/>
      <p:bldP spid="15" grpId="11" animBg="1"/>
      <p:bldP spid="15" grpId="12" animBg="1"/>
      <p:bldP spid="15" grpId="13" animBg="1"/>
      <p:bldP spid="15" grpId="14" animBg="1"/>
      <p:bldP spid="15" grpId="15" animBg="1"/>
      <p:bldP spid="15" grpId="16" animBg="1"/>
      <p:bldP spid="15" grpId="17" animBg="1"/>
      <p:bldP spid="16" grpId="0" animBg="1"/>
      <p:bldP spid="17" grpId="0" animBg="1"/>
      <p:bldP spid="18" grpId="0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8" grpId="0" animBg="1"/>
      <p:bldP spid="29" grpId="0" animBg="1"/>
      <p:bldP spid="31" grpId="0" animBg="1"/>
      <p:bldP spid="43" grpId="0" animBg="1"/>
      <p:bldP spid="43" grpId="1" animBg="1"/>
      <p:bldP spid="43" grpId="2" animBg="1"/>
      <p:bldP spid="43" grpId="3" animBg="1"/>
      <p:bldP spid="43" grpId="4" animBg="1"/>
      <p:bldP spid="43" grpId="5" animBg="1"/>
      <p:bldP spid="43" grpId="6" animBg="1"/>
      <p:bldP spid="43" grpId="7" animBg="1"/>
      <p:bldP spid="43" grpId="8" animBg="1"/>
      <p:bldP spid="43" grpId="9" animBg="1"/>
      <p:bldP spid="43" grpId="10" animBg="1"/>
      <p:bldP spid="43" grpId="11" animBg="1"/>
      <p:bldP spid="43" grpId="12" animBg="1"/>
      <p:bldP spid="43" grpId="13" animBg="1"/>
      <p:bldP spid="43" grpId="14" animBg="1"/>
      <p:bldP spid="43" grpId="15" animBg="1"/>
      <p:bldP spid="43" grpId="16" animBg="1"/>
      <p:bldP spid="43" grpId="17" animBg="1"/>
      <p:bldP spid="48" grpId="0" animBg="1"/>
      <p:bldP spid="48" grpId="1" animBg="1"/>
      <p:bldP spid="48" grpId="2" animBg="1"/>
      <p:bldP spid="48" grpId="3" animBg="1"/>
      <p:bldP spid="48" grpId="4" animBg="1"/>
      <p:bldP spid="48" grpId="5" animBg="1"/>
      <p:bldP spid="48" grpId="6" animBg="1"/>
      <p:bldP spid="48" grpId="7" animBg="1"/>
      <p:bldP spid="48" grpId="8" animBg="1"/>
      <p:bldP spid="48" grpId="9" animBg="1"/>
      <p:bldP spid="48" grpId="10" animBg="1"/>
      <p:bldP spid="48" grpId="11" animBg="1"/>
      <p:bldP spid="48" grpId="12" animBg="1"/>
      <p:bldP spid="48" grpId="13" animBg="1"/>
      <p:bldP spid="48" grpId="14" animBg="1"/>
      <p:bldP spid="48" grpId="15" animBg="1"/>
      <p:bldP spid="48" grpId="16" animBg="1"/>
      <p:bldP spid="48" grpId="17" animBg="1"/>
      <p:bldP spid="53" grpId="0" animBg="1"/>
      <p:bldP spid="53" grpId="1" animBg="1"/>
      <p:bldP spid="53" grpId="2" animBg="1"/>
      <p:bldP spid="53" grpId="3" animBg="1"/>
      <p:bldP spid="53" grpId="4" animBg="1"/>
      <p:bldP spid="53" grpId="5" animBg="1"/>
      <p:bldP spid="53" grpId="6" animBg="1"/>
      <p:bldP spid="53" grpId="7" animBg="1"/>
      <p:bldP spid="53" grpId="8" animBg="1"/>
      <p:bldP spid="53" grpId="9" animBg="1"/>
      <p:bldP spid="53" grpId="10" animBg="1"/>
      <p:bldP spid="53" grpId="11" animBg="1"/>
      <p:bldP spid="53" grpId="12" animBg="1"/>
      <p:bldP spid="53" grpId="13" animBg="1"/>
      <p:bldP spid="53" grpId="14" animBg="1"/>
      <p:bldP spid="53" grpId="15" animBg="1"/>
      <p:bldP spid="53" grpId="16" animBg="1"/>
      <p:bldP spid="53" grpId="17" animBg="1"/>
      <p:bldP spid="54" grpId="0" animBg="1"/>
      <p:bldP spid="54" grpId="1" animBg="1"/>
      <p:bldP spid="54" grpId="2" animBg="1"/>
      <p:bldP spid="54" grpId="3" animBg="1"/>
      <p:bldP spid="54" grpId="4" animBg="1"/>
      <p:bldP spid="54" grpId="5" animBg="1"/>
      <p:bldP spid="54" grpId="6" animBg="1"/>
      <p:bldP spid="54" grpId="7" animBg="1"/>
      <p:bldP spid="54" grpId="8" animBg="1"/>
      <p:bldP spid="54" grpId="9" animBg="1"/>
      <p:bldP spid="54" grpId="10" animBg="1"/>
      <p:bldP spid="54" grpId="11" animBg="1"/>
      <p:bldP spid="54" grpId="12" animBg="1"/>
      <p:bldP spid="54" grpId="13" animBg="1"/>
      <p:bldP spid="54" grpId="14" animBg="1"/>
      <p:bldP spid="54" grpId="15" animBg="1"/>
      <p:bldP spid="54" grpId="16" animBg="1"/>
      <p:bldP spid="54" grpId="17" animBg="1"/>
      <p:bldP spid="55" grpId="0" animBg="1"/>
      <p:bldP spid="56" grpId="0" animBg="1"/>
      <p:bldP spid="58" grpId="0" animBg="1"/>
      <p:bldP spid="59" grpId="0" animBg="1"/>
      <p:bldP spid="59" grpId="1" animBg="1"/>
      <p:bldP spid="59" grpId="2" animBg="1"/>
      <p:bldP spid="59" grpId="3" animBg="1"/>
      <p:bldP spid="59" grpId="4" animBg="1"/>
      <p:bldP spid="59" grpId="5" animBg="1"/>
      <p:bldP spid="59" grpId="6" animBg="1"/>
      <p:bldP spid="59" grpId="7" animBg="1"/>
      <p:bldP spid="59" grpId="8" animBg="1"/>
      <p:bldP spid="59" grpId="9" animBg="1"/>
      <p:bldP spid="59" grpId="10" animBg="1"/>
      <p:bldP spid="59" grpId="11" animBg="1"/>
      <p:bldP spid="59" grpId="12" animBg="1"/>
      <p:bldP spid="59" grpId="13" animBg="1"/>
      <p:bldP spid="59" grpId="14" animBg="1"/>
      <p:bldP spid="59" grpId="15" animBg="1"/>
      <p:bldP spid="59" grpId="16" animBg="1"/>
      <p:bldP spid="60" grpId="0" animBg="1"/>
      <p:bldP spid="60" grpId="1" animBg="1"/>
      <p:bldP spid="60" grpId="2" animBg="1"/>
      <p:bldP spid="60" grpId="3" animBg="1"/>
      <p:bldP spid="60" grpId="4" animBg="1"/>
      <p:bldP spid="60" grpId="5" animBg="1"/>
      <p:bldP spid="60" grpId="6" animBg="1"/>
      <p:bldP spid="60" grpId="7" animBg="1"/>
      <p:bldP spid="60" grpId="8" animBg="1"/>
      <p:bldP spid="60" grpId="9" animBg="1"/>
      <p:bldP spid="60" grpId="10" animBg="1"/>
      <p:bldP spid="60" grpId="11" animBg="1"/>
      <p:bldP spid="60" grpId="12" animBg="1"/>
      <p:bldP spid="60" grpId="13" animBg="1"/>
      <p:bldP spid="60" grpId="14" animBg="1"/>
      <p:bldP spid="60" grpId="15" animBg="1"/>
      <p:bldP spid="60" grpId="16" animBg="1"/>
      <p:bldP spid="62" grpId="0" animBg="1"/>
      <p:bldP spid="62" grpId="1" animBg="1"/>
      <p:bldP spid="62" grpId="2" animBg="1"/>
      <p:bldP spid="62" grpId="3" animBg="1"/>
      <p:bldP spid="62" grpId="4" animBg="1"/>
      <p:bldP spid="62" grpId="5" animBg="1"/>
      <p:bldP spid="62" grpId="6" animBg="1"/>
      <p:bldP spid="62" grpId="7" animBg="1"/>
      <p:bldP spid="62" grpId="8" animBg="1"/>
      <p:bldP spid="62" grpId="9" animBg="1"/>
      <p:bldP spid="62" grpId="10" animBg="1"/>
      <p:bldP spid="62" grpId="11" animBg="1"/>
      <p:bldP spid="62" grpId="12" animBg="1"/>
      <p:bldP spid="62" grpId="13" animBg="1"/>
      <p:bldP spid="62" grpId="14" animBg="1"/>
      <p:bldP spid="62" grpId="15" animBg="1"/>
      <p:bldP spid="62" grpId="16" animBg="1"/>
      <p:bldP spid="63" grpId="0" animBg="1"/>
      <p:bldP spid="63" grpId="1" animBg="1"/>
      <p:bldP spid="63" grpId="2" animBg="1"/>
      <p:bldP spid="63" grpId="3" animBg="1"/>
      <p:bldP spid="63" grpId="4" animBg="1"/>
      <p:bldP spid="63" grpId="5" animBg="1"/>
      <p:bldP spid="63" grpId="6" animBg="1"/>
      <p:bldP spid="63" grpId="7" animBg="1"/>
      <p:bldP spid="63" grpId="8" animBg="1"/>
      <p:bldP spid="63" grpId="9" animBg="1"/>
      <p:bldP spid="63" grpId="10" animBg="1"/>
      <p:bldP spid="63" grpId="11" animBg="1"/>
      <p:bldP spid="63" grpId="12" animBg="1"/>
      <p:bldP spid="63" grpId="13" animBg="1"/>
      <p:bldP spid="63" grpId="14" animBg="1"/>
      <p:bldP spid="63" grpId="15" animBg="1"/>
      <p:bldP spid="63" grpId="16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0A98E-4BE5-80A1-A49A-EA0625CD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6D714A3-7F61-DD4C-2967-CC1227C0DFF0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 spc="150" dirty="0">
                <a:latin typeface="+mn-ea"/>
              </a:rPr>
              <a:t>上架審核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AB4E19C-0F88-4317-C6FB-508B065A874F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LISTING SCREENING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F610CFB-CFD5-FE1D-DBA8-E61BCCA88D2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023D5148-8C6F-8717-6988-71C6127C01CD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9F0D6073-D7B1-36AD-60F3-B9983C80F58C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1636DA7D-4D93-E8E5-8BB2-DD527491C695}"/>
              </a:ext>
            </a:extLst>
          </p:cNvPr>
          <p:cNvSpPr/>
          <p:nvPr/>
        </p:nvSpPr>
        <p:spPr>
          <a:xfrm>
            <a:off x="1018528" y="229386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688DAE07-54D5-160A-84F2-170CECAA45EA}"/>
              </a:ext>
            </a:extLst>
          </p:cNvPr>
          <p:cNvSpPr txBox="1"/>
          <p:nvPr/>
        </p:nvSpPr>
        <p:spPr>
          <a:xfrm>
            <a:off x="1603744" y="222439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AI 標記疑慮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590786DE-7028-99B0-AE8A-E8412299C8A6}"/>
              </a:ext>
            </a:extLst>
          </p:cNvPr>
          <p:cNvSpPr txBox="1"/>
          <p:nvPr/>
        </p:nvSpPr>
        <p:spPr>
          <a:xfrm>
            <a:off x="1603744" y="255357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「館藏或非正規來源」，送交人工確認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B9CCC774-8AA7-7703-6123-0A6031C0D097}"/>
              </a:ext>
            </a:extLst>
          </p:cNvPr>
          <p:cNvSpPr/>
          <p:nvPr/>
        </p:nvSpPr>
        <p:spPr>
          <a:xfrm>
            <a:off x="758952" y="2132954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EC87D502-8DE9-1A64-332C-2FCAE3560A11}"/>
              </a:ext>
            </a:extLst>
          </p:cNvPr>
          <p:cNvSpPr/>
          <p:nvPr/>
        </p:nvSpPr>
        <p:spPr>
          <a:xfrm>
            <a:off x="1018528" y="229386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202AD9BD-4C3C-7376-3B94-B749265239D5}"/>
              </a:ext>
            </a:extLst>
          </p:cNvPr>
          <p:cNvSpPr txBox="1"/>
          <p:nvPr/>
        </p:nvSpPr>
        <p:spPr>
          <a:xfrm>
            <a:off x="1603744" y="222439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AI 標記疑慮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6961EC94-19E2-C3CC-7056-CBA305B11168}"/>
              </a:ext>
            </a:extLst>
          </p:cNvPr>
          <p:cNvSpPr txBox="1"/>
          <p:nvPr/>
        </p:nvSpPr>
        <p:spPr>
          <a:xfrm>
            <a:off x="1603744" y="255357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「館藏或非正規來源」，送交人工確認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D30F914D-6A53-DE9A-7C67-6224C1CAB5F0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B2A84E09-622F-ED2A-6C6F-AC44131DA79A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檢視照片與判定理由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429178BE-578A-44A7-6AF6-1FE32CBBDAA8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展開照片與完整內容，AI 判定可信度 78%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3BB9694C-3CD6-D2A3-842E-2019E91D3D16}"/>
              </a:ext>
            </a:extLst>
          </p:cNvPr>
          <p:cNvSpPr/>
          <p:nvPr/>
        </p:nvSpPr>
        <p:spPr>
          <a:xfrm>
            <a:off x="758952" y="309300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2E57306E-A5A9-357C-6EFC-A1C9B815EAFA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8E87085C-AE7F-397B-8482-1B201788BEC7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檢視照片與判定理由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AB30E7C0-A0F7-D306-E76B-B7FE016BBEE3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展開照片與完整內容，AI 判定可信度 78%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B8A1A2F2-BF43-D6D6-95A1-55461864E877}"/>
              </a:ext>
            </a:extLst>
          </p:cNvPr>
          <p:cNvSpPr/>
          <p:nvPr/>
        </p:nvSpPr>
        <p:spPr>
          <a:xfrm>
            <a:off x="1018528" y="420262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45C8811F-9EE7-7D8F-9C13-070701DD755F}"/>
              </a:ext>
            </a:extLst>
          </p:cNvPr>
          <p:cNvSpPr txBox="1"/>
          <p:nvPr/>
        </p:nvSpPr>
        <p:spPr>
          <a:xfrm>
            <a:off x="1603744" y="413315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放大確認照片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7940DDE8-93B2-B6E7-1EBD-DE88E5DF11FB}"/>
              </a:ext>
            </a:extLst>
          </p:cNvPr>
          <p:cNvSpPr txBox="1"/>
          <p:nvPr/>
        </p:nvSpPr>
        <p:spPr>
          <a:xfrm>
            <a:off x="1603744" y="446233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書背分類號標籤 525.68 8025，疑似館藏書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3F6DA104-355D-4840-40A6-0AB2B41FCA85}"/>
              </a:ext>
            </a:extLst>
          </p:cNvPr>
          <p:cNvSpPr/>
          <p:nvPr/>
        </p:nvSpPr>
        <p:spPr>
          <a:xfrm>
            <a:off x="758952" y="4041714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29C57AA7-1918-110C-71FD-DCAF192F5AF4}"/>
              </a:ext>
            </a:extLst>
          </p:cNvPr>
          <p:cNvSpPr/>
          <p:nvPr/>
        </p:nvSpPr>
        <p:spPr>
          <a:xfrm>
            <a:off x="1018528" y="420262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9D0C69E7-81A8-CE40-DCCE-DA897B86D0B7}"/>
              </a:ext>
            </a:extLst>
          </p:cNvPr>
          <p:cNvSpPr txBox="1"/>
          <p:nvPr/>
        </p:nvSpPr>
        <p:spPr>
          <a:xfrm>
            <a:off x="1603744" y="413315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放大確認照片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D0111520-444E-A981-872D-0F975DE460DD}"/>
              </a:ext>
            </a:extLst>
          </p:cNvPr>
          <p:cNvSpPr txBox="1"/>
          <p:nvPr/>
        </p:nvSpPr>
        <p:spPr>
          <a:xfrm>
            <a:off x="1603744" y="446233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書背分類號標籤 525.68 8025，疑似館藏書</a:t>
            </a:r>
            <a:endParaRPr lang="zh-TW" altLang="en-US" sz="1600" spc="50" dirty="0"/>
          </a:p>
        </p:txBody>
      </p:sp>
      <p:sp>
        <p:nvSpPr>
          <p:cNvPr id="28" name="步驟編號底 29">
            <a:extLst>
              <a:ext uri="{FF2B5EF4-FFF2-40B4-BE49-F238E27FC236}">
                <a16:creationId xmlns:a16="http://schemas.microsoft.com/office/drawing/2014/main" id="{B6DCE156-CED0-1C24-2F9A-88488C8AF48B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29" name="文字 30">
            <a:extLst>
              <a:ext uri="{FF2B5EF4-FFF2-40B4-BE49-F238E27FC236}">
                <a16:creationId xmlns:a16="http://schemas.microsoft.com/office/drawing/2014/main" id="{436AE810-6553-FE4E-7F39-30AE5E55A48E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選擇原因並拒絕上架</a:t>
            </a:r>
            <a:endParaRPr lang="zh-TW" altLang="en-US" sz="2000" spc="50" dirty="0"/>
          </a:p>
        </p:txBody>
      </p:sp>
      <p:sp>
        <p:nvSpPr>
          <p:cNvPr id="30" name="文字 31">
            <a:extLst>
              <a:ext uri="{FF2B5EF4-FFF2-40B4-BE49-F238E27FC236}">
                <a16:creationId xmlns:a16="http://schemas.microsoft.com/office/drawing/2014/main" id="{C9FE8C27-D9FC-E7D6-966F-81CE75D9EFA2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結果與理由通知賣家</a:t>
            </a:r>
            <a:endParaRPr lang="zh-TW" altLang="en-US" sz="1600" spc="50" dirty="0"/>
          </a:p>
        </p:txBody>
      </p:sp>
      <p:sp>
        <p:nvSpPr>
          <p:cNvPr id="31" name="步驟亮起底 32">
            <a:extLst>
              <a:ext uri="{FF2B5EF4-FFF2-40B4-BE49-F238E27FC236}">
                <a16:creationId xmlns:a16="http://schemas.microsoft.com/office/drawing/2014/main" id="{565E398C-D781-C873-D359-C354D494E61C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步驟編號 33">
            <a:extLst>
              <a:ext uri="{FF2B5EF4-FFF2-40B4-BE49-F238E27FC236}">
                <a16:creationId xmlns:a16="http://schemas.microsoft.com/office/drawing/2014/main" id="{8F45DCB2-8B22-8926-4478-4A537ED895BA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3" name="文字 34">
            <a:extLst>
              <a:ext uri="{FF2B5EF4-FFF2-40B4-BE49-F238E27FC236}">
                <a16:creationId xmlns:a16="http://schemas.microsoft.com/office/drawing/2014/main" id="{EBB03DBD-B295-077A-97E3-E83D2EB68B9C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選擇原因並拒絕上架</a:t>
            </a:r>
            <a:endParaRPr lang="zh-TW" altLang="en-US" sz="2000" spc="50" dirty="0"/>
          </a:p>
        </p:txBody>
      </p:sp>
      <p:sp>
        <p:nvSpPr>
          <p:cNvPr id="34" name="文字 35">
            <a:extLst>
              <a:ext uri="{FF2B5EF4-FFF2-40B4-BE49-F238E27FC236}">
                <a16:creationId xmlns:a16="http://schemas.microsoft.com/office/drawing/2014/main" id="{32FFAE49-3588-8129-D286-8616149A4421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結果與理由通知賣家</a:t>
            </a:r>
            <a:endParaRPr lang="zh-TW" altLang="en-US" sz="1600" spc="50" dirty="0"/>
          </a:p>
        </p:txBody>
      </p:sp>
      <p:pic>
        <p:nvPicPr>
          <p:cNvPr id="35" name="!!手機">
            <a:hlinkClick r:id="" action="ppaction://media"/>
            <a:extLst>
              <a:ext uri="{FF2B5EF4-FFF2-40B4-BE49-F238E27FC236}">
                <a16:creationId xmlns:a16="http://schemas.microsoft.com/office/drawing/2014/main" id="{4DF49753-7EBD-F8C1-8E94-880C52F9AC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8161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33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16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85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85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85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16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85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8533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21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8533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21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8533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21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8533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21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21933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5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21933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5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21933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5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21933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5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25833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301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25833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301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25833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301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25833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301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30166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370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30166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370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30166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370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30166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370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37066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40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37066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40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37066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40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37066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40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40466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443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40466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443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40466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443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40466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443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44366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48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44366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48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44366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48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44366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48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48699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555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48699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555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48699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555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48699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555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55599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589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55599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589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55599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589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55599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589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5899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6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5899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6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5899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6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5899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628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6289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67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6289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67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6289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67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6289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672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67232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7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67232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7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67232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7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67232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741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74132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77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74132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77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74132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77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74132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77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7753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814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7753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814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7753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814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7753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814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81432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85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81432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85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81432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85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81432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857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85765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926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85765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926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85765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926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85765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926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9266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960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9266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960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9266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960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9266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960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96065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99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96065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99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96065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99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96065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999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99965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104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99965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104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99965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104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99965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104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104298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1111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104298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1111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104298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1111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104298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1111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111198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1145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111198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1145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111198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1145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111198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1145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114598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1184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114598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1184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114598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1184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114598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1184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118498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122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118498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122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118498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122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118498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122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122831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1297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122831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1297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122831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1297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122831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1297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129731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1331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129731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1331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129731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1331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129731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1331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133131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137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133131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137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133131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137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133131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137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137031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1413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137031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1413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137031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1413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137031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1413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141364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148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141364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148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141364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148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141364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1482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148264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151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148264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151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148264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151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148264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151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151664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155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151664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155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151664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155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151664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155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155564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159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155564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159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155564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159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155564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1598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159897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1667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159897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1667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159897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1667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159897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1667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8" nodeType="withEffect">
                                  <p:stCondLst>
                                    <p:cond delay="166797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9" nodeType="withEffect">
                                  <p:stCondLst>
                                    <p:cond delay="1701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8" nodeType="withEffect">
                                  <p:stCondLst>
                                    <p:cond delay="166797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9" nodeType="withEffect">
                                  <p:stCondLst>
                                    <p:cond delay="1701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8" nodeType="withEffect">
                                  <p:stCondLst>
                                    <p:cond delay="166797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9" nodeType="withEffect">
                                  <p:stCondLst>
                                    <p:cond delay="1701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8" nodeType="withEffect">
                                  <p:stCondLst>
                                    <p:cond delay="166797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9" nodeType="withEffect">
                                  <p:stCondLst>
                                    <p:cond delay="1701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8" nodeType="withEffect">
                                  <p:stCondLst>
                                    <p:cond delay="170197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9" nodeType="withEffect">
                                  <p:stCondLst>
                                    <p:cond delay="174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8" nodeType="withEffect">
                                  <p:stCondLst>
                                    <p:cond delay="170197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9" nodeType="withEffect">
                                  <p:stCondLst>
                                    <p:cond delay="174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8" nodeType="withEffect">
                                  <p:stCondLst>
                                    <p:cond delay="170197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9" nodeType="withEffect">
                                  <p:stCondLst>
                                    <p:cond delay="174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8" nodeType="withEffect">
                                  <p:stCondLst>
                                    <p:cond delay="170197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9" nodeType="withEffect">
                                  <p:stCondLst>
                                    <p:cond delay="174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8" nodeType="withEffect">
                                  <p:stCondLst>
                                    <p:cond delay="174097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9" nodeType="withEffect">
                                  <p:stCondLst>
                                    <p:cond delay="178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174097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178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174097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178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174097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178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17843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ntr" presetSubtype="0" fill="hold" grpId="18" nodeType="withEffect">
                                  <p:stCondLst>
                                    <p:cond delay="178430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17843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18" nodeType="withEffect">
                                  <p:stCondLst>
                                    <p:cond delay="17843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15" repeatCount="indefinite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8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7228-9BB5-E23A-5897-AB96EFCF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BC98AD1-5FF9-C4A9-F441-77E810DC30CD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聊天防詐提醒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FFAD03-652B-DD1A-E246-AA0FDB70AD3E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CHAT ANTI-FRAUD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7B8F474-5B51-244F-C63C-C172F4562F5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498FF3BA-1D35-A8D9-9A9E-A9AEE3BC56D1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D6922352-3A3D-F75B-9739-305254F60EA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C67347E3-84F1-2622-4770-2F6F1F734A75}"/>
              </a:ext>
            </a:extLst>
          </p:cNvPr>
          <p:cNvSpPr/>
          <p:nvPr/>
        </p:nvSpPr>
        <p:spPr>
          <a:xfrm>
            <a:off x="1018528" y="2360627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37ED32D2-F8FC-56D9-7C98-AD4984D52CC9}"/>
              </a:ext>
            </a:extLst>
          </p:cNvPr>
          <p:cNvSpPr txBox="1"/>
          <p:nvPr/>
        </p:nvSpPr>
        <p:spPr>
          <a:xfrm>
            <a:off x="1603744" y="2291161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買家詢問交易方式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916886EA-751A-93FE-21CD-23090914CCCB}"/>
              </a:ext>
            </a:extLst>
          </p:cNvPr>
          <p:cNvSpPr txBox="1"/>
          <p:nvPr/>
        </p:nvSpPr>
        <p:spPr>
          <a:xfrm>
            <a:off x="1603744" y="2620345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「可以用書櫃交易嗎？」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5A1F7916-43FA-3293-1CA7-6F33C95E76EB}"/>
              </a:ext>
            </a:extLst>
          </p:cNvPr>
          <p:cNvSpPr/>
          <p:nvPr/>
        </p:nvSpPr>
        <p:spPr>
          <a:xfrm>
            <a:off x="758952" y="2133941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B1726EEA-DF29-E8C5-56EB-1EC8C3658A1E}"/>
              </a:ext>
            </a:extLst>
          </p:cNvPr>
          <p:cNvSpPr/>
          <p:nvPr/>
        </p:nvSpPr>
        <p:spPr>
          <a:xfrm>
            <a:off x="1018528" y="2360627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43B5B9EB-7C55-8052-BD74-4A325ACB6AF5}"/>
              </a:ext>
            </a:extLst>
          </p:cNvPr>
          <p:cNvSpPr txBox="1"/>
          <p:nvPr/>
        </p:nvSpPr>
        <p:spPr>
          <a:xfrm>
            <a:off x="1603744" y="2291161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買家詢問交易方式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43E68F5D-B5A6-33A2-7DB0-EAD4EDD10C1F}"/>
              </a:ext>
            </a:extLst>
          </p:cNvPr>
          <p:cNvSpPr txBox="1"/>
          <p:nvPr/>
        </p:nvSpPr>
        <p:spPr>
          <a:xfrm>
            <a:off x="1603744" y="2620345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「可以用書櫃交易嗎？」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B4CBBDD2-1228-6F68-1AD7-BB05D621EB58}"/>
              </a:ext>
            </a:extLst>
          </p:cNvPr>
          <p:cNvSpPr/>
          <p:nvPr/>
        </p:nvSpPr>
        <p:spPr>
          <a:xfrm>
            <a:off x="1018528" y="350599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B1DA09EE-3229-28E4-903F-0F7C53E88593}"/>
              </a:ext>
            </a:extLst>
          </p:cNvPr>
          <p:cNvSpPr txBox="1"/>
          <p:nvPr/>
        </p:nvSpPr>
        <p:spPr>
          <a:xfrm>
            <a:off x="1603744" y="343652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即時標示高風險訊息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30249953-96D8-8A98-C599-11DBCE2B921C}"/>
              </a:ext>
            </a:extLst>
          </p:cNvPr>
          <p:cNvSpPr txBox="1"/>
          <p:nvPr/>
        </p:nvSpPr>
        <p:spPr>
          <a:xfrm>
            <a:off x="1603744" y="3765712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訊息下方與聊天室頂端同時提醒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B340D273-4ABA-8B39-298A-441CE5C39C90}"/>
              </a:ext>
            </a:extLst>
          </p:cNvPr>
          <p:cNvSpPr/>
          <p:nvPr/>
        </p:nvSpPr>
        <p:spPr>
          <a:xfrm>
            <a:off x="758952" y="3279308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028AE521-D585-D754-040B-9888278354BA}"/>
              </a:ext>
            </a:extLst>
          </p:cNvPr>
          <p:cNvSpPr/>
          <p:nvPr/>
        </p:nvSpPr>
        <p:spPr>
          <a:xfrm>
            <a:off x="1018528" y="350599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A8647520-EC08-57B7-33B8-FD11931EFC21}"/>
              </a:ext>
            </a:extLst>
          </p:cNvPr>
          <p:cNvSpPr txBox="1"/>
          <p:nvPr/>
        </p:nvSpPr>
        <p:spPr>
          <a:xfrm>
            <a:off x="1603744" y="343652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即時標示高風險訊息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A9E103D1-93FC-7317-4378-D5DA608F1E0E}"/>
              </a:ext>
            </a:extLst>
          </p:cNvPr>
          <p:cNvSpPr txBox="1"/>
          <p:nvPr/>
        </p:nvSpPr>
        <p:spPr>
          <a:xfrm>
            <a:off x="1603744" y="3765712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訊息下方與聊天室頂端同時提醒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39D7E994-62E8-EC98-3C8F-6C1EF6568AC9}"/>
              </a:ext>
            </a:extLst>
          </p:cNvPr>
          <p:cNvSpPr/>
          <p:nvPr/>
        </p:nvSpPr>
        <p:spPr>
          <a:xfrm>
            <a:off x="1018528" y="467067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A888983B-6A37-A212-3FA0-9D03142DEBF7}"/>
              </a:ext>
            </a:extLst>
          </p:cNvPr>
          <p:cNvSpPr txBox="1"/>
          <p:nvPr/>
        </p:nvSpPr>
        <p:spPr>
          <a:xfrm>
            <a:off x="1603744" y="46012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防詐須知與檢舉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0D9A1156-06BB-21DA-CB7C-D5F03417BAD0}"/>
              </a:ext>
            </a:extLst>
          </p:cNvPr>
          <p:cNvSpPr txBox="1"/>
          <p:nvPr/>
        </p:nvSpPr>
        <p:spPr>
          <a:xfrm>
            <a:off x="1603744" y="493038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平台內付款，不索取驗證碼；可疑訊息可檢舉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85D87379-2651-6169-136E-27A26073B73F}"/>
              </a:ext>
            </a:extLst>
          </p:cNvPr>
          <p:cNvSpPr/>
          <p:nvPr/>
        </p:nvSpPr>
        <p:spPr>
          <a:xfrm>
            <a:off x="758952" y="4443984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E332034B-2409-32A0-3C27-0EB48486E14B}"/>
              </a:ext>
            </a:extLst>
          </p:cNvPr>
          <p:cNvSpPr/>
          <p:nvPr/>
        </p:nvSpPr>
        <p:spPr>
          <a:xfrm>
            <a:off x="1018528" y="467067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F2B22916-23FF-CB8C-0251-63F541807F4C}"/>
              </a:ext>
            </a:extLst>
          </p:cNvPr>
          <p:cNvSpPr txBox="1"/>
          <p:nvPr/>
        </p:nvSpPr>
        <p:spPr>
          <a:xfrm>
            <a:off x="1603744" y="46012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防詐須知與檢舉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772EB02E-149D-ED1E-CDE8-F24ECA2918C7}"/>
              </a:ext>
            </a:extLst>
          </p:cNvPr>
          <p:cNvSpPr txBox="1"/>
          <p:nvPr/>
        </p:nvSpPr>
        <p:spPr>
          <a:xfrm>
            <a:off x="1603744" y="493038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平台內付款，不索取驗證碼；可疑訊息可檢舉</a:t>
            </a:r>
            <a:endParaRPr lang="zh-TW" altLang="en-US" sz="1600" spc="50" dirty="0"/>
          </a:p>
        </p:txBody>
      </p:sp>
      <p:pic>
        <p:nvPicPr>
          <p:cNvPr id="28" name="!!手機">
            <a:hlinkClick r:id="" action="ppaction://media"/>
            <a:extLst>
              <a:ext uri="{FF2B5EF4-FFF2-40B4-BE49-F238E27FC236}">
                <a16:creationId xmlns:a16="http://schemas.microsoft.com/office/drawing/2014/main" id="{9CD56208-B448-9557-D9DA-757CC2520F9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04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233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6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6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6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6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717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12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717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2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717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12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717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12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2617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9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261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9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26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9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261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9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2" nodeType="withEffect">
                                  <p:stCondLst>
                                    <p:cond delay="192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3" nodeType="withEffect">
                                  <p:stCondLst>
                                    <p:cond delay="2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2" nodeType="withEffect">
                                  <p:stCondLst>
                                    <p:cond delay="192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3" nodeType="withEffect">
                                  <p:stCondLst>
                                    <p:cond delay="2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2" nodeType="withEffect">
                                  <p:stCondLst>
                                    <p:cond delay="192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3" nodeType="withEffect">
                                  <p:stCondLst>
                                    <p:cond delay="2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2" nodeType="withEffect">
                                  <p:stCondLst>
                                    <p:cond delay="192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3" nodeType="withEffect">
                                  <p:stCondLst>
                                    <p:cond delay="2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259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259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259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259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38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38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38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384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4" nodeType="withEffect">
                                  <p:stCondLst>
                                    <p:cond delay="38466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5" nodeType="withEffect">
                                  <p:stCondLst>
                                    <p:cond delay="451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4" nodeType="withEffect">
                                  <p:stCondLst>
                                    <p:cond delay="38466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5" nodeType="withEffect">
                                  <p:stCondLst>
                                    <p:cond delay="451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4" nodeType="withEffect">
                                  <p:stCondLst>
                                    <p:cond delay="38466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5" nodeType="withEffect">
                                  <p:stCondLst>
                                    <p:cond delay="451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4" nodeType="withEffect">
                                  <p:stCondLst>
                                    <p:cond delay="38466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5" nodeType="withEffect">
                                  <p:stCondLst>
                                    <p:cond delay="451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4" nodeType="withEffect">
                                  <p:stCondLst>
                                    <p:cond delay="45183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5" nodeType="withEffect">
                                  <p:stCondLst>
                                    <p:cond delay="510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4" nodeType="withEffect">
                                  <p:stCondLst>
                                    <p:cond delay="45183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5" nodeType="withEffect">
                                  <p:stCondLst>
                                    <p:cond delay="510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4" nodeType="withEffect">
                                  <p:stCondLst>
                                    <p:cond delay="45183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5" nodeType="withEffect">
                                  <p:stCondLst>
                                    <p:cond delay="510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4" nodeType="withEffect">
                                  <p:stCondLst>
                                    <p:cond delay="45183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5" nodeType="withEffect">
                                  <p:stCondLst>
                                    <p:cond delay="510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51083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57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51083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57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51083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57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51083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576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6" nodeType="withEffect">
                                  <p:stCondLst>
                                    <p:cond delay="57699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7" nodeType="withEffect">
                                  <p:stCondLst>
                                    <p:cond delay="64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6" nodeType="withEffect">
                                  <p:stCondLst>
                                    <p:cond delay="57699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7" nodeType="withEffect">
                                  <p:stCondLst>
                                    <p:cond delay="64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6" nodeType="withEffect">
                                  <p:stCondLst>
                                    <p:cond delay="57699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7" nodeType="withEffect">
                                  <p:stCondLst>
                                    <p:cond delay="64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6" nodeType="withEffect">
                                  <p:stCondLst>
                                    <p:cond delay="57699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7" nodeType="withEffect">
                                  <p:stCondLst>
                                    <p:cond delay="64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6" nodeType="withEffect">
                                  <p:stCondLst>
                                    <p:cond delay="64416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7" nodeType="withEffect">
                                  <p:stCondLst>
                                    <p:cond delay="703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6" nodeType="withEffect">
                                  <p:stCondLst>
                                    <p:cond delay="64416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7" nodeType="withEffect">
                                  <p:stCondLst>
                                    <p:cond delay="703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6" nodeType="withEffect">
                                  <p:stCondLst>
                                    <p:cond delay="64416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7" nodeType="withEffect">
                                  <p:stCondLst>
                                    <p:cond delay="703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6" nodeType="withEffect">
                                  <p:stCondLst>
                                    <p:cond delay="64416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7" nodeType="withEffect">
                                  <p:stCondLst>
                                    <p:cond delay="703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6" nodeType="withEffect">
                                  <p:stCondLst>
                                    <p:cond delay="70316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7" nodeType="withEffect">
                                  <p:stCondLst>
                                    <p:cond delay="769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6" nodeType="withEffect">
                                  <p:stCondLst>
                                    <p:cond delay="70316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7" nodeType="withEffect">
                                  <p:stCondLst>
                                    <p:cond delay="769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6" nodeType="withEffect">
                                  <p:stCondLst>
                                    <p:cond delay="70316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7" nodeType="withEffect">
                                  <p:stCondLst>
                                    <p:cond delay="769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6" nodeType="withEffect">
                                  <p:stCondLst>
                                    <p:cond delay="70316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7" nodeType="withEffect">
                                  <p:stCondLst>
                                    <p:cond delay="769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8" nodeType="withEffect">
                                  <p:stCondLst>
                                    <p:cond delay="76932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9" nodeType="withEffect">
                                  <p:stCondLst>
                                    <p:cond delay="83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8" nodeType="withEffect">
                                  <p:stCondLst>
                                    <p:cond delay="76932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9" nodeType="withEffect">
                                  <p:stCondLst>
                                    <p:cond delay="83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8" nodeType="withEffect">
                                  <p:stCondLst>
                                    <p:cond delay="76932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9" nodeType="withEffect">
                                  <p:stCondLst>
                                    <p:cond delay="83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8" nodeType="withEffect">
                                  <p:stCondLst>
                                    <p:cond delay="76932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9" nodeType="withEffect">
                                  <p:stCondLst>
                                    <p:cond delay="83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8" nodeType="withEffect">
                                  <p:stCondLst>
                                    <p:cond delay="8364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9" nodeType="withEffect">
                                  <p:stCondLst>
                                    <p:cond delay="895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8" nodeType="withEffect">
                                  <p:stCondLst>
                                    <p:cond delay="8364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9" nodeType="withEffect">
                                  <p:stCondLst>
                                    <p:cond delay="895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8" nodeType="withEffect">
                                  <p:stCondLst>
                                    <p:cond delay="8364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9" nodeType="withEffect">
                                  <p:stCondLst>
                                    <p:cond delay="895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8" nodeType="withEffect">
                                  <p:stCondLst>
                                    <p:cond delay="8364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9" nodeType="withEffect">
                                  <p:stCondLst>
                                    <p:cond delay="895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8" nodeType="withEffect">
                                  <p:stCondLst>
                                    <p:cond delay="8954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9" nodeType="withEffect">
                                  <p:stCondLst>
                                    <p:cond delay="96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8" nodeType="withEffect">
                                  <p:stCondLst>
                                    <p:cond delay="8954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9" nodeType="withEffect">
                                  <p:stCondLst>
                                    <p:cond delay="96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8" nodeType="withEffect">
                                  <p:stCondLst>
                                    <p:cond delay="8954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9" nodeType="withEffect">
                                  <p:stCondLst>
                                    <p:cond delay="96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8" nodeType="withEffect">
                                  <p:stCondLst>
                                    <p:cond delay="8954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9" nodeType="withEffect">
                                  <p:stCondLst>
                                    <p:cond delay="96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10" nodeType="withEffect">
                                  <p:stCondLst>
                                    <p:cond delay="96165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11" nodeType="withEffect">
                                  <p:stCondLst>
                                    <p:cond delay="1028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10" nodeType="withEffect">
                                  <p:stCondLst>
                                    <p:cond delay="96165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11" nodeType="withEffect">
                                  <p:stCondLst>
                                    <p:cond delay="1028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10" nodeType="withEffect">
                                  <p:stCondLst>
                                    <p:cond delay="96165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11" nodeType="withEffect">
                                  <p:stCondLst>
                                    <p:cond delay="1028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10" nodeType="withEffect">
                                  <p:stCondLst>
                                    <p:cond delay="96165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11" nodeType="withEffect">
                                  <p:stCondLst>
                                    <p:cond delay="1028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10" nodeType="withEffect">
                                  <p:stCondLst>
                                    <p:cond delay="102882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11" nodeType="withEffect">
                                  <p:stCondLst>
                                    <p:cond delay="1087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10" nodeType="withEffect">
                                  <p:stCondLst>
                                    <p:cond delay="102882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11" nodeType="withEffect">
                                  <p:stCondLst>
                                    <p:cond delay="1087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10" nodeType="withEffect">
                                  <p:stCondLst>
                                    <p:cond delay="102882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11" nodeType="withEffect">
                                  <p:stCondLst>
                                    <p:cond delay="1087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10" nodeType="withEffect">
                                  <p:stCondLst>
                                    <p:cond delay="102882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11" nodeType="withEffect">
                                  <p:stCondLst>
                                    <p:cond delay="1087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10" nodeType="withEffect">
                                  <p:stCondLst>
                                    <p:cond delay="10878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11" nodeType="withEffect">
                                  <p:stCondLst>
                                    <p:cond delay="1153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10" nodeType="withEffect">
                                  <p:stCondLst>
                                    <p:cond delay="10878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11" nodeType="withEffect">
                                  <p:stCondLst>
                                    <p:cond delay="1153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10" nodeType="withEffect">
                                  <p:stCondLst>
                                    <p:cond delay="10878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11" nodeType="withEffect">
                                  <p:stCondLst>
                                    <p:cond delay="1153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10" nodeType="withEffect">
                                  <p:stCondLst>
                                    <p:cond delay="10878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11" nodeType="withEffect">
                                  <p:stCondLst>
                                    <p:cond delay="1153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12" nodeType="withEffect">
                                  <p:stCondLst>
                                    <p:cond delay="115398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13" nodeType="withEffect">
                                  <p:stCondLst>
                                    <p:cond delay="1221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12" nodeType="withEffect">
                                  <p:stCondLst>
                                    <p:cond delay="115398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13" nodeType="withEffect">
                                  <p:stCondLst>
                                    <p:cond delay="1221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12" nodeType="withEffect">
                                  <p:stCondLst>
                                    <p:cond delay="115398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13" nodeType="withEffect">
                                  <p:stCondLst>
                                    <p:cond delay="1221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12" nodeType="withEffect">
                                  <p:stCondLst>
                                    <p:cond delay="115398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13" nodeType="withEffect">
                                  <p:stCondLst>
                                    <p:cond delay="1221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12" nodeType="withEffect">
                                  <p:stCondLst>
                                    <p:cond delay="122115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13" nodeType="withEffect">
                                  <p:stCondLst>
                                    <p:cond delay="128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12" nodeType="withEffect">
                                  <p:stCondLst>
                                    <p:cond delay="122115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13" nodeType="withEffect">
                                  <p:stCondLst>
                                    <p:cond delay="128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12" nodeType="withEffect">
                                  <p:stCondLst>
                                    <p:cond delay="122115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13" nodeType="withEffect">
                                  <p:stCondLst>
                                    <p:cond delay="128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12" nodeType="withEffect">
                                  <p:stCondLst>
                                    <p:cond delay="122115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13" nodeType="withEffect">
                                  <p:stCondLst>
                                    <p:cond delay="128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2" nodeType="withEffect">
                                  <p:stCondLst>
                                    <p:cond delay="12801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3" nodeType="withEffect">
                                  <p:stCondLst>
                                    <p:cond delay="1346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2" nodeType="withEffect">
                                  <p:stCondLst>
                                    <p:cond delay="12801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3" nodeType="withEffect">
                                  <p:stCondLst>
                                    <p:cond delay="1346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2" nodeType="withEffect">
                                  <p:stCondLst>
                                    <p:cond delay="12801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3" nodeType="withEffect">
                                  <p:stCondLst>
                                    <p:cond delay="1346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2" nodeType="withEffect">
                                  <p:stCondLst>
                                    <p:cond delay="12801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3" nodeType="withEffect">
                                  <p:stCondLst>
                                    <p:cond delay="1346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4" nodeType="withEffect">
                                  <p:stCondLst>
                                    <p:cond delay="134631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5" nodeType="withEffect">
                                  <p:stCondLst>
                                    <p:cond delay="1413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4" nodeType="withEffect">
                                  <p:stCondLst>
                                    <p:cond delay="134631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5" nodeType="withEffect">
                                  <p:stCondLst>
                                    <p:cond delay="1413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4" nodeType="withEffect">
                                  <p:stCondLst>
                                    <p:cond delay="134631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5" nodeType="withEffect">
                                  <p:stCondLst>
                                    <p:cond delay="1413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4" nodeType="withEffect">
                                  <p:stCondLst>
                                    <p:cond delay="134631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5" nodeType="withEffect">
                                  <p:stCondLst>
                                    <p:cond delay="1413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4" nodeType="withEffect">
                                  <p:stCondLst>
                                    <p:cond delay="141348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5" nodeType="withEffect">
                                  <p:stCondLst>
                                    <p:cond delay="147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4" nodeType="withEffect">
                                  <p:stCondLst>
                                    <p:cond delay="141348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5" nodeType="withEffect">
                                  <p:stCondLst>
                                    <p:cond delay="147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4" nodeType="withEffect">
                                  <p:stCondLst>
                                    <p:cond delay="141348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5" nodeType="withEffect">
                                  <p:stCondLst>
                                    <p:cond delay="147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4" nodeType="withEffect">
                                  <p:stCondLst>
                                    <p:cond delay="141348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5" nodeType="withEffect">
                                  <p:stCondLst>
                                    <p:cond delay="1472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4" nodeType="withEffect">
                                  <p:stCondLst>
                                    <p:cond delay="147248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5" nodeType="withEffect">
                                  <p:stCondLst>
                                    <p:cond delay="153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4" nodeType="withEffect">
                                  <p:stCondLst>
                                    <p:cond delay="147248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5" nodeType="withEffect">
                                  <p:stCondLst>
                                    <p:cond delay="153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4" nodeType="withEffect">
                                  <p:stCondLst>
                                    <p:cond delay="147248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5" nodeType="withEffect">
                                  <p:stCondLst>
                                    <p:cond delay="153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4" nodeType="withEffect">
                                  <p:stCondLst>
                                    <p:cond delay="147248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5" nodeType="withEffect">
                                  <p:stCondLst>
                                    <p:cond delay="153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6" nodeType="withEffect">
                                  <p:stCondLst>
                                    <p:cond delay="153864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7" nodeType="withEffect">
                                  <p:stCondLst>
                                    <p:cond delay="160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6" nodeType="withEffect">
                                  <p:stCondLst>
                                    <p:cond delay="153864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7" nodeType="withEffect">
                                  <p:stCondLst>
                                    <p:cond delay="160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6" nodeType="withEffect">
                                  <p:stCondLst>
                                    <p:cond delay="153864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7" nodeType="withEffect">
                                  <p:stCondLst>
                                    <p:cond delay="160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6" nodeType="withEffect">
                                  <p:stCondLst>
                                    <p:cond delay="153864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7" nodeType="withEffect">
                                  <p:stCondLst>
                                    <p:cond delay="160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6" nodeType="withEffect">
                                  <p:stCondLst>
                                    <p:cond delay="160581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7" nodeType="withEffect">
                                  <p:stCondLst>
                                    <p:cond delay="1664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6" nodeType="withEffect">
                                  <p:stCondLst>
                                    <p:cond delay="160581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7" nodeType="withEffect">
                                  <p:stCondLst>
                                    <p:cond delay="1664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6" nodeType="withEffect">
                                  <p:stCondLst>
                                    <p:cond delay="160581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7" nodeType="withEffect">
                                  <p:stCondLst>
                                    <p:cond delay="1664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6" nodeType="withEffect">
                                  <p:stCondLst>
                                    <p:cond delay="160581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7" nodeType="withEffect">
                                  <p:stCondLst>
                                    <p:cond delay="1664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6" nodeType="withEffect">
                                  <p:stCondLst>
                                    <p:cond delay="166481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7" nodeType="withEffect">
                                  <p:stCondLst>
                                    <p:cond delay="173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6" nodeType="withEffect">
                                  <p:stCondLst>
                                    <p:cond delay="166481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7" nodeType="withEffect">
                                  <p:stCondLst>
                                    <p:cond delay="173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6" nodeType="withEffect">
                                  <p:stCondLst>
                                    <p:cond delay="166481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7" nodeType="withEffect">
                                  <p:stCondLst>
                                    <p:cond delay="173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6" nodeType="withEffect">
                                  <p:stCondLst>
                                    <p:cond delay="166481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7" nodeType="withEffect">
                                  <p:stCondLst>
                                    <p:cond delay="1730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8" nodeType="withEffect">
                                  <p:stCondLst>
                                    <p:cond delay="173097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9" nodeType="withEffect">
                                  <p:stCondLst>
                                    <p:cond delay="17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8" nodeType="withEffect">
                                  <p:stCondLst>
                                    <p:cond delay="173097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9" nodeType="withEffect">
                                  <p:stCondLst>
                                    <p:cond delay="17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8" nodeType="withEffect">
                                  <p:stCondLst>
                                    <p:cond delay="173097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9" nodeType="withEffect">
                                  <p:stCondLst>
                                    <p:cond delay="17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8" nodeType="withEffect">
                                  <p:stCondLst>
                                    <p:cond delay="173097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9" nodeType="withEffect">
                                  <p:stCondLst>
                                    <p:cond delay="1798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8" nodeType="withEffect">
                                  <p:stCondLst>
                                    <p:cond delay="179814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9" nodeType="withEffect">
                                  <p:stCondLst>
                                    <p:cond delay="1857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8" nodeType="withEffect">
                                  <p:stCondLst>
                                    <p:cond delay="179814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9" nodeType="withEffect">
                                  <p:stCondLst>
                                    <p:cond delay="1857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8" nodeType="withEffect">
                                  <p:stCondLst>
                                    <p:cond delay="179814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9" nodeType="withEffect">
                                  <p:stCondLst>
                                    <p:cond delay="1857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8" nodeType="withEffect">
                                  <p:stCondLst>
                                    <p:cond delay="179814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9" nodeType="withEffect">
                                  <p:stCondLst>
                                    <p:cond delay="1857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8" nodeType="withEffect">
                                  <p:stCondLst>
                                    <p:cond delay="185714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ntr" presetSubtype="0" fill="hold" grpId="18" nodeType="withEffect">
                                  <p:stCondLst>
                                    <p:cond delay="185714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8" nodeType="withEffect">
                                  <p:stCondLst>
                                    <p:cond delay="185714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ntr" presetSubtype="0" fill="hold" grpId="18" nodeType="withEffect">
                                  <p:stCondLst>
                                    <p:cond delay="185714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60" repeatCount="indefinite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C7F2-D1D4-4E7B-3FEB-38F1317E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03106FE1-0191-83AA-D78F-A00DB2BE840B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個人化推薦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226479C-1146-E3DA-2555-3E48FAAAA778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PERSONALIZED RECOMMENDATION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B0E11A-757C-3905-4A91-8D7280383F88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336A9EC1-6DFD-D71A-128E-2942C5CAFE13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C90DBBE4-462D-10B6-3BF8-014F2507B27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D56F6098-0C95-F24F-196D-C415B2CAD505}"/>
              </a:ext>
            </a:extLst>
          </p:cNvPr>
          <p:cNvSpPr/>
          <p:nvPr/>
        </p:nvSpPr>
        <p:spPr>
          <a:xfrm>
            <a:off x="1018528" y="2298432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63150581-B2EB-1130-7562-A99606DD85AE}"/>
              </a:ext>
            </a:extLst>
          </p:cNvPr>
          <p:cNvSpPr txBox="1"/>
          <p:nvPr/>
        </p:nvSpPr>
        <p:spPr>
          <a:xfrm>
            <a:off x="1603744" y="222896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依收藏與瀏覽紀錄找書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52E7CE4E-CBF8-4761-6A9F-44B973EDEB2B}"/>
              </a:ext>
            </a:extLst>
          </p:cNvPr>
          <p:cNvSpPr txBox="1"/>
          <p:nvPr/>
        </p:nvSpPr>
        <p:spPr>
          <a:xfrm>
            <a:off x="1603744" y="2558150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以語意向量找出內容相近的書籍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1A65F09C-A7A9-4724-DAE7-AF7E0A2F8641}"/>
              </a:ext>
            </a:extLst>
          </p:cNvPr>
          <p:cNvSpPr/>
          <p:nvPr/>
        </p:nvSpPr>
        <p:spPr>
          <a:xfrm>
            <a:off x="758952" y="2137526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D0E03B10-E3A0-FCD0-172C-97FA65E03EA9}"/>
              </a:ext>
            </a:extLst>
          </p:cNvPr>
          <p:cNvSpPr/>
          <p:nvPr/>
        </p:nvSpPr>
        <p:spPr>
          <a:xfrm>
            <a:off x="1018528" y="2298432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3515F62A-3FBC-BC50-B216-3E69CBB6D272}"/>
              </a:ext>
            </a:extLst>
          </p:cNvPr>
          <p:cNvSpPr txBox="1"/>
          <p:nvPr/>
        </p:nvSpPr>
        <p:spPr>
          <a:xfrm>
            <a:off x="1603744" y="222896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依收藏與瀏覽紀錄找書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2B7D9087-59F5-0B39-BAE7-9399BD0FB0BB}"/>
              </a:ext>
            </a:extLst>
          </p:cNvPr>
          <p:cNvSpPr txBox="1"/>
          <p:nvPr/>
        </p:nvSpPr>
        <p:spPr>
          <a:xfrm>
            <a:off x="1603744" y="2558150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以語意向量找出內容相近的書籍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535153EE-CDE4-2B18-BC4F-A9D012A6890F}"/>
              </a:ext>
            </a:extLst>
          </p:cNvPr>
          <p:cNvSpPr/>
          <p:nvPr/>
        </p:nvSpPr>
        <p:spPr>
          <a:xfrm>
            <a:off x="1018528" y="325164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536C3B62-9D30-3F39-D5AA-1A16F76854CC}"/>
              </a:ext>
            </a:extLst>
          </p:cNvPr>
          <p:cNvSpPr txBox="1"/>
          <p:nvPr/>
        </p:nvSpPr>
        <p:spPr>
          <a:xfrm>
            <a:off x="1603744" y="318217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附上推薦理由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3023ED24-4AE7-8613-251C-93910D2726B3}"/>
              </a:ext>
            </a:extLst>
          </p:cNvPr>
          <p:cNvSpPr txBox="1"/>
          <p:nvPr/>
        </p:nvSpPr>
        <p:spPr>
          <a:xfrm>
            <a:off x="1603744" y="351136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例如「從 UX 設計延伸到網頁版面與樣式實作」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3713C5EA-0E3B-64F6-0D39-5A84DE4A0E5F}"/>
              </a:ext>
            </a:extLst>
          </p:cNvPr>
          <p:cNvSpPr/>
          <p:nvPr/>
        </p:nvSpPr>
        <p:spPr>
          <a:xfrm>
            <a:off x="758952" y="309073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766FF9C8-BE54-4E4C-86C3-DF0A60370E50}"/>
              </a:ext>
            </a:extLst>
          </p:cNvPr>
          <p:cNvSpPr/>
          <p:nvPr/>
        </p:nvSpPr>
        <p:spPr>
          <a:xfrm>
            <a:off x="1018528" y="325164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6CED67AF-FFD1-B896-56D8-0A0B8B6B6053}"/>
              </a:ext>
            </a:extLst>
          </p:cNvPr>
          <p:cNvSpPr txBox="1"/>
          <p:nvPr/>
        </p:nvSpPr>
        <p:spPr>
          <a:xfrm>
            <a:off x="1603744" y="318217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附上推薦理由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AA1C48D9-092A-F232-524B-D345B1DBBD7C}"/>
              </a:ext>
            </a:extLst>
          </p:cNvPr>
          <p:cNvSpPr txBox="1"/>
          <p:nvPr/>
        </p:nvSpPr>
        <p:spPr>
          <a:xfrm>
            <a:off x="1603744" y="351136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例如「從 UX 設計延伸到網頁版面與樣式實作」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AF974EBA-8FFF-EBFB-C02F-6E800D3E959D}"/>
              </a:ext>
            </a:extLst>
          </p:cNvPr>
          <p:cNvSpPr/>
          <p:nvPr/>
        </p:nvSpPr>
        <p:spPr>
          <a:xfrm>
            <a:off x="1018528" y="4197269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D3EB05C7-0F36-2839-0099-8BAE6C2B496C}"/>
              </a:ext>
            </a:extLst>
          </p:cNvPr>
          <p:cNvSpPr txBox="1"/>
          <p:nvPr/>
        </p:nvSpPr>
        <p:spPr>
          <a:xfrm>
            <a:off x="1603744" y="4127803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點選查看商品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1A220660-E848-78DB-D0D9-10F3F532A6F5}"/>
              </a:ext>
            </a:extLst>
          </p:cNvPr>
          <p:cNvSpPr txBox="1"/>
          <p:nvPr/>
        </p:nvSpPr>
        <p:spPr>
          <a:xfrm>
            <a:off x="1603744" y="4456987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售價、書況與存放書櫃一目了然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0BB754BF-799A-56D7-83AA-E634C601CEB7}"/>
              </a:ext>
            </a:extLst>
          </p:cNvPr>
          <p:cNvSpPr/>
          <p:nvPr/>
        </p:nvSpPr>
        <p:spPr>
          <a:xfrm>
            <a:off x="758952" y="4036363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F502B233-0962-D3AB-151A-704B7D1F475D}"/>
              </a:ext>
            </a:extLst>
          </p:cNvPr>
          <p:cNvSpPr/>
          <p:nvPr/>
        </p:nvSpPr>
        <p:spPr>
          <a:xfrm>
            <a:off x="1018528" y="4197269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E0AD3925-8735-4964-D9AE-B63583AC5C3C}"/>
              </a:ext>
            </a:extLst>
          </p:cNvPr>
          <p:cNvSpPr txBox="1"/>
          <p:nvPr/>
        </p:nvSpPr>
        <p:spPr>
          <a:xfrm>
            <a:off x="1603744" y="4127803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點選查看商品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1C71A4F6-5BE7-E26C-036B-2520F7051233}"/>
              </a:ext>
            </a:extLst>
          </p:cNvPr>
          <p:cNvSpPr txBox="1"/>
          <p:nvPr/>
        </p:nvSpPr>
        <p:spPr>
          <a:xfrm>
            <a:off x="1603744" y="4456987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售價、書況與存放書櫃一目了然</a:t>
            </a:r>
            <a:endParaRPr lang="zh-TW" altLang="en-US" sz="1600" spc="50" dirty="0"/>
          </a:p>
        </p:txBody>
      </p:sp>
      <p:sp>
        <p:nvSpPr>
          <p:cNvPr id="28" name="步驟編號底 29">
            <a:extLst>
              <a:ext uri="{FF2B5EF4-FFF2-40B4-BE49-F238E27FC236}">
                <a16:creationId xmlns:a16="http://schemas.microsoft.com/office/drawing/2014/main" id="{D16B503F-6C33-D2A1-D32F-59A715871E96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29" name="文字 30">
            <a:extLst>
              <a:ext uri="{FF2B5EF4-FFF2-40B4-BE49-F238E27FC236}">
                <a16:creationId xmlns:a16="http://schemas.microsoft.com/office/drawing/2014/main" id="{85428256-40B7-67A8-2986-6E53F9363CB0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相似書籍</a:t>
            </a:r>
            <a:endParaRPr lang="zh-TW" altLang="en-US" sz="2000" spc="50" dirty="0"/>
          </a:p>
        </p:txBody>
      </p:sp>
      <p:sp>
        <p:nvSpPr>
          <p:cNvPr id="30" name="文字 31">
            <a:extLst>
              <a:ext uri="{FF2B5EF4-FFF2-40B4-BE49-F238E27FC236}">
                <a16:creationId xmlns:a16="http://schemas.microsoft.com/office/drawing/2014/main" id="{861004B5-2B48-F277-74D7-643AECD03FBC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商品頁依書目與語意向量列出相似書籍</a:t>
            </a:r>
            <a:endParaRPr lang="zh-TW" altLang="en-US" sz="1600" spc="50" dirty="0"/>
          </a:p>
        </p:txBody>
      </p:sp>
      <p:sp>
        <p:nvSpPr>
          <p:cNvPr id="31" name="步驟亮起底 32">
            <a:extLst>
              <a:ext uri="{FF2B5EF4-FFF2-40B4-BE49-F238E27FC236}">
                <a16:creationId xmlns:a16="http://schemas.microsoft.com/office/drawing/2014/main" id="{ACA8B29A-8114-95FE-3167-FC182B1F8E21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步驟編號 33">
            <a:extLst>
              <a:ext uri="{FF2B5EF4-FFF2-40B4-BE49-F238E27FC236}">
                <a16:creationId xmlns:a16="http://schemas.microsoft.com/office/drawing/2014/main" id="{FEC38984-946C-CD9E-0834-5EDFFA4DC7E8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3" name="文字 34">
            <a:extLst>
              <a:ext uri="{FF2B5EF4-FFF2-40B4-BE49-F238E27FC236}">
                <a16:creationId xmlns:a16="http://schemas.microsoft.com/office/drawing/2014/main" id="{B1758E42-B0D8-0AEA-F84B-78FCA36E8B50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相似書籍</a:t>
            </a:r>
            <a:endParaRPr lang="zh-TW" altLang="en-US" sz="2000" spc="50" dirty="0"/>
          </a:p>
        </p:txBody>
      </p:sp>
      <p:sp>
        <p:nvSpPr>
          <p:cNvPr id="34" name="文字 35">
            <a:extLst>
              <a:ext uri="{FF2B5EF4-FFF2-40B4-BE49-F238E27FC236}">
                <a16:creationId xmlns:a16="http://schemas.microsoft.com/office/drawing/2014/main" id="{45AC6E44-16ED-0971-566F-67537806B1F6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商品頁依書目與語意向量列出相似書籍</a:t>
            </a:r>
            <a:endParaRPr lang="zh-TW" altLang="en-US" sz="1600" spc="50" dirty="0"/>
          </a:p>
        </p:txBody>
      </p:sp>
      <p:pic>
        <p:nvPicPr>
          <p:cNvPr id="35" name="!!手機">
            <a:hlinkClick r:id="" action="ppaction://media"/>
            <a:extLst>
              <a:ext uri="{FF2B5EF4-FFF2-40B4-BE49-F238E27FC236}">
                <a16:creationId xmlns:a16="http://schemas.microsoft.com/office/drawing/2014/main" id="{E0053FA7-9704-35B9-940B-9A3CE4103EF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214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83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7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7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7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617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2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61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2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6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2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61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2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2967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8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967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8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2967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8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2967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8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8883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22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8883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22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8883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22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8883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22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22683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22683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22683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22683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6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26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265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26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265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31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377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377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377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318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377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37766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41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37766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41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37766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41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37766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415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41566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453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41566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453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41566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453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41566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453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45383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507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45383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507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45383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507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45383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507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5073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56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50733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56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50733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56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50733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566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56649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604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56649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604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56649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604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56649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604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60449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642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60449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642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60449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642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60449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642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64266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696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64266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696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64266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696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64266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696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69616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75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69616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75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69616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75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69616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755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75532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79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75532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79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75532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79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75532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79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7933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831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7933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831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7933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831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7933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831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83149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88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83149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88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83149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88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83149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88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88499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9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8849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9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884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9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88499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944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9441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982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9441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982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9441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982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9441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982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98215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1020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98215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1020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98215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1020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98215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1020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102032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1073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102032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1073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102032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1073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102032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1073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107382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113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107382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113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107382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113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107382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1132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113298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1170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113298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1170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113298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1170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113298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1170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117098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120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117098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120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117098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120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117098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120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120915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1262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120915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1262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120915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1262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12091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1262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126265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1321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126265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1321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126265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1321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126265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1321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132181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135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132181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135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132181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135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132181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1359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135981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1397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135981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1397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135981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1397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135981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1397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139798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1451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13979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1451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139798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1451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139798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1451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145148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1510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145148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1510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145148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1510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145148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1510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151064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154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151064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154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151064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154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151064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1548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154864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15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154864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15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154864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15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154864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15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158681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164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158681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164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158681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164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158681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1640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164031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1699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164031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1699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164031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1699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164031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1699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8" nodeType="withEffect">
                                  <p:stCondLst>
                                    <p:cond delay="169947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9" nodeType="withEffect">
                                  <p:stCondLst>
                                    <p:cond delay="1737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8" nodeType="withEffect">
                                  <p:stCondLst>
                                    <p:cond delay="169947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9" nodeType="withEffect">
                                  <p:stCondLst>
                                    <p:cond delay="1737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8" nodeType="withEffect">
                                  <p:stCondLst>
                                    <p:cond delay="169947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9" nodeType="withEffect">
                                  <p:stCondLst>
                                    <p:cond delay="1737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8" nodeType="withEffect">
                                  <p:stCondLst>
                                    <p:cond delay="169947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9" nodeType="withEffect">
                                  <p:stCondLst>
                                    <p:cond delay="1737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8" nodeType="withEffect">
                                  <p:stCondLst>
                                    <p:cond delay="173747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9" nodeType="withEffect">
                                  <p:stCondLst>
                                    <p:cond delay="177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8" nodeType="withEffect">
                                  <p:stCondLst>
                                    <p:cond delay="173747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9" nodeType="withEffect">
                                  <p:stCondLst>
                                    <p:cond delay="177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8" nodeType="withEffect">
                                  <p:stCondLst>
                                    <p:cond delay="173747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9" nodeType="withEffect">
                                  <p:stCondLst>
                                    <p:cond delay="177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8" nodeType="withEffect">
                                  <p:stCondLst>
                                    <p:cond delay="173747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9" nodeType="withEffect">
                                  <p:stCondLst>
                                    <p:cond delay="1775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8" nodeType="withEffect">
                                  <p:stCondLst>
                                    <p:cond delay="177564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9" nodeType="withEffect">
                                  <p:stCondLst>
                                    <p:cond delay="1829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177564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1829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177564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1829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177564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1829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182914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ntr" presetSubtype="0" fill="hold" grpId="18" nodeType="withEffect">
                                  <p:stCondLst>
                                    <p:cond delay="182914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182914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18" nodeType="withEffect">
                                  <p:stCondLst>
                                    <p:cond delay="182914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15" repeatCount="indefinite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8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C8E47-F436-7203-2463-AFC8A12F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C17754E-C9D7-1ECD-2208-E9C82DE24FF2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ja-JP" altLang="en-US" sz="3600" b="1" spc="150" dirty="0">
                <a:latin typeface="+mn-ea"/>
              </a:rPr>
              <a:t>書籍顧問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03533C1-298B-62ED-1F37-41135072F06F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BOOK ADVISOR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DF7AFC-EA1F-FF66-484E-896B023DF03B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17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A3969D0D-EC62-639C-DE8B-0196A2CD602D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A8D7F702-AA71-6C08-7336-D02D822F6A1E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2677B85A-211C-03DC-6AB0-1113E6D2C69D}"/>
              </a:ext>
            </a:extLst>
          </p:cNvPr>
          <p:cNvSpPr/>
          <p:nvPr/>
        </p:nvSpPr>
        <p:spPr>
          <a:xfrm>
            <a:off x="1018528" y="2287592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56E47655-4955-3832-D937-40D21F59E6A7}"/>
              </a:ext>
            </a:extLst>
          </p:cNvPr>
          <p:cNvSpPr txBox="1"/>
          <p:nvPr/>
        </p:nvSpPr>
        <p:spPr>
          <a:xfrm>
            <a:off x="1603744" y="221812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開啟 AI 書籍顧問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F482C84C-7306-23EB-E090-37CDED5E4827}"/>
              </a:ext>
            </a:extLst>
          </p:cNvPr>
          <p:cNvSpPr txBox="1"/>
          <p:nvPr/>
        </p:nvSpPr>
        <p:spPr>
          <a:xfrm>
            <a:off x="1603744" y="2547310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位於聊天室列表最上方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36996718-5358-8821-DC67-4316A1280139}"/>
              </a:ext>
            </a:extLst>
          </p:cNvPr>
          <p:cNvSpPr/>
          <p:nvPr/>
        </p:nvSpPr>
        <p:spPr>
          <a:xfrm>
            <a:off x="758952" y="2126686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4A574FB6-A554-20ED-DD70-74A179615E7C}"/>
              </a:ext>
            </a:extLst>
          </p:cNvPr>
          <p:cNvSpPr/>
          <p:nvPr/>
        </p:nvSpPr>
        <p:spPr>
          <a:xfrm>
            <a:off x="1018528" y="2287592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4108EE83-3EAF-E0BA-18B4-6A44931B4D8F}"/>
              </a:ext>
            </a:extLst>
          </p:cNvPr>
          <p:cNvSpPr txBox="1"/>
          <p:nvPr/>
        </p:nvSpPr>
        <p:spPr>
          <a:xfrm>
            <a:off x="1603744" y="221812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開啟 AI 書籍顧問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B41FACA4-2B5F-118C-5D1C-42586E0171AD}"/>
              </a:ext>
            </a:extLst>
          </p:cNvPr>
          <p:cNvSpPr txBox="1"/>
          <p:nvPr/>
        </p:nvSpPr>
        <p:spPr>
          <a:xfrm>
            <a:off x="1603744" y="2547310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位於聊天室列表最上方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636FAF23-6E47-55EB-769A-6857CB2CCA3C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A10D1B36-E999-11CC-1915-B979FD1D0D04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輸入用途與預算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28CADE8C-C61C-DE6A-5899-BEBC06DA1216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「想學網頁設計，預算 300 以內」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54E8165C-0B4D-04F9-ACD4-970A4355F513}"/>
              </a:ext>
            </a:extLst>
          </p:cNvPr>
          <p:cNvSpPr/>
          <p:nvPr/>
        </p:nvSpPr>
        <p:spPr>
          <a:xfrm>
            <a:off x="758952" y="309300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8D85D9AC-6977-2248-AD1C-E65E6EEF9CE3}"/>
              </a:ext>
            </a:extLst>
          </p:cNvPr>
          <p:cNvSpPr/>
          <p:nvPr/>
        </p:nvSpPr>
        <p:spPr>
          <a:xfrm>
            <a:off x="1018528" y="325391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1965900C-BA29-1859-1371-D3044B183A7E}"/>
              </a:ext>
            </a:extLst>
          </p:cNvPr>
          <p:cNvSpPr txBox="1"/>
          <p:nvPr/>
        </p:nvSpPr>
        <p:spPr>
          <a:xfrm>
            <a:off x="1603744" y="31844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輸入用途與預算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CB6CFF9E-769F-97D6-9DE4-DE99AF5F7FCF}"/>
              </a:ext>
            </a:extLst>
          </p:cNvPr>
          <p:cNvSpPr txBox="1"/>
          <p:nvPr/>
        </p:nvSpPr>
        <p:spPr>
          <a:xfrm>
            <a:off x="1603744" y="35136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「想學網頁設計，預算 300 以內」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B805959C-E5B0-1823-84D0-4C310EA5DB58}"/>
              </a:ext>
            </a:extLst>
          </p:cNvPr>
          <p:cNvSpPr/>
          <p:nvPr/>
        </p:nvSpPr>
        <p:spPr>
          <a:xfrm>
            <a:off x="1018528" y="421627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79C7B9CC-4A83-B5EE-7990-C422BB78FBCE}"/>
              </a:ext>
            </a:extLst>
          </p:cNvPr>
          <p:cNvSpPr txBox="1"/>
          <p:nvPr/>
        </p:nvSpPr>
        <p:spPr>
          <a:xfrm>
            <a:off x="1603744" y="41468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AI 拆解需求後推薦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A7C25152-BC32-9DF6-885A-3DFDECCD11C6}"/>
              </a:ext>
            </a:extLst>
          </p:cNvPr>
          <p:cNvSpPr txBox="1"/>
          <p:nvPr/>
        </p:nvSpPr>
        <p:spPr>
          <a:xfrm>
            <a:off x="1603744" y="447598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先讀 HTML &amp; CSS，再搭配 Vue.js，皆在預算內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0F7D86AD-0488-BED6-C1E4-93E2633BD6AD}"/>
              </a:ext>
            </a:extLst>
          </p:cNvPr>
          <p:cNvSpPr/>
          <p:nvPr/>
        </p:nvSpPr>
        <p:spPr>
          <a:xfrm>
            <a:off x="758952" y="4055364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90CC7954-2494-9A8D-7044-7A67148F77C4}"/>
              </a:ext>
            </a:extLst>
          </p:cNvPr>
          <p:cNvSpPr/>
          <p:nvPr/>
        </p:nvSpPr>
        <p:spPr>
          <a:xfrm>
            <a:off x="1018528" y="421627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DAF22101-A25D-B5BF-F086-1608CE7ED8B9}"/>
              </a:ext>
            </a:extLst>
          </p:cNvPr>
          <p:cNvSpPr txBox="1"/>
          <p:nvPr/>
        </p:nvSpPr>
        <p:spPr>
          <a:xfrm>
            <a:off x="1603744" y="41468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AI 拆解需求後推薦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AECF58C9-0530-B675-C32B-7BEB148E763D}"/>
              </a:ext>
            </a:extLst>
          </p:cNvPr>
          <p:cNvSpPr txBox="1"/>
          <p:nvPr/>
        </p:nvSpPr>
        <p:spPr>
          <a:xfrm>
            <a:off x="1603744" y="4475988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先讀 HTML &amp; CSS，再搭配 Vue.js，皆在預算內</a:t>
            </a:r>
            <a:endParaRPr lang="zh-TW" altLang="en-US" sz="1600" spc="50" dirty="0"/>
          </a:p>
        </p:txBody>
      </p:sp>
      <p:sp>
        <p:nvSpPr>
          <p:cNvPr id="28" name="步驟編號底 29">
            <a:extLst>
              <a:ext uri="{FF2B5EF4-FFF2-40B4-BE49-F238E27FC236}">
                <a16:creationId xmlns:a16="http://schemas.microsoft.com/office/drawing/2014/main" id="{32ACE2DC-CC97-527C-D5ED-981CC0B74077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29" name="文字 30">
            <a:extLst>
              <a:ext uri="{FF2B5EF4-FFF2-40B4-BE49-F238E27FC236}">
                <a16:creationId xmlns:a16="http://schemas.microsoft.com/office/drawing/2014/main" id="{C9CD136C-3ABA-1629-F3BA-49FC6AD3C5B8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點選書卡查看商品</a:t>
            </a:r>
            <a:endParaRPr lang="zh-TW" altLang="en-US" sz="2000" spc="50" dirty="0"/>
          </a:p>
        </p:txBody>
      </p:sp>
      <p:sp>
        <p:nvSpPr>
          <p:cNvPr id="30" name="文字 31">
            <a:extLst>
              <a:ext uri="{FF2B5EF4-FFF2-40B4-BE49-F238E27FC236}">
                <a16:creationId xmlns:a16="http://schemas.microsoft.com/office/drawing/2014/main" id="{465B4738-3EBB-AAD9-764D-A9485C0BC85B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可直接加入購物車或購買</a:t>
            </a:r>
            <a:endParaRPr lang="zh-TW" altLang="en-US" sz="1600" spc="50" dirty="0"/>
          </a:p>
        </p:txBody>
      </p:sp>
      <p:sp>
        <p:nvSpPr>
          <p:cNvPr id="31" name="步驟亮起底 32">
            <a:extLst>
              <a:ext uri="{FF2B5EF4-FFF2-40B4-BE49-F238E27FC236}">
                <a16:creationId xmlns:a16="http://schemas.microsoft.com/office/drawing/2014/main" id="{2FCB132B-BB1D-2396-41F0-7E379E90D0EA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步驟編號 33">
            <a:extLst>
              <a:ext uri="{FF2B5EF4-FFF2-40B4-BE49-F238E27FC236}">
                <a16:creationId xmlns:a16="http://schemas.microsoft.com/office/drawing/2014/main" id="{FCC139AF-984E-48F6-391D-AE756B1B15ED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3" name="文字 34">
            <a:extLst>
              <a:ext uri="{FF2B5EF4-FFF2-40B4-BE49-F238E27FC236}">
                <a16:creationId xmlns:a16="http://schemas.microsoft.com/office/drawing/2014/main" id="{463D389C-68BF-79AB-049E-809089C5107D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點選書卡查看商品</a:t>
            </a:r>
            <a:endParaRPr lang="zh-TW" altLang="en-US" sz="2000" spc="50" dirty="0"/>
          </a:p>
        </p:txBody>
      </p:sp>
      <p:sp>
        <p:nvSpPr>
          <p:cNvPr id="34" name="文字 35">
            <a:extLst>
              <a:ext uri="{FF2B5EF4-FFF2-40B4-BE49-F238E27FC236}">
                <a16:creationId xmlns:a16="http://schemas.microsoft.com/office/drawing/2014/main" id="{E2247CDA-EA45-D016-44EB-3990507147E1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可直接加入購物車或購買</a:t>
            </a:r>
            <a:endParaRPr lang="zh-TW" altLang="en-US" sz="1600" spc="50" dirty="0"/>
          </a:p>
        </p:txBody>
      </p:sp>
      <p:pic>
        <p:nvPicPr>
          <p:cNvPr id="35" name="!!手機">
            <a:hlinkClick r:id="" action="ppaction://media"/>
            <a:extLst>
              <a:ext uri="{FF2B5EF4-FFF2-40B4-BE49-F238E27FC236}">
                <a16:creationId xmlns:a16="http://schemas.microsoft.com/office/drawing/2014/main" id="{C0FABAED-F62F-45CF-DD4C-63F31B07B2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901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550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917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78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3917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78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917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78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917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78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817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3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81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3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78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3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81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39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39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8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9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8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39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8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39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8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85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22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85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22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85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22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85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22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22467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263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22467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263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22467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263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22467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263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26367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324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26367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324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26367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324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26367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324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32483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3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32483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3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32483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3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32483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3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371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41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371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41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371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41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371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41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41017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44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4101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44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41017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44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41017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44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44917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510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44917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510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44917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510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44917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510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5103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55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51033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55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51033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55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51033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55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556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59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5565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59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5565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59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5565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59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59567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63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59567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63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59567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63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59567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634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63467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69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63467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69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6346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69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63467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69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69583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7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69583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7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69583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7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69583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74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7420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78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742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78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7420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78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7420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78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78117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82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78117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82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78117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82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78117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82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82017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881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82017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881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82017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881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82017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881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88133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9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88133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9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88133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9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88133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9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9275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96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9275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96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9275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96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9275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96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96667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100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96667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100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96667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100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96667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1005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100567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106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100567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106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100567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106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100567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106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106683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1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106683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1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106683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1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106683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11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11130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115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11130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115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11130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115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11130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115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115217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119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115217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119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115217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119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115217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119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119117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125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119117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125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119117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125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119117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1252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125233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129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125233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129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125233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129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125233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129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12985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133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12985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133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12985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133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12985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133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133767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137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133767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137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133767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137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133767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137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137667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1437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137667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1437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137667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1437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137667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1437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143783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148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143783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148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143783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148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143783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148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14840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1523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14840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1523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14840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1523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14840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1523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152317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156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152317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156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152317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156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152317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1562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156217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1623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156217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1623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156217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1623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156217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1623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162333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16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162333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16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162333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16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162333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16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8" nodeType="withEffect">
                                  <p:stCondLst>
                                    <p:cond delay="16695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9" nodeType="withEffect">
                                  <p:stCondLst>
                                    <p:cond delay="1708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8" nodeType="withEffect">
                                  <p:stCondLst>
                                    <p:cond delay="16695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9" nodeType="withEffect">
                                  <p:stCondLst>
                                    <p:cond delay="1708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8" nodeType="withEffect">
                                  <p:stCondLst>
                                    <p:cond delay="16695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9" nodeType="withEffect">
                                  <p:stCondLst>
                                    <p:cond delay="1708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8" nodeType="withEffect">
                                  <p:stCondLst>
                                    <p:cond delay="16695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9" nodeType="withEffect">
                                  <p:stCondLst>
                                    <p:cond delay="1708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8" nodeType="withEffect">
                                  <p:stCondLst>
                                    <p:cond delay="170867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9" nodeType="withEffect">
                                  <p:stCondLst>
                                    <p:cond delay="174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8" nodeType="withEffect">
                                  <p:stCondLst>
                                    <p:cond delay="170867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9" nodeType="withEffect">
                                  <p:stCondLst>
                                    <p:cond delay="174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8" nodeType="withEffect">
                                  <p:stCondLst>
                                    <p:cond delay="170867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9" nodeType="withEffect">
                                  <p:stCondLst>
                                    <p:cond delay="174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8" nodeType="withEffect">
                                  <p:stCondLst>
                                    <p:cond delay="170867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9" nodeType="withEffect">
                                  <p:stCondLst>
                                    <p:cond delay="1747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8" nodeType="withEffect">
                                  <p:stCondLst>
                                    <p:cond delay="174767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9" nodeType="withEffect">
                                  <p:stCondLst>
                                    <p:cond delay="180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174767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180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174767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180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174767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1808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180883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ntr" presetSubtype="0" fill="hold" grpId="18" nodeType="withEffect">
                                  <p:stCondLst>
                                    <p:cond delay="180883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180883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18" nodeType="withEffect">
                                  <p:stCondLst>
                                    <p:cond delay="180883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15" repeatCount="indefinite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8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DCFE4-5376-902B-897A-A18DCA60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3F9930DB-E711-542C-441C-0AEDFD09CCA0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ja-JP" altLang="en-US" sz="3600" b="1" spc="150" dirty="0">
                <a:latin typeface="+mn-ea"/>
              </a:rPr>
              <a:t>客服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F865529-34BF-9B38-6128-3CAAE9D69C81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SUPPORT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9C270AE-748F-589D-8982-852012B9B7AB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399DDE17-F4EB-EEFC-3D6B-8153D17CB88E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2ED6BEDF-7DE8-0B1A-AC00-10267AE9F1B0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6141084C-B5F2-CF02-9E37-CB5B97A58827}"/>
              </a:ext>
            </a:extLst>
          </p:cNvPr>
          <p:cNvSpPr/>
          <p:nvPr/>
        </p:nvSpPr>
        <p:spPr>
          <a:xfrm>
            <a:off x="1018528" y="2357255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3A558964-FE67-DF3F-A004-A32B3D64469F}"/>
              </a:ext>
            </a:extLst>
          </p:cNvPr>
          <p:cNvSpPr txBox="1"/>
          <p:nvPr/>
        </p:nvSpPr>
        <p:spPr>
          <a:xfrm>
            <a:off x="1603744" y="2287789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提出問題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0307D14F-E651-D0B1-9098-014DEC05A13E}"/>
              </a:ext>
            </a:extLst>
          </p:cNvPr>
          <p:cNvSpPr txBox="1"/>
          <p:nvPr/>
        </p:nvSpPr>
        <p:spPr>
          <a:xfrm>
            <a:off x="1603744" y="2616973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直接輸入，或點選常見問題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CA40C236-5EC6-D0E6-B810-F9FA073E6FB5}"/>
              </a:ext>
            </a:extLst>
          </p:cNvPr>
          <p:cNvSpPr/>
          <p:nvPr/>
        </p:nvSpPr>
        <p:spPr>
          <a:xfrm>
            <a:off x="758952" y="2130569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3300E16F-21BF-828C-D4F0-45892E4D5F3F}"/>
              </a:ext>
            </a:extLst>
          </p:cNvPr>
          <p:cNvSpPr/>
          <p:nvPr/>
        </p:nvSpPr>
        <p:spPr>
          <a:xfrm>
            <a:off x="1018528" y="2357255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A18625AD-718F-EAF2-65B5-D3A02312E5B4}"/>
              </a:ext>
            </a:extLst>
          </p:cNvPr>
          <p:cNvSpPr txBox="1"/>
          <p:nvPr/>
        </p:nvSpPr>
        <p:spPr>
          <a:xfrm>
            <a:off x="1603744" y="2287789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提出問題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002F11CF-0154-8A7C-0B0C-D422FE00805D}"/>
              </a:ext>
            </a:extLst>
          </p:cNvPr>
          <p:cNvSpPr txBox="1"/>
          <p:nvPr/>
        </p:nvSpPr>
        <p:spPr>
          <a:xfrm>
            <a:off x="1603744" y="2616973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直接輸入，或點選常見問題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037BD508-177B-B100-3ED5-C1D2D6BFB88E}"/>
              </a:ext>
            </a:extLst>
          </p:cNvPr>
          <p:cNvSpPr/>
          <p:nvPr/>
        </p:nvSpPr>
        <p:spPr>
          <a:xfrm>
            <a:off x="1018528" y="3508602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F8D9A088-443B-878D-3284-C03460F30279}"/>
              </a:ext>
            </a:extLst>
          </p:cNvPr>
          <p:cNvSpPr txBox="1"/>
          <p:nvPr/>
        </p:nvSpPr>
        <p:spPr>
          <a:xfrm>
            <a:off x="1603744" y="343913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依規則與本人訂單回答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580A009C-F5C5-1331-D44A-58C91B8B7E31}"/>
              </a:ext>
            </a:extLst>
          </p:cNvPr>
          <p:cNvSpPr txBox="1"/>
          <p:nvPr/>
        </p:nvSpPr>
        <p:spPr>
          <a:xfrm>
            <a:off x="1603744" y="3768320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帶出訂單、申請期限與爭議流程，並附訂單連結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36A3E211-2E48-1BF8-BABA-63F07708F997}"/>
              </a:ext>
            </a:extLst>
          </p:cNvPr>
          <p:cNvSpPr/>
          <p:nvPr/>
        </p:nvSpPr>
        <p:spPr>
          <a:xfrm>
            <a:off x="758952" y="3281916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8D245107-D889-66CE-957F-7BAE42640669}"/>
              </a:ext>
            </a:extLst>
          </p:cNvPr>
          <p:cNvSpPr/>
          <p:nvPr/>
        </p:nvSpPr>
        <p:spPr>
          <a:xfrm>
            <a:off x="1018528" y="3508602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02BCD688-525B-A1DB-AB61-66DA0717DD53}"/>
              </a:ext>
            </a:extLst>
          </p:cNvPr>
          <p:cNvSpPr txBox="1"/>
          <p:nvPr/>
        </p:nvSpPr>
        <p:spPr>
          <a:xfrm>
            <a:off x="1603744" y="3439136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依規則與本人訂單回答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DAEE54A3-0534-7024-0630-42C0CB8058F3}"/>
              </a:ext>
            </a:extLst>
          </p:cNvPr>
          <p:cNvSpPr txBox="1"/>
          <p:nvPr/>
        </p:nvSpPr>
        <p:spPr>
          <a:xfrm>
            <a:off x="1603744" y="3768320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帶出訂單、申請期限與爭議流程，並附訂單連結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1CCBF719-852D-00B7-FB79-5C5216F82F92}"/>
              </a:ext>
            </a:extLst>
          </p:cNvPr>
          <p:cNvSpPr/>
          <p:nvPr/>
        </p:nvSpPr>
        <p:spPr>
          <a:xfrm>
            <a:off x="1018528" y="4670670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6A6B6796-CCDF-70D2-4BC5-9E417BA016B3}"/>
              </a:ext>
            </a:extLst>
          </p:cNvPr>
          <p:cNvSpPr txBox="1"/>
          <p:nvPr/>
        </p:nvSpPr>
        <p:spPr>
          <a:xfrm>
            <a:off x="1603744" y="46012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轉接客服人員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9B57B292-E523-CFD7-7EF2-BB5099ACE98A}"/>
              </a:ext>
            </a:extLst>
          </p:cNvPr>
          <p:cNvSpPr txBox="1"/>
          <p:nvPr/>
        </p:nvSpPr>
        <p:spPr>
          <a:xfrm>
            <a:off x="1603744" y="493038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提供目前的對話內容，由客服人員接手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26E120EC-F69F-EED7-798F-25C52EB6A96E}"/>
              </a:ext>
            </a:extLst>
          </p:cNvPr>
          <p:cNvSpPr/>
          <p:nvPr/>
        </p:nvSpPr>
        <p:spPr>
          <a:xfrm>
            <a:off x="758952" y="4443984"/>
            <a:ext cx="6480000" cy="896112"/>
          </a:xfrm>
          <a:prstGeom prst="roundRect">
            <a:avLst>
              <a:gd name="adj" fmla="val 14285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2A5793BD-8794-C1BA-20F7-979CE7AD75AB}"/>
              </a:ext>
            </a:extLst>
          </p:cNvPr>
          <p:cNvSpPr/>
          <p:nvPr/>
        </p:nvSpPr>
        <p:spPr>
          <a:xfrm>
            <a:off x="1018528" y="4670670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02E50BB0-B0D4-3B4A-4F5A-5D4F191088D3}"/>
              </a:ext>
            </a:extLst>
          </p:cNvPr>
          <p:cNvSpPr txBox="1"/>
          <p:nvPr/>
        </p:nvSpPr>
        <p:spPr>
          <a:xfrm>
            <a:off x="1603744" y="4601204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轉接客服人員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A0CC0666-9076-3A2E-6A32-72C2D1F9794E}"/>
              </a:ext>
            </a:extLst>
          </p:cNvPr>
          <p:cNvSpPr txBox="1"/>
          <p:nvPr/>
        </p:nvSpPr>
        <p:spPr>
          <a:xfrm>
            <a:off x="1603744" y="4930388"/>
            <a:ext cx="618134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提供目前的對話內容，由客服人員接手</a:t>
            </a:r>
            <a:endParaRPr lang="zh-TW" altLang="en-US" sz="1600" spc="50" dirty="0"/>
          </a:p>
        </p:txBody>
      </p:sp>
      <p:pic>
        <p:nvPicPr>
          <p:cNvPr id="28" name="!!手機">
            <a:hlinkClick r:id="" action="ppaction://media"/>
            <a:extLst>
              <a:ext uri="{FF2B5EF4-FFF2-40B4-BE49-F238E27FC236}">
                <a16:creationId xmlns:a16="http://schemas.microsoft.com/office/drawing/2014/main" id="{FA5A04C9-4336-EBF0-7848-9D376CB39E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813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33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5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5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5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56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683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1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683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683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1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683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13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3917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18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3917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18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3917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18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3917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1883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2" nodeType="withEffect">
                                  <p:stCondLst>
                                    <p:cond delay="18833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3" nodeType="withEffect">
                                  <p:stCondLst>
                                    <p:cond delay="245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2" nodeType="withEffect">
                                  <p:stCondLst>
                                    <p:cond delay="18833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3" nodeType="withEffect">
                                  <p:stCondLst>
                                    <p:cond delay="245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2" nodeType="withEffect">
                                  <p:stCondLst>
                                    <p:cond delay="18833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3" nodeType="withEffect">
                                  <p:stCondLst>
                                    <p:cond delay="245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2" nodeType="withEffect">
                                  <p:stCondLst>
                                    <p:cond delay="18833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3" nodeType="withEffect">
                                  <p:stCondLst>
                                    <p:cond delay="245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24516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3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24516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3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24516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3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24516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32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327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376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327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376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327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376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327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3766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4" nodeType="withEffect">
                                  <p:stCondLst>
                                    <p:cond delay="37666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5" nodeType="withEffect">
                                  <p:stCondLst>
                                    <p:cond delay="433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4" nodeType="withEffect">
                                  <p:stCondLst>
                                    <p:cond delay="37666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5" nodeType="withEffect">
                                  <p:stCondLst>
                                    <p:cond delay="433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4" nodeType="withEffect">
                                  <p:stCondLst>
                                    <p:cond delay="37666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5" nodeType="withEffect">
                                  <p:stCondLst>
                                    <p:cond delay="433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4" nodeType="withEffect">
                                  <p:stCondLst>
                                    <p:cond delay="37666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5" nodeType="withEffect">
                                  <p:stCondLst>
                                    <p:cond delay="433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4" nodeType="withEffect">
                                  <p:stCondLst>
                                    <p:cond delay="43349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5" nodeType="withEffect">
                                  <p:stCondLst>
                                    <p:cond delay="51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4" nodeType="withEffect">
                                  <p:stCondLst>
                                    <p:cond delay="43349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5" nodeType="withEffect">
                                  <p:stCondLst>
                                    <p:cond delay="51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4" nodeType="withEffect">
                                  <p:stCondLst>
                                    <p:cond delay="43349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5" nodeType="withEffect">
                                  <p:stCondLst>
                                    <p:cond delay="51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4" nodeType="withEffect">
                                  <p:stCondLst>
                                    <p:cond delay="43349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5" nodeType="withEffect">
                                  <p:stCondLst>
                                    <p:cond delay="5158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51583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56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51583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56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51583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56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51583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5649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6" nodeType="withEffect">
                                  <p:stCondLst>
                                    <p:cond delay="56499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7" nodeType="withEffect">
                                  <p:stCondLst>
                                    <p:cond delay="621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6" nodeType="withEffect">
                                  <p:stCondLst>
                                    <p:cond delay="56499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7" nodeType="withEffect">
                                  <p:stCondLst>
                                    <p:cond delay="621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6" nodeType="withEffect">
                                  <p:stCondLst>
                                    <p:cond delay="56499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7" nodeType="withEffect">
                                  <p:stCondLst>
                                    <p:cond delay="621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6" nodeType="withEffect">
                                  <p:stCondLst>
                                    <p:cond delay="56499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7" nodeType="withEffect">
                                  <p:stCondLst>
                                    <p:cond delay="621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6" nodeType="withEffect">
                                  <p:stCondLst>
                                    <p:cond delay="62182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7" nodeType="withEffect">
                                  <p:stCondLst>
                                    <p:cond delay="70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6" nodeType="withEffect">
                                  <p:stCondLst>
                                    <p:cond delay="62182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7" nodeType="withEffect">
                                  <p:stCondLst>
                                    <p:cond delay="70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6" nodeType="withEffect">
                                  <p:stCondLst>
                                    <p:cond delay="62182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7" nodeType="withEffect">
                                  <p:stCondLst>
                                    <p:cond delay="70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6" nodeType="withEffect">
                                  <p:stCondLst>
                                    <p:cond delay="62182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7" nodeType="withEffect">
                                  <p:stCondLst>
                                    <p:cond delay="7041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6" nodeType="withEffect">
                                  <p:stCondLst>
                                    <p:cond delay="70416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7" nodeType="withEffect">
                                  <p:stCondLst>
                                    <p:cond delay="75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6" nodeType="withEffect">
                                  <p:stCondLst>
                                    <p:cond delay="70416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7" nodeType="withEffect">
                                  <p:stCondLst>
                                    <p:cond delay="75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6" nodeType="withEffect">
                                  <p:stCondLst>
                                    <p:cond delay="70416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7" nodeType="withEffect">
                                  <p:stCondLst>
                                    <p:cond delay="75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6" nodeType="withEffect">
                                  <p:stCondLst>
                                    <p:cond delay="70416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7" nodeType="withEffect">
                                  <p:stCondLst>
                                    <p:cond delay="7533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8" nodeType="withEffect">
                                  <p:stCondLst>
                                    <p:cond delay="75332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9" nodeType="withEffect">
                                  <p:stCondLst>
                                    <p:cond delay="81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8" nodeType="withEffect">
                                  <p:stCondLst>
                                    <p:cond delay="75332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9" nodeType="withEffect">
                                  <p:stCondLst>
                                    <p:cond delay="81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8" nodeType="withEffect">
                                  <p:stCondLst>
                                    <p:cond delay="75332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9" nodeType="withEffect">
                                  <p:stCondLst>
                                    <p:cond delay="81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8" nodeType="withEffect">
                                  <p:stCondLst>
                                    <p:cond delay="75332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9" nodeType="withEffect">
                                  <p:stCondLst>
                                    <p:cond delay="810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8" nodeType="withEffect">
                                  <p:stCondLst>
                                    <p:cond delay="81015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9" nodeType="withEffect">
                                  <p:stCondLst>
                                    <p:cond delay="892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8" nodeType="withEffect">
                                  <p:stCondLst>
                                    <p:cond delay="81015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9" nodeType="withEffect">
                                  <p:stCondLst>
                                    <p:cond delay="892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8" nodeType="withEffect">
                                  <p:stCondLst>
                                    <p:cond delay="81015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9" nodeType="withEffect">
                                  <p:stCondLst>
                                    <p:cond delay="892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8" nodeType="withEffect">
                                  <p:stCondLst>
                                    <p:cond delay="81015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9" nodeType="withEffect">
                                  <p:stCondLst>
                                    <p:cond delay="8924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8" nodeType="withEffect">
                                  <p:stCondLst>
                                    <p:cond delay="89249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9" nodeType="withEffect">
                                  <p:stCondLst>
                                    <p:cond delay="94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8" nodeType="withEffect">
                                  <p:stCondLst>
                                    <p:cond delay="89249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9" nodeType="withEffect">
                                  <p:stCondLst>
                                    <p:cond delay="94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8" nodeType="withEffect">
                                  <p:stCondLst>
                                    <p:cond delay="89249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9" nodeType="withEffect">
                                  <p:stCondLst>
                                    <p:cond delay="94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8" nodeType="withEffect">
                                  <p:stCondLst>
                                    <p:cond delay="89249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9" nodeType="withEffect">
                                  <p:stCondLst>
                                    <p:cond delay="9416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10" nodeType="withEffect">
                                  <p:stCondLst>
                                    <p:cond delay="94165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11" nodeType="withEffect">
                                  <p:stCondLst>
                                    <p:cond delay="998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10" nodeType="withEffect">
                                  <p:stCondLst>
                                    <p:cond delay="94165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11" nodeType="withEffect">
                                  <p:stCondLst>
                                    <p:cond delay="998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10" nodeType="withEffect">
                                  <p:stCondLst>
                                    <p:cond delay="94165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11" nodeType="withEffect">
                                  <p:stCondLst>
                                    <p:cond delay="998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10" nodeType="withEffect">
                                  <p:stCondLst>
                                    <p:cond delay="94165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11" nodeType="withEffect">
                                  <p:stCondLst>
                                    <p:cond delay="998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10" nodeType="withEffect">
                                  <p:stCondLst>
                                    <p:cond delay="99848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11" nodeType="withEffect">
                                  <p:stCondLst>
                                    <p:cond delay="1080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10" nodeType="withEffect">
                                  <p:stCondLst>
                                    <p:cond delay="99848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11" nodeType="withEffect">
                                  <p:stCondLst>
                                    <p:cond delay="1080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10" nodeType="withEffect">
                                  <p:stCondLst>
                                    <p:cond delay="99848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11" nodeType="withEffect">
                                  <p:stCondLst>
                                    <p:cond delay="1080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10" nodeType="withEffect">
                                  <p:stCondLst>
                                    <p:cond delay="99848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11" nodeType="withEffect">
                                  <p:stCondLst>
                                    <p:cond delay="10808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10" nodeType="withEffect">
                                  <p:stCondLst>
                                    <p:cond delay="108082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11" nodeType="withEffect">
                                  <p:stCondLst>
                                    <p:cond delay="1129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10" nodeType="withEffect">
                                  <p:stCondLst>
                                    <p:cond delay="10808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11" nodeType="withEffect">
                                  <p:stCondLst>
                                    <p:cond delay="1129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10" nodeType="withEffect">
                                  <p:stCondLst>
                                    <p:cond delay="108082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11" nodeType="withEffect">
                                  <p:stCondLst>
                                    <p:cond delay="1129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10" nodeType="withEffect">
                                  <p:stCondLst>
                                    <p:cond delay="108082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11" nodeType="withEffect">
                                  <p:stCondLst>
                                    <p:cond delay="11299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12" nodeType="withEffect">
                                  <p:stCondLst>
                                    <p:cond delay="112998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13" nodeType="withEffect">
                                  <p:stCondLst>
                                    <p:cond delay="11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12" nodeType="withEffect">
                                  <p:stCondLst>
                                    <p:cond delay="112998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13" nodeType="withEffect">
                                  <p:stCondLst>
                                    <p:cond delay="11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12" nodeType="withEffect">
                                  <p:stCondLst>
                                    <p:cond delay="112998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13" nodeType="withEffect">
                                  <p:stCondLst>
                                    <p:cond delay="11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12" nodeType="withEffect">
                                  <p:stCondLst>
                                    <p:cond delay="112998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13" nodeType="withEffect">
                                  <p:stCondLst>
                                    <p:cond delay="1186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12" nodeType="withEffect">
                                  <p:stCondLst>
                                    <p:cond delay="118681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13" nodeType="withEffect">
                                  <p:stCondLst>
                                    <p:cond delay="126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12" nodeType="withEffect">
                                  <p:stCondLst>
                                    <p:cond delay="118681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13" nodeType="withEffect">
                                  <p:stCondLst>
                                    <p:cond delay="126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12" nodeType="withEffect">
                                  <p:stCondLst>
                                    <p:cond delay="118681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13" nodeType="withEffect">
                                  <p:stCondLst>
                                    <p:cond delay="126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12" nodeType="withEffect">
                                  <p:stCondLst>
                                    <p:cond delay="118681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13" nodeType="withEffect">
                                  <p:stCondLst>
                                    <p:cond delay="12691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2" nodeType="withEffect">
                                  <p:stCondLst>
                                    <p:cond delay="12691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3" nodeType="withEffect">
                                  <p:stCondLst>
                                    <p:cond delay="131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2" nodeType="withEffect">
                                  <p:stCondLst>
                                    <p:cond delay="12691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3" nodeType="withEffect">
                                  <p:stCondLst>
                                    <p:cond delay="131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2" nodeType="withEffect">
                                  <p:stCondLst>
                                    <p:cond delay="12691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3" nodeType="withEffect">
                                  <p:stCondLst>
                                    <p:cond delay="131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2" nodeType="withEffect">
                                  <p:stCondLst>
                                    <p:cond delay="12691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3" nodeType="withEffect">
                                  <p:stCondLst>
                                    <p:cond delay="13183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4" nodeType="withEffect">
                                  <p:stCondLst>
                                    <p:cond delay="131831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5" nodeType="withEffect">
                                  <p:stCondLst>
                                    <p:cond delay="1375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4" nodeType="withEffect">
                                  <p:stCondLst>
                                    <p:cond delay="131831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5" nodeType="withEffect">
                                  <p:stCondLst>
                                    <p:cond delay="1375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4" nodeType="withEffect">
                                  <p:stCondLst>
                                    <p:cond delay="131831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5" nodeType="withEffect">
                                  <p:stCondLst>
                                    <p:cond delay="1375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4" nodeType="withEffect">
                                  <p:stCondLst>
                                    <p:cond delay="131831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5" nodeType="withEffect">
                                  <p:stCondLst>
                                    <p:cond delay="1375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4" nodeType="withEffect">
                                  <p:stCondLst>
                                    <p:cond delay="137514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5" nodeType="withEffect">
                                  <p:stCondLst>
                                    <p:cond delay="1457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4" nodeType="withEffect">
                                  <p:stCondLst>
                                    <p:cond delay="137514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5" nodeType="withEffect">
                                  <p:stCondLst>
                                    <p:cond delay="1457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4" nodeType="withEffect">
                                  <p:stCondLst>
                                    <p:cond delay="137514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5" nodeType="withEffect">
                                  <p:stCondLst>
                                    <p:cond delay="1457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4" nodeType="withEffect">
                                  <p:stCondLst>
                                    <p:cond delay="137514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5" nodeType="withEffect">
                                  <p:stCondLst>
                                    <p:cond delay="14574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4" nodeType="withEffect">
                                  <p:stCondLst>
                                    <p:cond delay="145748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5" nodeType="withEffect">
                                  <p:stCondLst>
                                    <p:cond delay="150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4" nodeType="withEffect">
                                  <p:stCondLst>
                                    <p:cond delay="145748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5" nodeType="withEffect">
                                  <p:stCondLst>
                                    <p:cond delay="150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4" nodeType="withEffect">
                                  <p:stCondLst>
                                    <p:cond delay="145748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5" nodeType="withEffect">
                                  <p:stCondLst>
                                    <p:cond delay="150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4" nodeType="withEffect">
                                  <p:stCondLst>
                                    <p:cond delay="145748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5" nodeType="withEffect">
                                  <p:stCondLst>
                                    <p:cond delay="15066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6" nodeType="withEffect">
                                  <p:stCondLst>
                                    <p:cond delay="150664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7" nodeType="withEffect">
                                  <p:stCondLst>
                                    <p:cond delay="1563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6" nodeType="withEffect">
                                  <p:stCondLst>
                                    <p:cond delay="150664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7" nodeType="withEffect">
                                  <p:stCondLst>
                                    <p:cond delay="1563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6" nodeType="withEffect">
                                  <p:stCondLst>
                                    <p:cond delay="150664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7" nodeType="withEffect">
                                  <p:stCondLst>
                                    <p:cond delay="1563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6" nodeType="withEffect">
                                  <p:stCondLst>
                                    <p:cond delay="150664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7" nodeType="withEffect">
                                  <p:stCondLst>
                                    <p:cond delay="15634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6" nodeType="withEffect">
                                  <p:stCondLst>
                                    <p:cond delay="156347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7" nodeType="withEffect">
                                  <p:stCondLst>
                                    <p:cond delay="164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6" nodeType="withEffect">
                                  <p:stCondLst>
                                    <p:cond delay="156347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7" nodeType="withEffect">
                                  <p:stCondLst>
                                    <p:cond delay="164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6" nodeType="withEffect">
                                  <p:stCondLst>
                                    <p:cond delay="156347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7" nodeType="withEffect">
                                  <p:stCondLst>
                                    <p:cond delay="164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6" nodeType="withEffect">
                                  <p:stCondLst>
                                    <p:cond delay="156347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7" nodeType="withEffect">
                                  <p:stCondLst>
                                    <p:cond delay="16458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6" nodeType="withEffect">
                                  <p:stCondLst>
                                    <p:cond delay="164581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7" nodeType="withEffect">
                                  <p:stCondLst>
                                    <p:cond delay="1694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6" nodeType="withEffect">
                                  <p:stCondLst>
                                    <p:cond delay="164581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7" nodeType="withEffect">
                                  <p:stCondLst>
                                    <p:cond delay="1694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6" nodeType="withEffect">
                                  <p:stCondLst>
                                    <p:cond delay="164581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7" nodeType="withEffect">
                                  <p:stCondLst>
                                    <p:cond delay="1694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6" nodeType="withEffect">
                                  <p:stCondLst>
                                    <p:cond delay="164581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7" nodeType="withEffect">
                                  <p:stCondLst>
                                    <p:cond delay="16949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8" nodeType="withEffect">
                                  <p:stCondLst>
                                    <p:cond delay="169497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9" nodeType="withEffect">
                                  <p:stCondLst>
                                    <p:cond delay="175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8" nodeType="withEffect">
                                  <p:stCondLst>
                                    <p:cond delay="169497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9" nodeType="withEffect">
                                  <p:stCondLst>
                                    <p:cond delay="175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8" nodeType="withEffect">
                                  <p:stCondLst>
                                    <p:cond delay="169497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9" nodeType="withEffect">
                                  <p:stCondLst>
                                    <p:cond delay="175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8" nodeType="withEffect">
                                  <p:stCondLst>
                                    <p:cond delay="169497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9" nodeType="withEffect">
                                  <p:stCondLst>
                                    <p:cond delay="1751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8" nodeType="withEffect">
                                  <p:stCondLst>
                                    <p:cond delay="17518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9" nodeType="withEffect">
                                  <p:stCondLst>
                                    <p:cond delay="1834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8" nodeType="withEffect">
                                  <p:stCondLst>
                                    <p:cond delay="17518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9" nodeType="withEffect">
                                  <p:stCondLst>
                                    <p:cond delay="1834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8" nodeType="withEffect">
                                  <p:stCondLst>
                                    <p:cond delay="17518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9" nodeType="withEffect">
                                  <p:stCondLst>
                                    <p:cond delay="1834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8" nodeType="withEffect">
                                  <p:stCondLst>
                                    <p:cond delay="17518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9" nodeType="withEffect">
                                  <p:stCondLst>
                                    <p:cond delay="18341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8" nodeType="withEffect">
                                  <p:stCondLst>
                                    <p:cond delay="183414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ntr" presetSubtype="0" fill="hold" grpId="18" nodeType="withEffect">
                                  <p:stCondLst>
                                    <p:cond delay="183414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8" nodeType="withEffect">
                                  <p:stCondLst>
                                    <p:cond delay="183414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ntr" presetSubtype="0" fill="hold" grpId="18" nodeType="withEffect">
                                  <p:stCondLst>
                                    <p:cond delay="183414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4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60" repeatCount="indefinite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3744-E797-BCB4-57E9-1BC23F97F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C5C7283F-EACB-DEEC-2ACA-6DF6088B4F78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50" dirty="0">
                <a:latin typeface="+mn-ea"/>
              </a:rPr>
              <a:t>AI</a:t>
            </a:r>
            <a:r>
              <a:rPr lang="en-US" altLang="zh-TW" b="1" spc="150" dirty="0">
                <a:latin typeface="+mn-ea"/>
              </a:rPr>
              <a:t> </a:t>
            </a:r>
            <a:r>
              <a:rPr lang="ja-JP" altLang="en-US" sz="3600" b="1" spc="150" dirty="0">
                <a:latin typeface="+mn-ea"/>
              </a:rPr>
              <a:t>爭議分析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7CFFAED-07EA-101D-1145-3B0E4CE9A815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AI DISPUTE ANALYSIS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FDFB89A-3742-CFBA-296A-30AA0B58C67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F69DEA1E-AAEF-A9A1-7D09-7DAF8ED489E9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cxnSp>
        <p:nvCxnSpPr>
          <p:cNvPr id="3" name="!!分隔線">
            <a:extLst>
              <a:ext uri="{FF2B5EF4-FFF2-40B4-BE49-F238E27FC236}">
                <a16:creationId xmlns:a16="http://schemas.microsoft.com/office/drawing/2014/main" id="{E81081A8-EACC-06AA-0450-91515796A4C6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4" name="步驟編號底 8">
            <a:extLst>
              <a:ext uri="{FF2B5EF4-FFF2-40B4-BE49-F238E27FC236}">
                <a16:creationId xmlns:a16="http://schemas.microsoft.com/office/drawing/2014/main" id="{3E58A95C-B960-D8CE-916B-E269BA6DA19C}"/>
              </a:ext>
            </a:extLst>
          </p:cNvPr>
          <p:cNvSpPr/>
          <p:nvPr/>
        </p:nvSpPr>
        <p:spPr>
          <a:xfrm>
            <a:off x="1018528" y="229836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5" name="文字 9">
            <a:extLst>
              <a:ext uri="{FF2B5EF4-FFF2-40B4-BE49-F238E27FC236}">
                <a16:creationId xmlns:a16="http://schemas.microsoft.com/office/drawing/2014/main" id="{E98A6B56-55F7-65EA-DFFD-0373AC73257A}"/>
              </a:ext>
            </a:extLst>
          </p:cNvPr>
          <p:cNvSpPr txBox="1"/>
          <p:nvPr/>
        </p:nvSpPr>
        <p:spPr>
          <a:xfrm>
            <a:off x="1603744" y="222890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買家申請爭議</a:t>
            </a:r>
            <a:endParaRPr lang="zh-TW" altLang="en-US" sz="2000" spc="50" dirty="0"/>
          </a:p>
        </p:txBody>
      </p:sp>
      <p:sp>
        <p:nvSpPr>
          <p:cNvPr id="8" name="文字 10">
            <a:extLst>
              <a:ext uri="{FF2B5EF4-FFF2-40B4-BE49-F238E27FC236}">
                <a16:creationId xmlns:a16="http://schemas.microsoft.com/office/drawing/2014/main" id="{7226CE13-F646-25E1-5F2E-9D016416528C}"/>
              </a:ext>
            </a:extLst>
          </p:cNvPr>
          <p:cNvSpPr txBox="1"/>
          <p:nvPr/>
        </p:nvSpPr>
        <p:spPr>
          <a:xfrm>
            <a:off x="1603744" y="255808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取書後 24 小時內提出並附照片，暫停撥款</a:t>
            </a:r>
            <a:endParaRPr lang="zh-TW" altLang="en-US" sz="1600" spc="50" dirty="0"/>
          </a:p>
        </p:txBody>
      </p:sp>
      <p:sp>
        <p:nvSpPr>
          <p:cNvPr id="10" name="步驟亮起底 11">
            <a:extLst>
              <a:ext uri="{FF2B5EF4-FFF2-40B4-BE49-F238E27FC236}">
                <a16:creationId xmlns:a16="http://schemas.microsoft.com/office/drawing/2014/main" id="{BE9D40A4-E69F-4064-1B69-95AF912A5A0B}"/>
              </a:ext>
            </a:extLst>
          </p:cNvPr>
          <p:cNvSpPr/>
          <p:nvPr/>
        </p:nvSpPr>
        <p:spPr>
          <a:xfrm>
            <a:off x="758952" y="2137460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1" name="步驟編號 12">
            <a:extLst>
              <a:ext uri="{FF2B5EF4-FFF2-40B4-BE49-F238E27FC236}">
                <a16:creationId xmlns:a16="http://schemas.microsoft.com/office/drawing/2014/main" id="{0853CDB3-8A50-499D-3178-2B891E0AF974}"/>
              </a:ext>
            </a:extLst>
          </p:cNvPr>
          <p:cNvSpPr/>
          <p:nvPr/>
        </p:nvSpPr>
        <p:spPr>
          <a:xfrm>
            <a:off x="1018528" y="229836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2" name="文字 13">
            <a:extLst>
              <a:ext uri="{FF2B5EF4-FFF2-40B4-BE49-F238E27FC236}">
                <a16:creationId xmlns:a16="http://schemas.microsoft.com/office/drawing/2014/main" id="{ADE3B2C7-C770-336E-D121-AF5986685A57}"/>
              </a:ext>
            </a:extLst>
          </p:cNvPr>
          <p:cNvSpPr txBox="1"/>
          <p:nvPr/>
        </p:nvSpPr>
        <p:spPr>
          <a:xfrm>
            <a:off x="1603744" y="222890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買家申請爭議</a:t>
            </a:r>
            <a:endParaRPr lang="zh-TW" altLang="en-US" sz="2000" spc="50" dirty="0"/>
          </a:p>
        </p:txBody>
      </p:sp>
      <p:sp>
        <p:nvSpPr>
          <p:cNvPr id="13" name="文字 14">
            <a:extLst>
              <a:ext uri="{FF2B5EF4-FFF2-40B4-BE49-F238E27FC236}">
                <a16:creationId xmlns:a16="http://schemas.microsoft.com/office/drawing/2014/main" id="{7149A23F-9D9B-8FD0-1740-B617B607F848}"/>
              </a:ext>
            </a:extLst>
          </p:cNvPr>
          <p:cNvSpPr txBox="1"/>
          <p:nvPr/>
        </p:nvSpPr>
        <p:spPr>
          <a:xfrm>
            <a:off x="1603744" y="255808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取書後 24 小時內提出並附照片，暫停撥款</a:t>
            </a:r>
            <a:endParaRPr lang="zh-TW" altLang="en-US" sz="1600" spc="50" dirty="0"/>
          </a:p>
        </p:txBody>
      </p:sp>
      <p:sp>
        <p:nvSpPr>
          <p:cNvPr id="14" name="步驟編號底 15">
            <a:extLst>
              <a:ext uri="{FF2B5EF4-FFF2-40B4-BE49-F238E27FC236}">
                <a16:creationId xmlns:a16="http://schemas.microsoft.com/office/drawing/2014/main" id="{E8B88E92-DA0E-D278-7F37-A476285E43D1}"/>
              </a:ext>
            </a:extLst>
          </p:cNvPr>
          <p:cNvSpPr/>
          <p:nvPr/>
        </p:nvSpPr>
        <p:spPr>
          <a:xfrm>
            <a:off x="1018528" y="324561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5" name="文字 16">
            <a:extLst>
              <a:ext uri="{FF2B5EF4-FFF2-40B4-BE49-F238E27FC236}">
                <a16:creationId xmlns:a16="http://schemas.microsoft.com/office/drawing/2014/main" id="{9CA9714E-0D3B-0C60-B38C-FDCD332FBA2B}"/>
              </a:ext>
            </a:extLst>
          </p:cNvPr>
          <p:cNvSpPr txBox="1"/>
          <p:nvPr/>
        </p:nvSpPr>
        <p:spPr>
          <a:xfrm>
            <a:off x="1603744" y="31761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AI 比對照片與說明</a:t>
            </a:r>
            <a:endParaRPr lang="zh-TW" altLang="en-US" sz="2000" spc="50" dirty="0"/>
          </a:p>
        </p:txBody>
      </p:sp>
      <p:sp>
        <p:nvSpPr>
          <p:cNvPr id="16" name="文字 17">
            <a:extLst>
              <a:ext uri="{FF2B5EF4-FFF2-40B4-BE49-F238E27FC236}">
                <a16:creationId xmlns:a16="http://schemas.microsoft.com/office/drawing/2014/main" id="{C6E09908-5E2C-29F4-5105-E01228F0A8D7}"/>
              </a:ext>
            </a:extLst>
          </p:cNvPr>
          <p:cNvSpPr txBox="1"/>
          <p:nvPr/>
        </p:nvSpPr>
        <p:spPr>
          <a:xfrm>
            <a:off x="1603744" y="35053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上架照片、書況標示與佐證照片</a:t>
            </a:r>
            <a:endParaRPr lang="zh-TW" altLang="en-US" sz="1600" spc="50" dirty="0"/>
          </a:p>
        </p:txBody>
      </p:sp>
      <p:sp>
        <p:nvSpPr>
          <p:cNvPr id="17" name="步驟亮起底 18">
            <a:extLst>
              <a:ext uri="{FF2B5EF4-FFF2-40B4-BE49-F238E27FC236}">
                <a16:creationId xmlns:a16="http://schemas.microsoft.com/office/drawing/2014/main" id="{5E412652-C547-B79D-A835-6110332B6E78}"/>
              </a:ext>
            </a:extLst>
          </p:cNvPr>
          <p:cNvSpPr/>
          <p:nvPr/>
        </p:nvSpPr>
        <p:spPr>
          <a:xfrm>
            <a:off x="758952" y="308470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8" name="步驟編號 19">
            <a:extLst>
              <a:ext uri="{FF2B5EF4-FFF2-40B4-BE49-F238E27FC236}">
                <a16:creationId xmlns:a16="http://schemas.microsoft.com/office/drawing/2014/main" id="{CAB72F75-19DD-5156-2957-08E3AC163DFF}"/>
              </a:ext>
            </a:extLst>
          </p:cNvPr>
          <p:cNvSpPr/>
          <p:nvPr/>
        </p:nvSpPr>
        <p:spPr>
          <a:xfrm>
            <a:off x="1018528" y="324561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9" name="文字 20">
            <a:extLst>
              <a:ext uri="{FF2B5EF4-FFF2-40B4-BE49-F238E27FC236}">
                <a16:creationId xmlns:a16="http://schemas.microsoft.com/office/drawing/2014/main" id="{8FFDF2FF-FFCF-6D9D-FE45-4E592E2C9904}"/>
              </a:ext>
            </a:extLst>
          </p:cNvPr>
          <p:cNvSpPr txBox="1"/>
          <p:nvPr/>
        </p:nvSpPr>
        <p:spPr>
          <a:xfrm>
            <a:off x="1603744" y="317614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AI 比對照片與說明</a:t>
            </a:r>
            <a:endParaRPr lang="zh-TW" altLang="en-US" sz="2000" spc="50" dirty="0"/>
          </a:p>
        </p:txBody>
      </p:sp>
      <p:sp>
        <p:nvSpPr>
          <p:cNvPr id="20" name="文字 21">
            <a:extLst>
              <a:ext uri="{FF2B5EF4-FFF2-40B4-BE49-F238E27FC236}">
                <a16:creationId xmlns:a16="http://schemas.microsoft.com/office/drawing/2014/main" id="{62008754-FE09-3920-9A8A-8744DECD1E1A}"/>
              </a:ext>
            </a:extLst>
          </p:cNvPr>
          <p:cNvSpPr txBox="1"/>
          <p:nvPr/>
        </p:nvSpPr>
        <p:spPr>
          <a:xfrm>
            <a:off x="1603744" y="350533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上架照片、書況標示與佐證照片</a:t>
            </a:r>
            <a:endParaRPr lang="zh-TW" altLang="en-US" sz="1600" spc="50" dirty="0"/>
          </a:p>
        </p:txBody>
      </p:sp>
      <p:sp>
        <p:nvSpPr>
          <p:cNvPr id="21" name="步驟編號底 22">
            <a:extLst>
              <a:ext uri="{FF2B5EF4-FFF2-40B4-BE49-F238E27FC236}">
                <a16:creationId xmlns:a16="http://schemas.microsoft.com/office/drawing/2014/main" id="{09934032-5462-FC51-93FC-B0F39A87138F}"/>
              </a:ext>
            </a:extLst>
          </p:cNvPr>
          <p:cNvSpPr/>
          <p:nvPr/>
        </p:nvSpPr>
        <p:spPr>
          <a:xfrm>
            <a:off x="1018528" y="4209396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2" name="文字 23">
            <a:extLst>
              <a:ext uri="{FF2B5EF4-FFF2-40B4-BE49-F238E27FC236}">
                <a16:creationId xmlns:a16="http://schemas.microsoft.com/office/drawing/2014/main" id="{B1474925-6F8C-D0AC-98B2-F5C43BB06BDF}"/>
              </a:ext>
            </a:extLst>
          </p:cNvPr>
          <p:cNvSpPr txBox="1"/>
          <p:nvPr/>
        </p:nvSpPr>
        <p:spPr>
          <a:xfrm>
            <a:off x="1603744" y="413993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整理爭點與建議</a:t>
            </a:r>
            <a:endParaRPr lang="zh-TW" altLang="en-US" sz="2000" spc="50" dirty="0"/>
          </a:p>
        </p:txBody>
      </p:sp>
      <p:sp>
        <p:nvSpPr>
          <p:cNvPr id="23" name="文字 24">
            <a:extLst>
              <a:ext uri="{FF2B5EF4-FFF2-40B4-BE49-F238E27FC236}">
                <a16:creationId xmlns:a16="http://schemas.microsoft.com/office/drawing/2014/main" id="{B80C8711-86D5-9F52-87B2-DBFE7EB74521}"/>
              </a:ext>
            </a:extLst>
          </p:cNvPr>
          <p:cNvSpPr txBox="1"/>
          <p:nvPr/>
        </p:nvSpPr>
        <p:spPr>
          <a:xfrm>
            <a:off x="1603744" y="446911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逐點標示有利買家或賣家；本例建議協調處理</a:t>
            </a:r>
            <a:endParaRPr lang="zh-TW" altLang="en-US" sz="1600" spc="50" dirty="0"/>
          </a:p>
        </p:txBody>
      </p:sp>
      <p:sp>
        <p:nvSpPr>
          <p:cNvPr id="24" name="步驟亮起底 25">
            <a:extLst>
              <a:ext uri="{FF2B5EF4-FFF2-40B4-BE49-F238E27FC236}">
                <a16:creationId xmlns:a16="http://schemas.microsoft.com/office/drawing/2014/main" id="{2AA20B60-3FE0-D033-BA0C-56EF1EDA9356}"/>
              </a:ext>
            </a:extLst>
          </p:cNvPr>
          <p:cNvSpPr/>
          <p:nvPr/>
        </p:nvSpPr>
        <p:spPr>
          <a:xfrm>
            <a:off x="758952" y="4048490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5" name="步驟編號 26">
            <a:extLst>
              <a:ext uri="{FF2B5EF4-FFF2-40B4-BE49-F238E27FC236}">
                <a16:creationId xmlns:a16="http://schemas.microsoft.com/office/drawing/2014/main" id="{AC7EBA05-421A-ABB4-61A6-F66CE731BFBB}"/>
              </a:ext>
            </a:extLst>
          </p:cNvPr>
          <p:cNvSpPr/>
          <p:nvPr/>
        </p:nvSpPr>
        <p:spPr>
          <a:xfrm>
            <a:off x="1018528" y="4209396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6" name="文字 27">
            <a:extLst>
              <a:ext uri="{FF2B5EF4-FFF2-40B4-BE49-F238E27FC236}">
                <a16:creationId xmlns:a16="http://schemas.microsoft.com/office/drawing/2014/main" id="{881EFC90-8370-E649-6E4F-3F3E889DCF2C}"/>
              </a:ext>
            </a:extLst>
          </p:cNvPr>
          <p:cNvSpPr txBox="1"/>
          <p:nvPr/>
        </p:nvSpPr>
        <p:spPr>
          <a:xfrm>
            <a:off x="1603744" y="413993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整理爭點與建議</a:t>
            </a:r>
            <a:endParaRPr lang="zh-TW" altLang="en-US" sz="2000" spc="50" dirty="0"/>
          </a:p>
        </p:txBody>
      </p:sp>
      <p:sp>
        <p:nvSpPr>
          <p:cNvPr id="27" name="文字 28">
            <a:extLst>
              <a:ext uri="{FF2B5EF4-FFF2-40B4-BE49-F238E27FC236}">
                <a16:creationId xmlns:a16="http://schemas.microsoft.com/office/drawing/2014/main" id="{A5C4738A-5F91-090B-7453-93A01B8F76A3}"/>
              </a:ext>
            </a:extLst>
          </p:cNvPr>
          <p:cNvSpPr txBox="1"/>
          <p:nvPr/>
        </p:nvSpPr>
        <p:spPr>
          <a:xfrm>
            <a:off x="1603744" y="4469114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逐點標示有利買家或賣家；本例建議協調處理</a:t>
            </a:r>
            <a:endParaRPr lang="zh-TW" altLang="en-US" sz="1600" spc="50" dirty="0"/>
          </a:p>
        </p:txBody>
      </p:sp>
      <p:sp>
        <p:nvSpPr>
          <p:cNvPr id="28" name="步驟編號底 29">
            <a:extLst>
              <a:ext uri="{FF2B5EF4-FFF2-40B4-BE49-F238E27FC236}">
                <a16:creationId xmlns:a16="http://schemas.microsoft.com/office/drawing/2014/main" id="{2C7553A0-AB58-3AEF-B8F9-1E1BC41E3F8E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29" name="文字 30">
            <a:extLst>
              <a:ext uri="{FF2B5EF4-FFF2-40B4-BE49-F238E27FC236}">
                <a16:creationId xmlns:a16="http://schemas.microsoft.com/office/drawing/2014/main" id="{69D59B10-BF48-9FF3-D4C5-783FB7AF6FF1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管理員裁決</a:t>
            </a:r>
            <a:endParaRPr lang="zh-TW" altLang="en-US" sz="2000" spc="50" dirty="0"/>
          </a:p>
        </p:txBody>
      </p:sp>
      <p:sp>
        <p:nvSpPr>
          <p:cNvPr id="30" name="文字 31">
            <a:extLst>
              <a:ext uri="{FF2B5EF4-FFF2-40B4-BE49-F238E27FC236}">
                <a16:creationId xmlns:a16="http://schemas.microsoft.com/office/drawing/2014/main" id="{B98C6734-F6A8-93B4-59B9-EDD536A3E87E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本例選擇協調結案，AI 不直接判決</a:t>
            </a:r>
            <a:endParaRPr lang="zh-TW" altLang="en-US" sz="1600" spc="50" dirty="0"/>
          </a:p>
        </p:txBody>
      </p:sp>
      <p:sp>
        <p:nvSpPr>
          <p:cNvPr id="31" name="步驟亮起底 32">
            <a:extLst>
              <a:ext uri="{FF2B5EF4-FFF2-40B4-BE49-F238E27FC236}">
                <a16:creationId xmlns:a16="http://schemas.microsoft.com/office/drawing/2014/main" id="{E9F95C2C-8266-4C73-DCD3-1BF8E5CAD8A3}"/>
              </a:ext>
            </a:extLst>
          </p:cNvPr>
          <p:cNvSpPr/>
          <p:nvPr/>
        </p:nvSpPr>
        <p:spPr>
          <a:xfrm>
            <a:off x="758952" y="5001768"/>
            <a:ext cx="6480000" cy="777240"/>
          </a:xfrm>
          <a:prstGeom prst="roundRect">
            <a:avLst>
              <a:gd name="adj" fmla="val 16470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2" name="步驟編號 33">
            <a:extLst>
              <a:ext uri="{FF2B5EF4-FFF2-40B4-BE49-F238E27FC236}">
                <a16:creationId xmlns:a16="http://schemas.microsoft.com/office/drawing/2014/main" id="{0F2AF76E-D13D-AC15-D9ED-ABE976D4B8D3}"/>
              </a:ext>
            </a:extLst>
          </p:cNvPr>
          <p:cNvSpPr/>
          <p:nvPr/>
        </p:nvSpPr>
        <p:spPr>
          <a:xfrm>
            <a:off x="1018528" y="5162674"/>
            <a:ext cx="420624" cy="420624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3" name="文字 34">
            <a:extLst>
              <a:ext uri="{FF2B5EF4-FFF2-40B4-BE49-F238E27FC236}">
                <a16:creationId xmlns:a16="http://schemas.microsoft.com/office/drawing/2014/main" id="{DDA64C6D-E4ED-34F7-B03E-2DD7E1DEB085}"/>
              </a:ext>
            </a:extLst>
          </p:cNvPr>
          <p:cNvSpPr txBox="1"/>
          <p:nvPr/>
        </p:nvSpPr>
        <p:spPr>
          <a:xfrm>
            <a:off x="1603744" y="5093208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管理員裁決</a:t>
            </a:r>
            <a:endParaRPr lang="zh-TW" altLang="en-US" sz="2000" spc="50" dirty="0"/>
          </a:p>
        </p:txBody>
      </p:sp>
      <p:sp>
        <p:nvSpPr>
          <p:cNvPr id="34" name="文字 35">
            <a:extLst>
              <a:ext uri="{FF2B5EF4-FFF2-40B4-BE49-F238E27FC236}">
                <a16:creationId xmlns:a16="http://schemas.microsoft.com/office/drawing/2014/main" id="{4CBB560E-7858-A632-2A9F-205D48E03591}"/>
              </a:ext>
            </a:extLst>
          </p:cNvPr>
          <p:cNvSpPr txBox="1"/>
          <p:nvPr/>
        </p:nvSpPr>
        <p:spPr>
          <a:xfrm>
            <a:off x="1603744" y="5422392"/>
            <a:ext cx="6181344" cy="4846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本例選擇協調結案，AI 不直接判決</a:t>
            </a:r>
            <a:endParaRPr lang="zh-TW" altLang="en-US" sz="1600" spc="50" dirty="0"/>
          </a:p>
        </p:txBody>
      </p:sp>
      <p:pic>
        <p:nvPicPr>
          <p:cNvPr id="35" name="!!手機">
            <a:hlinkClick r:id="" action="ppaction://media"/>
            <a:extLst>
              <a:ext uri="{FF2B5EF4-FFF2-40B4-BE49-F238E27FC236}">
                <a16:creationId xmlns:a16="http://schemas.microsoft.com/office/drawing/2014/main" id="{1AD1CB80-6F00-666E-0779-C6E7C39FDD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63039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211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7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27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7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0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0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0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79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0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2" nodeType="withEffect">
                                  <p:stCondLst>
                                    <p:cond delay="10067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3" nodeType="withEffect">
                                  <p:stCondLst>
                                    <p:cond delay="12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0067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2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0067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2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0067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2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2787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4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2787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4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2787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4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2787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4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4667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8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4667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8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4667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8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4667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8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8017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2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8017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2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8017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2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8017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20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4" nodeType="withEffect">
                                  <p:stCondLst>
                                    <p:cond delay="20134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5" nodeType="withEffect">
                                  <p:stCondLst>
                                    <p:cond delay="228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4" nodeType="withEffect">
                                  <p:stCondLst>
                                    <p:cond delay="20134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5" nodeType="withEffect">
                                  <p:stCondLst>
                                    <p:cond delay="228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0134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28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0134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28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2854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47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2854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47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2854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47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2854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47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4734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28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4734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28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4734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28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4734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28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28084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302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28084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302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28084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302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28084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302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6" nodeType="withEffect">
                                  <p:stCondLst>
                                    <p:cond delay="30201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7" nodeType="withEffect">
                                  <p:stCondLst>
                                    <p:cond delay="32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6" nodeType="withEffect">
                                  <p:stCondLst>
                                    <p:cond delay="30201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7" nodeType="withEffect">
                                  <p:stCondLst>
                                    <p:cond delay="32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6" nodeType="withEffect">
                                  <p:stCondLst>
                                    <p:cond delay="30201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7" nodeType="withEffect">
                                  <p:stCondLst>
                                    <p:cond delay="32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30201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32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32921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348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32921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348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32921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348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32921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348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34801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381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34801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381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34801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381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34801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381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38151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402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38151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402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38151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402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38151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402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8" nodeType="withEffect">
                                  <p:stCondLst>
                                    <p:cond delay="40268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9" nodeType="withEffect">
                                  <p:stCondLst>
                                    <p:cond delay="42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8" nodeType="withEffect">
                                  <p:stCondLst>
                                    <p:cond delay="40268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9" nodeType="withEffect">
                                  <p:stCondLst>
                                    <p:cond delay="42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8" nodeType="withEffect">
                                  <p:stCondLst>
                                    <p:cond delay="40268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9" nodeType="withEffect">
                                  <p:stCondLst>
                                    <p:cond delay="42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8" nodeType="withEffect">
                                  <p:stCondLst>
                                    <p:cond delay="40268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9" nodeType="withEffect">
                                  <p:stCondLst>
                                    <p:cond delay="42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42988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44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42988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44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42988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44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42988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44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44868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482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44868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482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44868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482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44868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482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48218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503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48218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503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48218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503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48218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503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10" nodeType="withEffect">
                                  <p:stCondLst>
                                    <p:cond delay="50335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1" nodeType="withEffect">
                                  <p:stCondLst>
                                    <p:cond delay="530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10" nodeType="withEffect">
                                  <p:stCondLst>
                                    <p:cond delay="50335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11" nodeType="withEffect">
                                  <p:stCondLst>
                                    <p:cond delay="530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10" nodeType="withEffect">
                                  <p:stCondLst>
                                    <p:cond delay="50335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11" nodeType="withEffect">
                                  <p:stCondLst>
                                    <p:cond delay="530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10" nodeType="withEffect">
                                  <p:stCondLst>
                                    <p:cond delay="50335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11" nodeType="withEffect">
                                  <p:stCondLst>
                                    <p:cond delay="530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10" nodeType="withEffect">
                                  <p:stCondLst>
                                    <p:cond delay="53055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11" nodeType="withEffect">
                                  <p:stCondLst>
                                    <p:cond delay="54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53055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54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53055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54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53055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54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54935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58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54935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58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54935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58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54935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58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58285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604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5828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604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58285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604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58285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604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2" nodeType="withEffect">
                                  <p:stCondLst>
                                    <p:cond delay="60402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3" nodeType="withEffect">
                                  <p:stCondLst>
                                    <p:cond delay="631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2" nodeType="withEffect">
                                  <p:stCondLst>
                                    <p:cond delay="60402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3" nodeType="withEffect">
                                  <p:stCondLst>
                                    <p:cond delay="631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2" nodeType="withEffect">
                                  <p:stCondLst>
                                    <p:cond delay="60402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3" nodeType="withEffect">
                                  <p:stCondLst>
                                    <p:cond delay="631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2" nodeType="withEffect">
                                  <p:stCondLst>
                                    <p:cond delay="60402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3" nodeType="withEffect">
                                  <p:stCondLst>
                                    <p:cond delay="631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2" nodeType="withEffect">
                                  <p:stCondLst>
                                    <p:cond delay="63122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3" nodeType="withEffect">
                                  <p:stCondLst>
                                    <p:cond delay="6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2" nodeType="withEffect">
                                  <p:stCondLst>
                                    <p:cond delay="63122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3" nodeType="withEffect">
                                  <p:stCondLst>
                                    <p:cond delay="6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63122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6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63122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6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65002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683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65002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683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65002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683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65002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683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68352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70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68352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70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68352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70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68352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70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4" nodeType="withEffect">
                                  <p:stCondLst>
                                    <p:cond delay="70469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5" nodeType="withEffect">
                                  <p:stCondLst>
                                    <p:cond delay="73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4" nodeType="withEffect">
                                  <p:stCondLst>
                                    <p:cond delay="70469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5" nodeType="withEffect">
                                  <p:stCondLst>
                                    <p:cond delay="73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4" nodeType="withEffect">
                                  <p:stCondLst>
                                    <p:cond delay="7046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5" nodeType="withEffect">
                                  <p:stCondLst>
                                    <p:cond delay="73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4" nodeType="withEffect">
                                  <p:stCondLst>
                                    <p:cond delay="70469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5" nodeType="withEffect">
                                  <p:stCondLst>
                                    <p:cond delay="731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4" nodeType="withEffect">
                                  <p:stCondLst>
                                    <p:cond delay="73189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5" nodeType="withEffect">
                                  <p:stCondLst>
                                    <p:cond delay="750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4" nodeType="withEffect">
                                  <p:stCondLst>
                                    <p:cond delay="73189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5" nodeType="withEffect">
                                  <p:stCondLst>
                                    <p:cond delay="750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4" nodeType="withEffect">
                                  <p:stCondLst>
                                    <p:cond delay="73189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5" nodeType="withEffect">
                                  <p:stCondLst>
                                    <p:cond delay="750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73189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750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75069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78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75069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78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75069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78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75069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78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78419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80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78419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80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78419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80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78419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80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6" nodeType="withEffect">
                                  <p:stCondLst>
                                    <p:cond delay="80536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7" nodeType="withEffect">
                                  <p:stCondLst>
                                    <p:cond delay="8325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6" nodeType="withEffect">
                                  <p:stCondLst>
                                    <p:cond delay="80536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7" nodeType="withEffect">
                                  <p:stCondLst>
                                    <p:cond delay="8325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6" nodeType="withEffect">
                                  <p:stCondLst>
                                    <p:cond delay="80536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7" nodeType="withEffect">
                                  <p:stCondLst>
                                    <p:cond delay="8325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6" nodeType="withEffect">
                                  <p:stCondLst>
                                    <p:cond delay="80536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7" nodeType="withEffect">
                                  <p:stCondLst>
                                    <p:cond delay="8325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6" nodeType="withEffect">
                                  <p:stCondLst>
                                    <p:cond delay="83256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7" nodeType="withEffect">
                                  <p:stCondLst>
                                    <p:cond delay="8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6" nodeType="withEffect">
                                  <p:stCondLst>
                                    <p:cond delay="83256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7" nodeType="withEffect">
                                  <p:stCondLst>
                                    <p:cond delay="8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6" nodeType="withEffect">
                                  <p:stCondLst>
                                    <p:cond delay="83256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7" nodeType="withEffect">
                                  <p:stCondLst>
                                    <p:cond delay="8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6" nodeType="withEffect">
                                  <p:stCondLst>
                                    <p:cond delay="83256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7" nodeType="withEffect">
                                  <p:stCondLst>
                                    <p:cond delay="8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85136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88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85136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88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85136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88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85136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88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88486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906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88486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906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88486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906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88486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906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8" nodeType="withEffect">
                                  <p:stCondLst>
                                    <p:cond delay="90603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9" nodeType="withEffect">
                                  <p:stCondLst>
                                    <p:cond delay="9332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8" nodeType="withEffect">
                                  <p:stCondLst>
                                    <p:cond delay="90603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9" nodeType="withEffect">
                                  <p:stCondLst>
                                    <p:cond delay="9332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8" nodeType="withEffect">
                                  <p:stCondLst>
                                    <p:cond delay="90603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9" nodeType="withEffect">
                                  <p:stCondLst>
                                    <p:cond delay="9332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8" nodeType="withEffect">
                                  <p:stCondLst>
                                    <p:cond delay="90603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9" nodeType="withEffect">
                                  <p:stCondLst>
                                    <p:cond delay="9332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8" nodeType="withEffect">
                                  <p:stCondLst>
                                    <p:cond delay="93323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9" nodeType="withEffect">
                                  <p:stCondLst>
                                    <p:cond delay="952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8" nodeType="withEffect">
                                  <p:stCondLst>
                                    <p:cond delay="93323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9" nodeType="withEffect">
                                  <p:stCondLst>
                                    <p:cond delay="952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8" nodeType="withEffect">
                                  <p:stCondLst>
                                    <p:cond delay="93323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9" nodeType="withEffect">
                                  <p:stCondLst>
                                    <p:cond delay="952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8" nodeType="withEffect">
                                  <p:stCondLst>
                                    <p:cond delay="93323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9" nodeType="withEffect">
                                  <p:stCondLst>
                                    <p:cond delay="952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8" nodeType="withEffect">
                                  <p:stCondLst>
                                    <p:cond delay="95203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9" nodeType="withEffect">
                                  <p:stCondLst>
                                    <p:cond delay="985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95203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985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95203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985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95203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985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98553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xit" presetSubtype="0" fill="hold" grpId="19" nodeType="withEffect">
                                  <p:stCondLst>
                                    <p:cond delay="10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98553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xit" presetSubtype="0" fill="hold" grpId="19" nodeType="withEffect">
                                  <p:stCondLst>
                                    <p:cond delay="10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ntr" presetSubtype="0" fill="hold" grpId="18" nodeType="withEffect">
                                  <p:stCondLst>
                                    <p:cond delay="98553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19" nodeType="withEffect">
                                  <p:stCondLst>
                                    <p:cond delay="10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1" presetID="10" presetClass="entr" presetSubtype="0" fill="hold" grpId="18" nodeType="withEffect">
                                  <p:stCondLst>
                                    <p:cond delay="98553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4" presetID="10" presetClass="exit" presetSubtype="0" fill="hold" grpId="19" nodeType="withEffect">
                                  <p:stCondLst>
                                    <p:cond delay="100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7" presetID="10" presetClass="entr" presetSubtype="0" fill="hold" grpId="20" nodeType="withEffect">
                                  <p:stCondLst>
                                    <p:cond delay="10067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grpId="21" nodeType="withEffect">
                                  <p:stCondLst>
                                    <p:cond delay="1033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ntr" presetSubtype="0" fill="hold" grpId="20" nodeType="withEffect">
                                  <p:stCondLst>
                                    <p:cond delay="10067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presetID="10" presetClass="exit" presetSubtype="0" fill="hold" grpId="21" nodeType="withEffect">
                                  <p:stCondLst>
                                    <p:cond delay="1033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9" presetID="10" presetClass="entr" presetSubtype="0" fill="hold" grpId="20" nodeType="withEffect">
                                  <p:stCondLst>
                                    <p:cond delay="10067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presetID="10" presetClass="exit" presetSubtype="0" fill="hold" grpId="21" nodeType="withEffect">
                                  <p:stCondLst>
                                    <p:cond delay="1033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5" presetID="10" presetClass="entr" presetSubtype="0" fill="hold" grpId="20" nodeType="withEffect">
                                  <p:stCondLst>
                                    <p:cond delay="10067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presetID="10" presetClass="exit" presetSubtype="0" fill="hold" grpId="21" nodeType="withEffect">
                                  <p:stCondLst>
                                    <p:cond delay="1033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1" presetID="10" presetClass="entr" presetSubtype="0" fill="hold" grpId="20" nodeType="withEffect">
                                  <p:stCondLst>
                                    <p:cond delay="10339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presetID="10" presetClass="exit" presetSubtype="0" fill="hold" grpId="21" nodeType="withEffect">
                                  <p:stCondLst>
                                    <p:cond delay="105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7" presetID="10" presetClass="entr" presetSubtype="0" fill="hold" grpId="20" nodeType="withEffect">
                                  <p:stCondLst>
                                    <p:cond delay="10339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0" presetID="10" presetClass="exit" presetSubtype="0" fill="hold" grpId="21" nodeType="withEffect">
                                  <p:stCondLst>
                                    <p:cond delay="105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3" presetID="10" presetClass="entr" presetSubtype="0" fill="hold" grpId="20" nodeType="withEffect">
                                  <p:stCondLst>
                                    <p:cond delay="10339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6" presetID="10" presetClass="exit" presetSubtype="0" fill="hold" grpId="21" nodeType="withEffect">
                                  <p:stCondLst>
                                    <p:cond delay="105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9" presetID="10" presetClass="entr" presetSubtype="0" fill="hold" grpId="20" nodeType="withEffect">
                                  <p:stCondLst>
                                    <p:cond delay="10339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presetID="10" presetClass="exit" presetSubtype="0" fill="hold" grpId="21" nodeType="withEffect">
                                  <p:stCondLst>
                                    <p:cond delay="105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5" presetID="10" presetClass="entr" presetSubtype="0" fill="hold" grpId="20" nodeType="withEffect">
                                  <p:stCondLst>
                                    <p:cond delay="10527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8" presetID="10" presetClass="exit" presetSubtype="0" fill="hold" grpId="21" nodeType="withEffect">
                                  <p:stCondLst>
                                    <p:cond delay="108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1" presetID="10" presetClass="entr" presetSubtype="0" fill="hold" grpId="20" nodeType="withEffect">
                                  <p:stCondLst>
                                    <p:cond delay="10527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presetID="10" presetClass="exit" presetSubtype="0" fill="hold" grpId="21" nodeType="withEffect">
                                  <p:stCondLst>
                                    <p:cond delay="108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7" presetID="10" presetClass="entr" presetSubtype="0" fill="hold" grpId="20" nodeType="withEffect">
                                  <p:stCondLst>
                                    <p:cond delay="10527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presetID="10" presetClass="exit" presetSubtype="0" fill="hold" grpId="21" nodeType="withEffect">
                                  <p:stCondLst>
                                    <p:cond delay="108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3" presetID="10" presetClass="entr" presetSubtype="0" fill="hold" grpId="20" nodeType="withEffect">
                                  <p:stCondLst>
                                    <p:cond delay="10527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6" presetID="10" presetClass="exit" presetSubtype="0" fill="hold" grpId="21" nodeType="withEffect">
                                  <p:stCondLst>
                                    <p:cond delay="1086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9" presetID="10" presetClass="entr" presetSubtype="0" fill="hold" grpId="20" nodeType="withEffect">
                                  <p:stCondLst>
                                    <p:cond delay="10862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presetID="10" presetClass="exit" presetSubtype="0" fill="hold" grpId="21" nodeType="withEffect">
                                  <p:stCondLst>
                                    <p:cond delay="110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5" presetID="10" presetClass="entr" presetSubtype="0" fill="hold" grpId="20" nodeType="withEffect">
                                  <p:stCondLst>
                                    <p:cond delay="10862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presetID="10" presetClass="exit" presetSubtype="0" fill="hold" grpId="21" nodeType="withEffect">
                                  <p:stCondLst>
                                    <p:cond delay="110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1" presetID="10" presetClass="entr" presetSubtype="0" fill="hold" grpId="20" nodeType="withEffect">
                                  <p:stCondLst>
                                    <p:cond delay="10862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presetID="10" presetClass="exit" presetSubtype="0" fill="hold" grpId="21" nodeType="withEffect">
                                  <p:stCondLst>
                                    <p:cond delay="110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7" presetID="10" presetClass="entr" presetSubtype="0" fill="hold" grpId="20" nodeType="withEffect">
                                  <p:stCondLst>
                                    <p:cond delay="10862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0" presetID="10" presetClass="exit" presetSubtype="0" fill="hold" grpId="21" nodeType="withEffect">
                                  <p:stCondLst>
                                    <p:cond delay="110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3" presetID="10" presetClass="entr" presetSubtype="0" fill="hold" grpId="22" nodeType="withEffect">
                                  <p:stCondLst>
                                    <p:cond delay="110737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6" presetID="10" presetClass="exit" presetSubtype="0" fill="hold" grpId="23" nodeType="withEffect">
                                  <p:stCondLst>
                                    <p:cond delay="11345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9" presetID="10" presetClass="entr" presetSubtype="0" fill="hold" grpId="22" nodeType="withEffect">
                                  <p:stCondLst>
                                    <p:cond delay="110737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presetID="10" presetClass="exit" presetSubtype="0" fill="hold" grpId="23" nodeType="withEffect">
                                  <p:stCondLst>
                                    <p:cond delay="11345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0" presetClass="entr" presetSubtype="0" fill="hold" grpId="22" nodeType="withEffect">
                                  <p:stCondLst>
                                    <p:cond delay="110737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8" presetID="10" presetClass="exit" presetSubtype="0" fill="hold" grpId="23" nodeType="withEffect">
                                  <p:stCondLst>
                                    <p:cond delay="11345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1" presetID="10" presetClass="entr" presetSubtype="0" fill="hold" grpId="22" nodeType="withEffect">
                                  <p:stCondLst>
                                    <p:cond delay="110737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grpId="23" nodeType="withEffect">
                                  <p:stCondLst>
                                    <p:cond delay="11345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ntr" presetSubtype="0" fill="hold" grpId="22" nodeType="withEffect">
                                  <p:stCondLst>
                                    <p:cond delay="113457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0" presetID="10" presetClass="exit" presetSubtype="0" fill="hold" grpId="23" nodeType="withEffect">
                                  <p:stCondLst>
                                    <p:cond delay="115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3" presetID="10" presetClass="entr" presetSubtype="0" fill="hold" grpId="22" nodeType="withEffect">
                                  <p:stCondLst>
                                    <p:cond delay="113457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6" presetID="10" presetClass="exit" presetSubtype="0" fill="hold" grpId="23" nodeType="withEffect">
                                  <p:stCondLst>
                                    <p:cond delay="115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ntr" presetSubtype="0" fill="hold" grpId="22" nodeType="withEffect">
                                  <p:stCondLst>
                                    <p:cond delay="113457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grpId="23" nodeType="withEffect">
                                  <p:stCondLst>
                                    <p:cond delay="115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5" presetID="10" presetClass="entr" presetSubtype="0" fill="hold" grpId="22" nodeType="withEffect">
                                  <p:stCondLst>
                                    <p:cond delay="113457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8" presetID="10" presetClass="exit" presetSubtype="0" fill="hold" grpId="23" nodeType="withEffect">
                                  <p:stCondLst>
                                    <p:cond delay="115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1" presetID="10" presetClass="entr" presetSubtype="0" fill="hold" grpId="22" nodeType="withEffect">
                                  <p:stCondLst>
                                    <p:cond delay="115337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4" presetID="10" presetClass="exit" presetSubtype="0" fill="hold" grpId="23" nodeType="withEffect">
                                  <p:stCondLst>
                                    <p:cond delay="1186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7" presetID="10" presetClass="entr" presetSubtype="0" fill="hold" grpId="22" nodeType="withEffect">
                                  <p:stCondLst>
                                    <p:cond delay="115337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0" presetID="10" presetClass="exit" presetSubtype="0" fill="hold" grpId="23" nodeType="withEffect">
                                  <p:stCondLst>
                                    <p:cond delay="1186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3" presetID="10" presetClass="entr" presetSubtype="0" fill="hold" grpId="22" nodeType="withEffect">
                                  <p:stCondLst>
                                    <p:cond delay="115337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6" presetID="10" presetClass="exit" presetSubtype="0" fill="hold" grpId="23" nodeType="withEffect">
                                  <p:stCondLst>
                                    <p:cond delay="1186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9" presetID="10" presetClass="entr" presetSubtype="0" fill="hold" grpId="22" nodeType="withEffect">
                                  <p:stCondLst>
                                    <p:cond delay="115337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2" presetID="10" presetClass="exit" presetSubtype="0" fill="hold" grpId="23" nodeType="withEffect">
                                  <p:stCondLst>
                                    <p:cond delay="1186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5" presetID="10" presetClass="entr" presetSubtype="0" fill="hold" grpId="22" nodeType="withEffect">
                                  <p:stCondLst>
                                    <p:cond delay="118687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8" presetID="10" presetClass="exit" presetSubtype="0" fill="hold" grpId="23" nodeType="withEffect">
                                  <p:stCondLst>
                                    <p:cond delay="120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1" presetID="10" presetClass="entr" presetSubtype="0" fill="hold" grpId="22" nodeType="withEffect">
                                  <p:stCondLst>
                                    <p:cond delay="118687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4" presetID="10" presetClass="exit" presetSubtype="0" fill="hold" grpId="23" nodeType="withEffect">
                                  <p:stCondLst>
                                    <p:cond delay="120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7" presetID="10" presetClass="entr" presetSubtype="0" fill="hold" grpId="22" nodeType="withEffect">
                                  <p:stCondLst>
                                    <p:cond delay="118687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0" presetID="10" presetClass="exit" presetSubtype="0" fill="hold" grpId="23" nodeType="withEffect">
                                  <p:stCondLst>
                                    <p:cond delay="120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3" presetID="10" presetClass="entr" presetSubtype="0" fill="hold" grpId="22" nodeType="withEffect">
                                  <p:stCondLst>
                                    <p:cond delay="118687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6" presetID="10" presetClass="exit" presetSubtype="0" fill="hold" grpId="23" nodeType="withEffect">
                                  <p:stCondLst>
                                    <p:cond delay="120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9" presetID="10" presetClass="entr" presetSubtype="0" fill="hold" grpId="24" nodeType="withEffect">
                                  <p:stCondLst>
                                    <p:cond delay="120804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2" presetID="10" presetClass="exit" presetSubtype="0" fill="hold" grpId="25" nodeType="withEffect">
                                  <p:stCondLst>
                                    <p:cond delay="12352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5" presetID="10" presetClass="entr" presetSubtype="0" fill="hold" grpId="24" nodeType="withEffect">
                                  <p:stCondLst>
                                    <p:cond delay="120804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8" presetID="10" presetClass="exit" presetSubtype="0" fill="hold" grpId="25" nodeType="withEffect">
                                  <p:stCondLst>
                                    <p:cond delay="12352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1" presetID="10" presetClass="entr" presetSubtype="0" fill="hold" grpId="24" nodeType="withEffect">
                                  <p:stCondLst>
                                    <p:cond delay="120804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4" presetID="10" presetClass="exit" presetSubtype="0" fill="hold" grpId="25" nodeType="withEffect">
                                  <p:stCondLst>
                                    <p:cond delay="12352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7" presetID="10" presetClass="entr" presetSubtype="0" fill="hold" grpId="24" nodeType="withEffect">
                                  <p:stCondLst>
                                    <p:cond delay="120804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0" presetID="10" presetClass="exit" presetSubtype="0" fill="hold" grpId="25" nodeType="withEffect">
                                  <p:stCondLst>
                                    <p:cond delay="12352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3" presetID="10" presetClass="entr" presetSubtype="0" fill="hold" grpId="24" nodeType="withEffect">
                                  <p:stCondLst>
                                    <p:cond delay="123524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6" presetID="10" presetClass="exit" presetSubtype="0" fill="hold" grpId="25" nodeType="withEffect">
                                  <p:stCondLst>
                                    <p:cond delay="1254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9" presetID="10" presetClass="entr" presetSubtype="0" fill="hold" grpId="24" nodeType="withEffect">
                                  <p:stCondLst>
                                    <p:cond delay="123524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2" presetID="10" presetClass="exit" presetSubtype="0" fill="hold" grpId="25" nodeType="withEffect">
                                  <p:stCondLst>
                                    <p:cond delay="1254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5" presetID="10" presetClass="entr" presetSubtype="0" fill="hold" grpId="24" nodeType="withEffect">
                                  <p:stCondLst>
                                    <p:cond delay="123524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8" presetID="10" presetClass="exit" presetSubtype="0" fill="hold" grpId="25" nodeType="withEffect">
                                  <p:stCondLst>
                                    <p:cond delay="1254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1" presetID="10" presetClass="entr" presetSubtype="0" fill="hold" grpId="24" nodeType="withEffect">
                                  <p:stCondLst>
                                    <p:cond delay="123524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4" presetID="10" presetClass="exit" presetSubtype="0" fill="hold" grpId="25" nodeType="withEffect">
                                  <p:stCondLst>
                                    <p:cond delay="1254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7" presetID="10" presetClass="entr" presetSubtype="0" fill="hold" grpId="24" nodeType="withEffect">
                                  <p:stCondLst>
                                    <p:cond delay="125404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0" presetID="10" presetClass="exit" presetSubtype="0" fill="hold" grpId="25" nodeType="withEffect">
                                  <p:stCondLst>
                                    <p:cond delay="12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3" presetID="10" presetClass="entr" presetSubtype="0" fill="hold" grpId="24" nodeType="withEffect">
                                  <p:stCondLst>
                                    <p:cond delay="125404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6" presetID="10" presetClass="exit" presetSubtype="0" fill="hold" grpId="25" nodeType="withEffect">
                                  <p:stCondLst>
                                    <p:cond delay="12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9" presetID="10" presetClass="entr" presetSubtype="0" fill="hold" grpId="24" nodeType="withEffect">
                                  <p:stCondLst>
                                    <p:cond delay="125404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2" presetID="10" presetClass="exit" presetSubtype="0" fill="hold" grpId="25" nodeType="withEffect">
                                  <p:stCondLst>
                                    <p:cond delay="12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5" presetID="10" presetClass="entr" presetSubtype="0" fill="hold" grpId="24" nodeType="withEffect">
                                  <p:stCondLst>
                                    <p:cond delay="125404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8" presetID="10" presetClass="exit" presetSubtype="0" fill="hold" grpId="25" nodeType="withEffect">
                                  <p:stCondLst>
                                    <p:cond delay="12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1" presetID="10" presetClass="entr" presetSubtype="0" fill="hold" grpId="24" nodeType="withEffect">
                                  <p:stCondLst>
                                    <p:cond delay="128754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4" presetID="10" presetClass="exit" presetSubtype="0" fill="hold" grpId="25" nodeType="withEffect">
                                  <p:stCondLst>
                                    <p:cond delay="130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7" presetID="10" presetClass="entr" presetSubtype="0" fill="hold" grpId="24" nodeType="withEffect">
                                  <p:stCondLst>
                                    <p:cond delay="128754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0" presetID="10" presetClass="exit" presetSubtype="0" fill="hold" grpId="25" nodeType="withEffect">
                                  <p:stCondLst>
                                    <p:cond delay="130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3" presetID="10" presetClass="entr" presetSubtype="0" fill="hold" grpId="24" nodeType="withEffect">
                                  <p:stCondLst>
                                    <p:cond delay="128754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6" presetID="10" presetClass="exit" presetSubtype="0" fill="hold" grpId="25" nodeType="withEffect">
                                  <p:stCondLst>
                                    <p:cond delay="130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9" presetID="10" presetClass="entr" presetSubtype="0" fill="hold" grpId="24" nodeType="withEffect">
                                  <p:stCondLst>
                                    <p:cond delay="128754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2" presetID="10" presetClass="exit" presetSubtype="0" fill="hold" grpId="25" nodeType="withEffect">
                                  <p:stCondLst>
                                    <p:cond delay="130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5" presetID="10" presetClass="entr" presetSubtype="0" fill="hold" grpId="26" nodeType="withEffect">
                                  <p:stCondLst>
                                    <p:cond delay="130871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8" presetID="10" presetClass="exit" presetSubtype="0" fill="hold" grpId="27" nodeType="withEffect">
                                  <p:stCondLst>
                                    <p:cond delay="13359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1" presetID="10" presetClass="entr" presetSubtype="0" fill="hold" grpId="26" nodeType="withEffect">
                                  <p:stCondLst>
                                    <p:cond delay="130871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4" presetID="10" presetClass="exit" presetSubtype="0" fill="hold" grpId="27" nodeType="withEffect">
                                  <p:stCondLst>
                                    <p:cond delay="13359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7" presetID="10" presetClass="entr" presetSubtype="0" fill="hold" grpId="26" nodeType="withEffect">
                                  <p:stCondLst>
                                    <p:cond delay="130871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0" presetID="10" presetClass="exit" presetSubtype="0" fill="hold" grpId="27" nodeType="withEffect">
                                  <p:stCondLst>
                                    <p:cond delay="13359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3" presetID="10" presetClass="entr" presetSubtype="0" fill="hold" grpId="26" nodeType="withEffect">
                                  <p:stCondLst>
                                    <p:cond delay="130871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6" presetID="10" presetClass="exit" presetSubtype="0" fill="hold" grpId="27" nodeType="withEffect">
                                  <p:stCondLst>
                                    <p:cond delay="13359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9" presetID="10" presetClass="entr" presetSubtype="0" fill="hold" grpId="26" nodeType="withEffect">
                                  <p:stCondLst>
                                    <p:cond delay="133591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2" presetID="10" presetClass="exit" presetSubtype="0" fill="hold" grpId="27" nodeType="withEffect">
                                  <p:stCondLst>
                                    <p:cond delay="1354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5" presetID="10" presetClass="entr" presetSubtype="0" fill="hold" grpId="26" nodeType="withEffect">
                                  <p:stCondLst>
                                    <p:cond delay="133591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8" presetID="10" presetClass="exit" presetSubtype="0" fill="hold" grpId="27" nodeType="withEffect">
                                  <p:stCondLst>
                                    <p:cond delay="1354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1" presetID="10" presetClass="entr" presetSubtype="0" fill="hold" grpId="26" nodeType="withEffect">
                                  <p:stCondLst>
                                    <p:cond delay="133591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4" presetID="10" presetClass="exit" presetSubtype="0" fill="hold" grpId="27" nodeType="withEffect">
                                  <p:stCondLst>
                                    <p:cond delay="1354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10" presetClass="entr" presetSubtype="0" fill="hold" grpId="26" nodeType="withEffect">
                                  <p:stCondLst>
                                    <p:cond delay="133591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0" presetID="10" presetClass="exit" presetSubtype="0" fill="hold" grpId="27" nodeType="withEffect">
                                  <p:stCondLst>
                                    <p:cond delay="1354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3" presetID="10" presetClass="entr" presetSubtype="0" fill="hold" grpId="26" nodeType="withEffect">
                                  <p:stCondLst>
                                    <p:cond delay="135471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6" presetID="10" presetClass="exit" presetSubtype="0" fill="hold" grpId="27" nodeType="withEffect">
                                  <p:stCondLst>
                                    <p:cond delay="1388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9" presetID="10" presetClass="entr" presetSubtype="0" fill="hold" grpId="26" nodeType="withEffect">
                                  <p:stCondLst>
                                    <p:cond delay="135471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2" presetID="10" presetClass="exit" presetSubtype="0" fill="hold" grpId="27" nodeType="withEffect">
                                  <p:stCondLst>
                                    <p:cond delay="1388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5" presetID="10" presetClass="entr" presetSubtype="0" fill="hold" grpId="26" nodeType="withEffect">
                                  <p:stCondLst>
                                    <p:cond delay="135471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8" presetID="10" presetClass="exit" presetSubtype="0" fill="hold" grpId="27" nodeType="withEffect">
                                  <p:stCondLst>
                                    <p:cond delay="1388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1" presetID="10" presetClass="entr" presetSubtype="0" fill="hold" grpId="26" nodeType="withEffect">
                                  <p:stCondLst>
                                    <p:cond delay="135471"/>
                                  </p:stCondLst>
                                  <p:childTnLst>
                                    <p:set>
                                      <p:cBhvr>
                                        <p:cTn id="1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4" presetID="10" presetClass="exit" presetSubtype="0" fill="hold" grpId="27" nodeType="withEffect">
                                  <p:stCondLst>
                                    <p:cond delay="1388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7" presetID="10" presetClass="entr" presetSubtype="0" fill="hold" grpId="26" nodeType="withEffect">
                                  <p:stCondLst>
                                    <p:cond delay="138821"/>
                                  </p:stCondLst>
                                  <p:childTnLst>
                                    <p:set>
                                      <p:cBhvr>
                                        <p:cTn id="1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0" presetID="10" presetClass="exit" presetSubtype="0" fill="hold" grpId="27" nodeType="withEffect">
                                  <p:stCondLst>
                                    <p:cond delay="140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3" presetID="10" presetClass="entr" presetSubtype="0" fill="hold" grpId="26" nodeType="withEffect">
                                  <p:stCondLst>
                                    <p:cond delay="138821"/>
                                  </p:stCondLst>
                                  <p:childTnLst>
                                    <p:set>
                                      <p:cBhvr>
                                        <p:cTn id="1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6" presetID="10" presetClass="exit" presetSubtype="0" fill="hold" grpId="27" nodeType="withEffect">
                                  <p:stCondLst>
                                    <p:cond delay="140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9" presetID="10" presetClass="entr" presetSubtype="0" fill="hold" grpId="26" nodeType="withEffect">
                                  <p:stCondLst>
                                    <p:cond delay="138821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2" presetID="10" presetClass="exit" presetSubtype="0" fill="hold" grpId="27" nodeType="withEffect">
                                  <p:stCondLst>
                                    <p:cond delay="140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5" presetID="10" presetClass="entr" presetSubtype="0" fill="hold" grpId="26" nodeType="withEffect">
                                  <p:stCondLst>
                                    <p:cond delay="138821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8" presetID="10" presetClass="exit" presetSubtype="0" fill="hold" grpId="27" nodeType="withEffect">
                                  <p:stCondLst>
                                    <p:cond delay="140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1" presetID="10" presetClass="entr" presetSubtype="0" fill="hold" grpId="28" nodeType="withEffect">
                                  <p:stCondLst>
                                    <p:cond delay="140938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4" presetID="10" presetClass="exit" presetSubtype="0" fill="hold" grpId="29" nodeType="withEffect">
                                  <p:stCondLst>
                                    <p:cond delay="14365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7" presetID="10" presetClass="entr" presetSubtype="0" fill="hold" grpId="28" nodeType="withEffect">
                                  <p:stCondLst>
                                    <p:cond delay="140938"/>
                                  </p:stCondLst>
                                  <p:childTnLst>
                                    <p:set>
                                      <p:cBhvr>
                                        <p:cTn id="1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0" presetID="10" presetClass="exit" presetSubtype="0" fill="hold" grpId="29" nodeType="withEffect">
                                  <p:stCondLst>
                                    <p:cond delay="14365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3" presetID="10" presetClass="entr" presetSubtype="0" fill="hold" grpId="28" nodeType="withEffect">
                                  <p:stCondLst>
                                    <p:cond delay="140938"/>
                                  </p:stCondLst>
                                  <p:childTnLst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6" presetID="10" presetClass="exit" presetSubtype="0" fill="hold" grpId="29" nodeType="withEffect">
                                  <p:stCondLst>
                                    <p:cond delay="14365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9" presetID="10" presetClass="entr" presetSubtype="0" fill="hold" grpId="28" nodeType="withEffect">
                                  <p:stCondLst>
                                    <p:cond delay="140938"/>
                                  </p:stCondLst>
                                  <p:childTnLst>
                                    <p:set>
                                      <p:cBhvr>
                                        <p:cTn id="1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2" presetID="10" presetClass="exit" presetSubtype="0" fill="hold" grpId="29" nodeType="withEffect">
                                  <p:stCondLst>
                                    <p:cond delay="14365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5" presetID="10" presetClass="entr" presetSubtype="0" fill="hold" grpId="28" nodeType="withEffect">
                                  <p:stCondLst>
                                    <p:cond delay="143658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8" presetID="10" presetClass="exit" presetSubtype="0" fill="hold" grpId="29" nodeType="withEffect">
                                  <p:stCondLst>
                                    <p:cond delay="145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1" presetID="10" presetClass="entr" presetSubtype="0" fill="hold" grpId="28" nodeType="withEffect">
                                  <p:stCondLst>
                                    <p:cond delay="143658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4" presetID="10" presetClass="exit" presetSubtype="0" fill="hold" grpId="29" nodeType="withEffect">
                                  <p:stCondLst>
                                    <p:cond delay="145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7" presetID="10" presetClass="entr" presetSubtype="0" fill="hold" grpId="28" nodeType="withEffect">
                                  <p:stCondLst>
                                    <p:cond delay="143658"/>
                                  </p:stCondLst>
                                  <p:childTnLst>
                                    <p:set>
                                      <p:cBhvr>
                                        <p:cTn id="1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0" presetID="10" presetClass="exit" presetSubtype="0" fill="hold" grpId="29" nodeType="withEffect">
                                  <p:stCondLst>
                                    <p:cond delay="145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3" presetID="10" presetClass="entr" presetSubtype="0" fill="hold" grpId="28" nodeType="withEffect">
                                  <p:stCondLst>
                                    <p:cond delay="143658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6" presetID="10" presetClass="exit" presetSubtype="0" fill="hold" grpId="29" nodeType="withEffect">
                                  <p:stCondLst>
                                    <p:cond delay="145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9" presetID="10" presetClass="entr" presetSubtype="0" fill="hold" grpId="28" nodeType="withEffect">
                                  <p:stCondLst>
                                    <p:cond delay="145538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2" presetID="10" presetClass="exit" presetSubtype="0" fill="hold" grpId="29" nodeType="withEffect">
                                  <p:stCondLst>
                                    <p:cond delay="1488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5" presetID="10" presetClass="entr" presetSubtype="0" fill="hold" grpId="28" nodeType="withEffect">
                                  <p:stCondLst>
                                    <p:cond delay="145538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8" presetID="10" presetClass="exit" presetSubtype="0" fill="hold" grpId="29" nodeType="withEffect">
                                  <p:stCondLst>
                                    <p:cond delay="1488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1" presetID="10" presetClass="entr" presetSubtype="0" fill="hold" grpId="28" nodeType="withEffect">
                                  <p:stCondLst>
                                    <p:cond delay="145538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4" presetID="10" presetClass="exit" presetSubtype="0" fill="hold" grpId="29" nodeType="withEffect">
                                  <p:stCondLst>
                                    <p:cond delay="1488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7" presetID="10" presetClass="entr" presetSubtype="0" fill="hold" grpId="28" nodeType="withEffect">
                                  <p:stCondLst>
                                    <p:cond delay="145538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0" presetID="10" presetClass="exit" presetSubtype="0" fill="hold" grpId="29" nodeType="withEffect">
                                  <p:stCondLst>
                                    <p:cond delay="1488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3" presetID="10" presetClass="entr" presetSubtype="0" fill="hold" grpId="28" nodeType="withEffect">
                                  <p:stCondLst>
                                    <p:cond delay="148888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6" presetID="10" presetClass="exit" presetSubtype="0" fill="hold" grpId="29" nodeType="withEffect">
                                  <p:stCondLst>
                                    <p:cond delay="1510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9" presetID="10" presetClass="entr" presetSubtype="0" fill="hold" grpId="28" nodeType="withEffect">
                                  <p:stCondLst>
                                    <p:cond delay="148888"/>
                                  </p:stCondLst>
                                  <p:childTnLs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2" presetID="10" presetClass="exit" presetSubtype="0" fill="hold" grpId="29" nodeType="withEffect">
                                  <p:stCondLst>
                                    <p:cond delay="1510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5" presetID="10" presetClass="entr" presetSubtype="0" fill="hold" grpId="28" nodeType="withEffect">
                                  <p:stCondLst>
                                    <p:cond delay="148888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8" presetID="10" presetClass="exit" presetSubtype="0" fill="hold" grpId="29" nodeType="withEffect">
                                  <p:stCondLst>
                                    <p:cond delay="1510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1" presetID="10" presetClass="entr" presetSubtype="0" fill="hold" grpId="28" nodeType="withEffect">
                                  <p:stCondLst>
                                    <p:cond delay="148888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4" presetID="10" presetClass="exit" presetSubtype="0" fill="hold" grpId="29" nodeType="withEffect">
                                  <p:stCondLst>
                                    <p:cond delay="1510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7" presetID="10" presetClass="entr" presetSubtype="0" fill="hold" grpId="30" nodeType="withEffect">
                                  <p:stCondLst>
                                    <p:cond delay="151005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0" presetID="10" presetClass="exit" presetSubtype="0" fill="hold" grpId="31" nodeType="withEffect">
                                  <p:stCondLst>
                                    <p:cond delay="15372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3" presetID="10" presetClass="entr" presetSubtype="0" fill="hold" grpId="30" nodeType="withEffect">
                                  <p:stCondLst>
                                    <p:cond delay="151005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6" presetID="10" presetClass="exit" presetSubtype="0" fill="hold" grpId="31" nodeType="withEffect">
                                  <p:stCondLst>
                                    <p:cond delay="15372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9" presetID="10" presetClass="entr" presetSubtype="0" fill="hold" grpId="30" nodeType="withEffect">
                                  <p:stCondLst>
                                    <p:cond delay="151005"/>
                                  </p:stCondLst>
                                  <p:childTnLst>
                                    <p:set>
                                      <p:cBhvr>
                                        <p:cTn id="1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2" presetID="10" presetClass="exit" presetSubtype="0" fill="hold" grpId="31" nodeType="withEffect">
                                  <p:stCondLst>
                                    <p:cond delay="15372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5" presetID="10" presetClass="entr" presetSubtype="0" fill="hold" grpId="30" nodeType="withEffect">
                                  <p:stCondLst>
                                    <p:cond delay="151005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8" presetID="10" presetClass="exit" presetSubtype="0" fill="hold" grpId="31" nodeType="withEffect">
                                  <p:stCondLst>
                                    <p:cond delay="15372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1" presetID="10" presetClass="entr" presetSubtype="0" fill="hold" grpId="30" nodeType="withEffect">
                                  <p:stCondLst>
                                    <p:cond delay="153725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4" presetID="10" presetClass="exit" presetSubtype="0" fill="hold" grpId="31" nodeType="withEffect">
                                  <p:stCondLst>
                                    <p:cond delay="155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7" presetID="10" presetClass="entr" presetSubtype="0" fill="hold" grpId="30" nodeType="withEffect">
                                  <p:stCondLst>
                                    <p:cond delay="153725"/>
                                  </p:stCondLst>
                                  <p:childTnLst>
                                    <p:set>
                                      <p:cBhvr>
                                        <p:cTn id="1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0" presetID="10" presetClass="exit" presetSubtype="0" fill="hold" grpId="31" nodeType="withEffect">
                                  <p:stCondLst>
                                    <p:cond delay="155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3" presetID="10" presetClass="entr" presetSubtype="0" fill="hold" grpId="30" nodeType="withEffect">
                                  <p:stCondLst>
                                    <p:cond delay="153725"/>
                                  </p:stCondLst>
                                  <p:childTnLst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6" presetID="10" presetClass="exit" presetSubtype="0" fill="hold" grpId="31" nodeType="withEffect">
                                  <p:stCondLst>
                                    <p:cond delay="155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9" presetID="10" presetClass="entr" presetSubtype="0" fill="hold" grpId="30" nodeType="withEffect">
                                  <p:stCondLst>
                                    <p:cond delay="153725"/>
                                  </p:stCondLst>
                                  <p:childTnLst>
                                    <p:set>
                                      <p:cBhvr>
                                        <p:cTn id="1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2" presetID="10" presetClass="exit" presetSubtype="0" fill="hold" grpId="31" nodeType="withEffect">
                                  <p:stCondLst>
                                    <p:cond delay="155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5" presetID="10" presetClass="entr" presetSubtype="0" fill="hold" grpId="30" nodeType="withEffect">
                                  <p:stCondLst>
                                    <p:cond delay="155605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8" presetID="10" presetClass="exit" presetSubtype="0" fill="hold" grpId="31" nodeType="withEffect">
                                  <p:stCondLst>
                                    <p:cond delay="158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1" presetID="10" presetClass="entr" presetSubtype="0" fill="hold" grpId="30" nodeType="withEffect">
                                  <p:stCondLst>
                                    <p:cond delay="155605"/>
                                  </p:stCondLst>
                                  <p:childTnLst>
                                    <p:set>
                                      <p:cBhvr>
                                        <p:cTn id="1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4" presetID="10" presetClass="exit" presetSubtype="0" fill="hold" grpId="31" nodeType="withEffect">
                                  <p:stCondLst>
                                    <p:cond delay="158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7" presetID="10" presetClass="entr" presetSubtype="0" fill="hold" grpId="30" nodeType="withEffect">
                                  <p:stCondLst>
                                    <p:cond delay="155605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9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0" presetID="10" presetClass="exit" presetSubtype="0" fill="hold" grpId="31" nodeType="withEffect">
                                  <p:stCondLst>
                                    <p:cond delay="158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3" presetID="10" presetClass="entr" presetSubtype="0" fill="hold" grpId="30" nodeType="withEffect">
                                  <p:stCondLst>
                                    <p:cond delay="155605"/>
                                  </p:stCondLst>
                                  <p:childTnLst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6" presetID="10" presetClass="exit" presetSubtype="0" fill="hold" grpId="31" nodeType="withEffect">
                                  <p:stCondLst>
                                    <p:cond delay="158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9" presetID="10" presetClass="entr" presetSubtype="0" fill="hold" grpId="30" nodeType="withEffect">
                                  <p:stCondLst>
                                    <p:cond delay="158955"/>
                                  </p:stCondLst>
                                  <p:childTnLst>
                                    <p:set>
                                      <p:cBhvr>
                                        <p:cTn id="1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2" presetID="10" presetClass="exit" presetSubtype="0" fill="hold" grpId="31" nodeType="withEffect">
                                  <p:stCondLst>
                                    <p:cond delay="1610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5" presetID="10" presetClass="entr" presetSubtype="0" fill="hold" grpId="30" nodeType="withEffect">
                                  <p:stCondLst>
                                    <p:cond delay="158955"/>
                                  </p:stCondLst>
                                  <p:childTnLst>
                                    <p:set>
                                      <p:cBhvr>
                                        <p:cTn id="1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8" presetID="10" presetClass="exit" presetSubtype="0" fill="hold" grpId="31" nodeType="withEffect">
                                  <p:stCondLst>
                                    <p:cond delay="1610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1" presetID="10" presetClass="entr" presetSubtype="0" fill="hold" grpId="30" nodeType="withEffect">
                                  <p:stCondLst>
                                    <p:cond delay="158955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4" presetID="10" presetClass="exit" presetSubtype="0" fill="hold" grpId="31" nodeType="withEffect">
                                  <p:stCondLst>
                                    <p:cond delay="1610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7" presetID="10" presetClass="entr" presetSubtype="0" fill="hold" grpId="30" nodeType="withEffect">
                                  <p:stCondLst>
                                    <p:cond delay="158955"/>
                                  </p:stCondLst>
                                  <p:childTnLst>
                                    <p:set>
                                      <p:cBhvr>
                                        <p:cTn id="1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0" presetID="10" presetClass="exit" presetSubtype="0" fill="hold" grpId="31" nodeType="withEffect">
                                  <p:stCondLst>
                                    <p:cond delay="1610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3" presetID="10" presetClass="entr" presetSubtype="0" fill="hold" grpId="32" nodeType="withEffect">
                                  <p:stCondLst>
                                    <p:cond delay="161072"/>
                                  </p:stCondLst>
                                  <p:childTnLst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6" presetID="10" presetClass="exit" presetSubtype="0" fill="hold" grpId="33" nodeType="withEffect">
                                  <p:stCondLst>
                                    <p:cond delay="16379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9" presetID="10" presetClass="entr" presetSubtype="0" fill="hold" grpId="32" nodeType="withEffect">
                                  <p:stCondLst>
                                    <p:cond delay="161072"/>
                                  </p:stCondLst>
                                  <p:childTnLst>
                                    <p:set>
                                      <p:cBhvr>
                                        <p:cTn id="1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2" presetID="10" presetClass="exit" presetSubtype="0" fill="hold" grpId="33" nodeType="withEffect">
                                  <p:stCondLst>
                                    <p:cond delay="16379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5" presetID="10" presetClass="entr" presetSubtype="0" fill="hold" grpId="32" nodeType="withEffect">
                                  <p:stCondLst>
                                    <p:cond delay="161072"/>
                                  </p:stCondLst>
                                  <p:childTnLst>
                                    <p:set>
                                      <p:cBhvr>
                                        <p:cTn id="1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8" presetID="10" presetClass="exit" presetSubtype="0" fill="hold" grpId="33" nodeType="withEffect">
                                  <p:stCondLst>
                                    <p:cond delay="16379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1" presetID="10" presetClass="entr" presetSubtype="0" fill="hold" grpId="32" nodeType="withEffect">
                                  <p:stCondLst>
                                    <p:cond delay="161072"/>
                                  </p:stCondLst>
                                  <p:childTnLst>
                                    <p:set>
                                      <p:cBhvr>
                                        <p:cTn id="1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4" presetID="10" presetClass="exit" presetSubtype="0" fill="hold" grpId="33" nodeType="withEffect">
                                  <p:stCondLst>
                                    <p:cond delay="16379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7" presetID="10" presetClass="entr" presetSubtype="0" fill="hold" grpId="32" nodeType="withEffect">
                                  <p:stCondLst>
                                    <p:cond delay="163792"/>
                                  </p:stCondLst>
                                  <p:childTnLst>
                                    <p:set>
                                      <p:cBhvr>
                                        <p:cTn id="1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0" presetID="10" presetClass="exit" presetSubtype="0" fill="hold" grpId="33" nodeType="withEffect">
                                  <p:stCondLst>
                                    <p:cond delay="1656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3" presetID="10" presetClass="entr" presetSubtype="0" fill="hold" grpId="32" nodeType="withEffect">
                                  <p:stCondLst>
                                    <p:cond delay="163792"/>
                                  </p:stCondLst>
                                  <p:childTnLst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6" presetID="10" presetClass="exit" presetSubtype="0" fill="hold" grpId="33" nodeType="withEffect">
                                  <p:stCondLst>
                                    <p:cond delay="1656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9" presetID="10" presetClass="entr" presetSubtype="0" fill="hold" grpId="32" nodeType="withEffect">
                                  <p:stCondLst>
                                    <p:cond delay="163792"/>
                                  </p:stCondLst>
                                  <p:childTnLst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2" presetID="10" presetClass="exit" presetSubtype="0" fill="hold" grpId="33" nodeType="withEffect">
                                  <p:stCondLst>
                                    <p:cond delay="1656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5" presetID="10" presetClass="entr" presetSubtype="0" fill="hold" grpId="32" nodeType="withEffect">
                                  <p:stCondLst>
                                    <p:cond delay="163792"/>
                                  </p:stCondLst>
                                  <p:childTnLst>
                                    <p:set>
                                      <p:cBhvr>
                                        <p:cTn id="1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8" presetID="10" presetClass="exit" presetSubtype="0" fill="hold" grpId="33" nodeType="withEffect">
                                  <p:stCondLst>
                                    <p:cond delay="1656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1" presetID="10" presetClass="entr" presetSubtype="0" fill="hold" grpId="32" nodeType="withEffect">
                                  <p:stCondLst>
                                    <p:cond delay="165672"/>
                                  </p:stCondLst>
                                  <p:childTnLst>
                                    <p:set>
                                      <p:cBhvr>
                                        <p:cTn id="1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4" presetID="10" presetClass="exit" presetSubtype="0" fill="hold" grpId="33" nodeType="withEffect">
                                  <p:stCondLst>
                                    <p:cond delay="1690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7" presetID="10" presetClass="entr" presetSubtype="0" fill="hold" grpId="32" nodeType="withEffect">
                                  <p:stCondLst>
                                    <p:cond delay="165672"/>
                                  </p:stCondLst>
                                  <p:childTnLst>
                                    <p:set>
                                      <p:cBhvr>
                                        <p:cTn id="1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0" presetID="10" presetClass="exit" presetSubtype="0" fill="hold" grpId="33" nodeType="withEffect">
                                  <p:stCondLst>
                                    <p:cond delay="1690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3" presetID="10" presetClass="entr" presetSubtype="0" fill="hold" grpId="32" nodeType="withEffect">
                                  <p:stCondLst>
                                    <p:cond delay="165672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6" presetID="10" presetClass="exit" presetSubtype="0" fill="hold" grpId="33" nodeType="withEffect">
                                  <p:stCondLst>
                                    <p:cond delay="1690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9" presetID="10" presetClass="entr" presetSubtype="0" fill="hold" grpId="32" nodeType="withEffect">
                                  <p:stCondLst>
                                    <p:cond delay="165672"/>
                                  </p:stCondLst>
                                  <p:childTnLst>
                                    <p:set>
                                      <p:cBhvr>
                                        <p:cTn id="1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2" presetID="10" presetClass="exit" presetSubtype="0" fill="hold" grpId="33" nodeType="withEffect">
                                  <p:stCondLst>
                                    <p:cond delay="16902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5" presetID="10" presetClass="entr" presetSubtype="0" fill="hold" grpId="32" nodeType="withEffect">
                                  <p:stCondLst>
                                    <p:cond delay="169022"/>
                                  </p:stCondLst>
                                  <p:childTnLst>
                                    <p:set>
                                      <p:cBhvr>
                                        <p:cTn id="1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8" presetID="10" presetClass="exit" presetSubtype="0" fill="hold" grpId="33" nodeType="withEffect">
                                  <p:stCondLst>
                                    <p:cond delay="1711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1" presetID="10" presetClass="entr" presetSubtype="0" fill="hold" grpId="32" nodeType="withEffect">
                                  <p:stCondLst>
                                    <p:cond delay="169022"/>
                                  </p:stCondLst>
                                  <p:childTnLst>
                                    <p:set>
                                      <p:cBhvr>
                                        <p:cTn id="1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4" presetID="10" presetClass="exit" presetSubtype="0" fill="hold" grpId="33" nodeType="withEffect">
                                  <p:stCondLst>
                                    <p:cond delay="1711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7" presetID="10" presetClass="entr" presetSubtype="0" fill="hold" grpId="32" nodeType="withEffect">
                                  <p:stCondLst>
                                    <p:cond delay="169022"/>
                                  </p:stCondLst>
                                  <p:childTnLst>
                                    <p:set>
                                      <p:cBhvr>
                                        <p:cTn id="1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0" presetID="10" presetClass="exit" presetSubtype="0" fill="hold" grpId="33" nodeType="withEffect">
                                  <p:stCondLst>
                                    <p:cond delay="1711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3" presetID="10" presetClass="entr" presetSubtype="0" fill="hold" grpId="32" nodeType="withEffect">
                                  <p:stCondLst>
                                    <p:cond delay="169022"/>
                                  </p:stCondLst>
                                  <p:childTnLst>
                                    <p:set>
                                      <p:cBhvr>
                                        <p:cTn id="1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6" presetID="10" presetClass="exit" presetSubtype="0" fill="hold" grpId="33" nodeType="withEffect">
                                  <p:stCondLst>
                                    <p:cond delay="1711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9" presetID="10" presetClass="entr" presetSubtype="0" fill="hold" grpId="34" nodeType="withEffect">
                                  <p:stCondLst>
                                    <p:cond delay="171139"/>
                                  </p:stCondLst>
                                  <p:childTnLst>
                                    <p:set>
                                      <p:cBhvr>
                                        <p:cTn id="1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2" presetID="10" presetClass="exit" presetSubtype="0" fill="hold" grpId="35" nodeType="withEffect">
                                  <p:stCondLst>
                                    <p:cond delay="1738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5" presetID="10" presetClass="entr" presetSubtype="0" fill="hold" grpId="34" nodeType="withEffect">
                                  <p:stCondLst>
                                    <p:cond delay="171139"/>
                                  </p:stCondLst>
                                  <p:childTnLst>
                                    <p:set>
                                      <p:cBhvr>
                                        <p:cTn id="1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8" presetID="10" presetClass="exit" presetSubtype="0" fill="hold" grpId="35" nodeType="withEffect">
                                  <p:stCondLst>
                                    <p:cond delay="1738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1" presetID="10" presetClass="entr" presetSubtype="0" fill="hold" grpId="34" nodeType="withEffect">
                                  <p:stCondLst>
                                    <p:cond delay="171139"/>
                                  </p:stCondLst>
                                  <p:childTnLst>
                                    <p:set>
                                      <p:cBhvr>
                                        <p:cTn id="1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4" presetID="10" presetClass="exit" presetSubtype="0" fill="hold" grpId="35" nodeType="withEffect">
                                  <p:stCondLst>
                                    <p:cond delay="1738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7" presetID="10" presetClass="entr" presetSubtype="0" fill="hold" grpId="34" nodeType="withEffect">
                                  <p:stCondLst>
                                    <p:cond delay="171139"/>
                                  </p:stCondLst>
                                  <p:childTnLst>
                                    <p:set>
                                      <p:cBhvr>
                                        <p:cTn id="1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0" presetID="10" presetClass="exit" presetSubtype="0" fill="hold" grpId="35" nodeType="withEffect">
                                  <p:stCondLst>
                                    <p:cond delay="17385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3" presetID="10" presetClass="entr" presetSubtype="0" fill="hold" grpId="34" nodeType="withEffect">
                                  <p:stCondLst>
                                    <p:cond delay="173859"/>
                                  </p:stCondLst>
                                  <p:childTnLst>
                                    <p:set>
                                      <p:cBhvr>
                                        <p:cTn id="1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6" presetID="10" presetClass="exit" presetSubtype="0" fill="hold" grpId="35" nodeType="withEffect">
                                  <p:stCondLst>
                                    <p:cond delay="175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9" presetID="10" presetClass="entr" presetSubtype="0" fill="hold" grpId="34" nodeType="withEffect">
                                  <p:stCondLst>
                                    <p:cond delay="173859"/>
                                  </p:stCondLst>
                                  <p:childTnLst>
                                    <p:set>
                                      <p:cBhvr>
                                        <p:cTn id="1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2" presetID="10" presetClass="exit" presetSubtype="0" fill="hold" grpId="35" nodeType="withEffect">
                                  <p:stCondLst>
                                    <p:cond delay="175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5" presetID="10" presetClass="entr" presetSubtype="0" fill="hold" grpId="34" nodeType="withEffect">
                                  <p:stCondLst>
                                    <p:cond delay="173859"/>
                                  </p:stCondLst>
                                  <p:childTnLst>
                                    <p:set>
                                      <p:cBhvr>
                                        <p:cTn id="1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8" presetID="10" presetClass="exit" presetSubtype="0" fill="hold" grpId="35" nodeType="withEffect">
                                  <p:stCondLst>
                                    <p:cond delay="175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1" presetID="10" presetClass="entr" presetSubtype="0" fill="hold" grpId="34" nodeType="withEffect">
                                  <p:stCondLst>
                                    <p:cond delay="173859"/>
                                  </p:stCondLst>
                                  <p:childTnLst>
                                    <p:set>
                                      <p:cBhvr>
                                        <p:cTn id="1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4" presetID="10" presetClass="exit" presetSubtype="0" fill="hold" grpId="35" nodeType="withEffect">
                                  <p:stCondLst>
                                    <p:cond delay="175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7" presetID="10" presetClass="entr" presetSubtype="0" fill="hold" grpId="34" nodeType="withEffect">
                                  <p:stCondLst>
                                    <p:cond delay="175739"/>
                                  </p:stCondLst>
                                  <p:childTnLst>
                                    <p:set>
                                      <p:cBhvr>
                                        <p:cTn id="1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0" presetID="10" presetClass="exit" presetSubtype="0" fill="hold" grpId="35" nodeType="withEffect">
                                  <p:stCondLst>
                                    <p:cond delay="1790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3" presetID="10" presetClass="entr" presetSubtype="0" fill="hold" grpId="34" nodeType="withEffect">
                                  <p:stCondLst>
                                    <p:cond delay="175739"/>
                                  </p:stCondLst>
                                  <p:childTnLst>
                                    <p:set>
                                      <p:cBhvr>
                                        <p:cTn id="1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6" presetID="10" presetClass="exit" presetSubtype="0" fill="hold" grpId="35" nodeType="withEffect">
                                  <p:stCondLst>
                                    <p:cond delay="1790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9" presetID="10" presetClass="entr" presetSubtype="0" fill="hold" grpId="34" nodeType="withEffect">
                                  <p:stCondLst>
                                    <p:cond delay="175739"/>
                                  </p:stCondLst>
                                  <p:childTnLst>
                                    <p:set>
                                      <p:cBhvr>
                                        <p:cTn id="1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2" presetID="10" presetClass="exit" presetSubtype="0" fill="hold" grpId="35" nodeType="withEffect">
                                  <p:stCondLst>
                                    <p:cond delay="1790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5" presetID="10" presetClass="entr" presetSubtype="0" fill="hold" grpId="34" nodeType="withEffect">
                                  <p:stCondLst>
                                    <p:cond delay="175739"/>
                                  </p:stCondLst>
                                  <p:childTnLst>
                                    <p:set>
                                      <p:cBhvr>
                                        <p:cTn id="1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8" presetID="10" presetClass="exit" presetSubtype="0" fill="hold" grpId="35" nodeType="withEffect">
                                  <p:stCondLst>
                                    <p:cond delay="17908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1" presetID="10" presetClass="entr" presetSubtype="0" fill="hold" grpId="34" nodeType="withEffect">
                                  <p:stCondLst>
                                    <p:cond delay="179089"/>
                                  </p:stCondLst>
                                  <p:childTnLst>
                                    <p:set>
                                      <p:cBhvr>
                                        <p:cTn id="1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4" presetID="10" presetClass="entr" presetSubtype="0" fill="hold" grpId="34" nodeType="withEffect">
                                  <p:stCondLst>
                                    <p:cond delay="179089"/>
                                  </p:stCondLst>
                                  <p:childTnLst>
                                    <p:set>
                                      <p:cBhvr>
                                        <p:cTn id="1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7" presetID="10" presetClass="entr" presetSubtype="0" fill="hold" grpId="34" nodeType="withEffect">
                                  <p:stCondLst>
                                    <p:cond delay="179089"/>
                                  </p:stCondLst>
                                  <p:childTnLst>
                                    <p:set>
                                      <p:cBhvr>
                                        <p:cTn id="1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0" presetID="10" presetClass="entr" presetSubtype="0" fill="hold" grpId="34" nodeType="withEffect">
                                  <p:stCondLst>
                                    <p:cond delay="179089"/>
                                  </p:stCondLst>
                                  <p:childTnLst>
                                    <p:set>
                                      <p:cBhvr>
                                        <p:cTn id="1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783" repeatCount="indefinite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0" grpId="32" animBg="1"/>
      <p:bldP spid="10" grpId="33" animBg="1"/>
      <p:bldP spid="10" grpId="34" animBg="1"/>
      <p:bldP spid="10" grpId="35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1" grpId="20" animBg="1"/>
      <p:bldP spid="11" grpId="21" animBg="1"/>
      <p:bldP spid="11" grpId="22" animBg="1"/>
      <p:bldP spid="11" grpId="23" animBg="1"/>
      <p:bldP spid="11" grpId="24" animBg="1"/>
      <p:bldP spid="11" grpId="25" animBg="1"/>
      <p:bldP spid="11" grpId="26" animBg="1"/>
      <p:bldP spid="11" grpId="27" animBg="1"/>
      <p:bldP spid="11" grpId="28" animBg="1"/>
      <p:bldP spid="11" grpId="29" animBg="1"/>
      <p:bldP spid="11" grpId="30" animBg="1"/>
      <p:bldP spid="11" grpId="31" animBg="1"/>
      <p:bldP spid="11" grpId="32" animBg="1"/>
      <p:bldP spid="11" grpId="33" animBg="1"/>
      <p:bldP spid="11" grpId="34" animBg="1"/>
      <p:bldP spid="11" grpId="35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2" grpId="32" animBg="1"/>
      <p:bldP spid="12" grpId="33" animBg="1"/>
      <p:bldP spid="12" grpId="34" animBg="1"/>
      <p:bldP spid="12" grpId="35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3" grpId="20" animBg="1"/>
      <p:bldP spid="13" grpId="21" animBg="1"/>
      <p:bldP spid="13" grpId="22" animBg="1"/>
      <p:bldP spid="13" grpId="23" animBg="1"/>
      <p:bldP spid="13" grpId="24" animBg="1"/>
      <p:bldP spid="13" grpId="25" animBg="1"/>
      <p:bldP spid="13" grpId="26" animBg="1"/>
      <p:bldP spid="13" grpId="27" animBg="1"/>
      <p:bldP spid="13" grpId="28" animBg="1"/>
      <p:bldP spid="13" grpId="29" animBg="1"/>
      <p:bldP spid="13" grpId="30" animBg="1"/>
      <p:bldP spid="13" grpId="31" animBg="1"/>
      <p:bldP spid="13" grpId="32" animBg="1"/>
      <p:bldP spid="13" grpId="33" animBg="1"/>
      <p:bldP spid="13" grpId="34" animBg="1"/>
      <p:bldP spid="13" grpId="35" animBg="1"/>
      <p:bldP spid="14" grpId="0" animBg="1"/>
      <p:bldP spid="15" grpId="0" animBg="1"/>
      <p:bldP spid="16" grpId="0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7" grpId="20" animBg="1"/>
      <p:bldP spid="17" grpId="21" animBg="1"/>
      <p:bldP spid="17" grpId="22" animBg="1"/>
      <p:bldP spid="17" grpId="23" animBg="1"/>
      <p:bldP spid="17" grpId="24" animBg="1"/>
      <p:bldP spid="17" grpId="25" animBg="1"/>
      <p:bldP spid="17" grpId="26" animBg="1"/>
      <p:bldP spid="17" grpId="27" animBg="1"/>
      <p:bldP spid="17" grpId="28" animBg="1"/>
      <p:bldP spid="17" grpId="29" animBg="1"/>
      <p:bldP spid="17" grpId="30" animBg="1"/>
      <p:bldP spid="17" grpId="31" animBg="1"/>
      <p:bldP spid="17" grpId="32" animBg="1"/>
      <p:bldP spid="17" grpId="33" animBg="1"/>
      <p:bldP spid="17" grpId="34" animBg="1"/>
      <p:bldP spid="17" grpId="35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8" grpId="20" animBg="1"/>
      <p:bldP spid="18" grpId="21" animBg="1"/>
      <p:bldP spid="18" grpId="22" animBg="1"/>
      <p:bldP spid="18" grpId="23" animBg="1"/>
      <p:bldP spid="18" grpId="24" animBg="1"/>
      <p:bldP spid="18" grpId="25" animBg="1"/>
      <p:bldP spid="18" grpId="26" animBg="1"/>
      <p:bldP spid="18" grpId="27" animBg="1"/>
      <p:bldP spid="18" grpId="28" animBg="1"/>
      <p:bldP spid="18" grpId="29" animBg="1"/>
      <p:bldP spid="18" grpId="30" animBg="1"/>
      <p:bldP spid="18" grpId="31" animBg="1"/>
      <p:bldP spid="18" grpId="32" animBg="1"/>
      <p:bldP spid="18" grpId="33" animBg="1"/>
      <p:bldP spid="18" grpId="34" animBg="1"/>
      <p:bldP spid="18" grpId="35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19" grpId="20" animBg="1"/>
      <p:bldP spid="19" grpId="21" animBg="1"/>
      <p:bldP spid="19" grpId="22" animBg="1"/>
      <p:bldP spid="19" grpId="23" animBg="1"/>
      <p:bldP spid="19" grpId="24" animBg="1"/>
      <p:bldP spid="19" grpId="25" animBg="1"/>
      <p:bldP spid="19" grpId="26" animBg="1"/>
      <p:bldP spid="19" grpId="27" animBg="1"/>
      <p:bldP spid="19" grpId="28" animBg="1"/>
      <p:bldP spid="19" grpId="29" animBg="1"/>
      <p:bldP spid="19" grpId="30" animBg="1"/>
      <p:bldP spid="19" grpId="31" animBg="1"/>
      <p:bldP spid="19" grpId="32" animBg="1"/>
      <p:bldP spid="19" grpId="33" animBg="1"/>
      <p:bldP spid="19" grpId="34" animBg="1"/>
      <p:bldP spid="19" grpId="35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0" grpId="20" animBg="1"/>
      <p:bldP spid="20" grpId="21" animBg="1"/>
      <p:bldP spid="20" grpId="22" animBg="1"/>
      <p:bldP spid="20" grpId="23" animBg="1"/>
      <p:bldP spid="20" grpId="24" animBg="1"/>
      <p:bldP spid="20" grpId="25" animBg="1"/>
      <p:bldP spid="20" grpId="26" animBg="1"/>
      <p:bldP spid="20" grpId="27" animBg="1"/>
      <p:bldP spid="20" grpId="28" animBg="1"/>
      <p:bldP spid="20" grpId="29" animBg="1"/>
      <p:bldP spid="20" grpId="30" animBg="1"/>
      <p:bldP spid="20" grpId="31" animBg="1"/>
      <p:bldP spid="20" grpId="32" animBg="1"/>
      <p:bldP spid="20" grpId="33" animBg="1"/>
      <p:bldP spid="20" grpId="34" animBg="1"/>
      <p:bldP spid="20" grpId="35" animBg="1"/>
      <p:bldP spid="21" grpId="0" animBg="1"/>
      <p:bldP spid="22" grpId="0" animBg="1"/>
      <p:bldP spid="23" grpId="0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4" grpId="32" animBg="1"/>
      <p:bldP spid="24" grpId="33" animBg="1"/>
      <p:bldP spid="24" grpId="34" animBg="1"/>
      <p:bldP spid="24" grpId="35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5" grpId="32" animBg="1"/>
      <p:bldP spid="25" grpId="33" animBg="1"/>
      <p:bldP spid="25" grpId="34" animBg="1"/>
      <p:bldP spid="25" grpId="35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6" grpId="20" animBg="1"/>
      <p:bldP spid="26" grpId="21" animBg="1"/>
      <p:bldP spid="26" grpId="22" animBg="1"/>
      <p:bldP spid="26" grpId="23" animBg="1"/>
      <p:bldP spid="26" grpId="24" animBg="1"/>
      <p:bldP spid="26" grpId="25" animBg="1"/>
      <p:bldP spid="26" grpId="26" animBg="1"/>
      <p:bldP spid="26" grpId="27" animBg="1"/>
      <p:bldP spid="26" grpId="28" animBg="1"/>
      <p:bldP spid="26" grpId="29" animBg="1"/>
      <p:bldP spid="26" grpId="30" animBg="1"/>
      <p:bldP spid="26" grpId="31" animBg="1"/>
      <p:bldP spid="26" grpId="32" animBg="1"/>
      <p:bldP spid="26" grpId="33" animBg="1"/>
      <p:bldP spid="26" grpId="34" animBg="1"/>
      <p:bldP spid="26" grpId="35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7" grpId="20" animBg="1"/>
      <p:bldP spid="27" grpId="21" animBg="1"/>
      <p:bldP spid="27" grpId="22" animBg="1"/>
      <p:bldP spid="27" grpId="23" animBg="1"/>
      <p:bldP spid="27" grpId="24" animBg="1"/>
      <p:bldP spid="27" grpId="25" animBg="1"/>
      <p:bldP spid="27" grpId="26" animBg="1"/>
      <p:bldP spid="27" grpId="27" animBg="1"/>
      <p:bldP spid="27" grpId="28" animBg="1"/>
      <p:bldP spid="27" grpId="29" animBg="1"/>
      <p:bldP spid="27" grpId="30" animBg="1"/>
      <p:bldP spid="27" grpId="31" animBg="1"/>
      <p:bldP spid="27" grpId="32" animBg="1"/>
      <p:bldP spid="27" grpId="33" animBg="1"/>
      <p:bldP spid="27" grpId="34" animBg="1"/>
      <p:bldP spid="27" grpId="35" animBg="1"/>
      <p:bldP spid="28" grpId="0" animBg="1"/>
      <p:bldP spid="29" grpId="0" animBg="1"/>
      <p:bldP spid="30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1" grpId="32" animBg="1"/>
      <p:bldP spid="31" grpId="33" animBg="1"/>
      <p:bldP spid="31" grpId="34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2" grpId="32" animBg="1"/>
      <p:bldP spid="32" grpId="33" animBg="1"/>
      <p:bldP spid="32" grpId="34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  <p:bldP spid="33" grpId="31" animBg="1"/>
      <p:bldP spid="33" grpId="32" animBg="1"/>
      <p:bldP spid="33" grpId="33" animBg="1"/>
      <p:bldP spid="33" grpId="34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4" grpId="32" animBg="1"/>
      <p:bldP spid="34" grpId="33" animBg="1"/>
      <p:bldP spid="34" grpId="34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67C54-971C-474D-8DC8-EC567D86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C260EEFA-8E40-CC57-3AA1-94256D2328E8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04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2319F5D-63E0-9EC7-763D-2E38EA72B8E2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000" b="1" spc="500" dirty="0">
                <a:solidFill>
                  <a:schemeClr val="bg1"/>
                </a:solidFill>
                <a:latin typeface="+mj-ea"/>
                <a:ea typeface="+mj-ea"/>
              </a:rPr>
              <a:t>IoT</a:t>
            </a:r>
            <a:r>
              <a:rPr lang="en-US" altLang="zh-TW" sz="800" b="1" spc="5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zh-TW" altLang="en-US" sz="6000" b="1" spc="500" dirty="0">
                <a:solidFill>
                  <a:schemeClr val="bg1"/>
                </a:solidFill>
                <a:latin typeface="+mj-ea"/>
                <a:ea typeface="+mj-ea"/>
              </a:rPr>
              <a:t>智慧書櫃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7D453D3-794A-B5AF-031F-08F8B5EF557E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許凱俊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6436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ADE80-0F5F-D997-F1F1-4EB99D90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18">
            <a:extLst>
              <a:ext uri="{FF2B5EF4-FFF2-40B4-BE49-F238E27FC236}">
                <a16:creationId xmlns:a16="http://schemas.microsoft.com/office/drawing/2014/main" id="{7A38B456-98B8-B362-7BFF-1517E044A650}"/>
              </a:ext>
            </a:extLst>
          </p:cNvPr>
          <p:cNvSpPr/>
          <p:nvPr/>
        </p:nvSpPr>
        <p:spPr>
          <a:xfrm>
            <a:off x="6446520" y="1676736"/>
            <a:ext cx="4983480" cy="4212000"/>
          </a:xfrm>
          <a:prstGeom prst="roundRect">
            <a:avLst>
              <a:gd name="adj" fmla="val 8337"/>
            </a:avLst>
          </a:prstGeom>
          <a:solidFill>
            <a:schemeClr val="bg1"/>
          </a:solidFill>
          <a:ln>
            <a:noFill/>
          </a:ln>
          <a:effectLst>
            <a:outerShdw blurRad="850900" dist="939800" dir="5400000" sx="85000" sy="85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7">
            <a:extLst>
              <a:ext uri="{FF2B5EF4-FFF2-40B4-BE49-F238E27FC236}">
                <a16:creationId xmlns:a16="http://schemas.microsoft.com/office/drawing/2014/main" id="{81F99D99-F554-05FC-826A-D9506DF40C71}"/>
              </a:ext>
            </a:extLst>
          </p:cNvPr>
          <p:cNvSpPr/>
          <p:nvPr/>
        </p:nvSpPr>
        <p:spPr>
          <a:xfrm>
            <a:off x="6723887" y="1902176"/>
            <a:ext cx="1044000" cy="324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4">
                <a:alpha val="30000"/>
              </a:scheme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id-ID" sz="1400" b="1" spc="50" dirty="0">
                <a:solidFill>
                  <a:schemeClr val="bg1"/>
                </a:solidFill>
              </a:rPr>
              <a:t>AFTER</a:t>
            </a:r>
          </a:p>
        </p:txBody>
      </p:sp>
      <p:sp>
        <p:nvSpPr>
          <p:cNvPr id="39" name="TextBox 44">
            <a:extLst>
              <a:ext uri="{FF2B5EF4-FFF2-40B4-BE49-F238E27FC236}">
                <a16:creationId xmlns:a16="http://schemas.microsoft.com/office/drawing/2014/main" id="{A5381006-2BD6-3FCF-F19D-1D5423617FC0}"/>
              </a:ext>
            </a:extLst>
          </p:cNvPr>
          <p:cNvSpPr txBox="1"/>
          <p:nvPr/>
        </p:nvSpPr>
        <p:spPr>
          <a:xfrm>
            <a:off x="7874648" y="1884590"/>
            <a:ext cx="355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pc="50" dirty="0">
                <a:solidFill>
                  <a:schemeClr val="accent6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cs typeface="Poppins" panose="00000500000000000000" pitchFamily="2" charset="0"/>
              </a:rPr>
              <a:t>合板＋壓克力＋電磁鎖</a:t>
            </a:r>
          </a:p>
        </p:txBody>
      </p:sp>
      <p:sp>
        <p:nvSpPr>
          <p:cNvPr id="40" name="文字 18">
            <a:extLst>
              <a:ext uri="{FF2B5EF4-FFF2-40B4-BE49-F238E27FC236}">
                <a16:creationId xmlns:a16="http://schemas.microsoft.com/office/drawing/2014/main" id="{FBAA6A8C-9D1B-CF86-5554-0CE8EEB352AC}"/>
              </a:ext>
            </a:extLst>
          </p:cNvPr>
          <p:cNvSpPr txBox="1"/>
          <p:nvPr/>
        </p:nvSpPr>
        <p:spPr>
          <a:xfrm>
            <a:off x="6723887" y="4689275"/>
            <a:ext cx="4434840" cy="970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0975" indent="-180975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9mm </a:t>
            </a: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合板＋</a:t>
            </a: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5mm </a:t>
            </a: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壓克力雷射切割</a:t>
            </a:r>
          </a:p>
          <a:p>
            <a:pPr marL="180975" indent="-180975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四扇櫃門，各由 </a:t>
            </a: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12V </a:t>
            </a: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電磁鎖控制</a:t>
            </a:r>
          </a:p>
          <a:p>
            <a:pPr marL="180975" indent="-180975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2.8 </a:t>
            </a:r>
            <a:r>
              <a:rPr lang="ja-JP" altLang="en-US" sz="1600" spc="50" dirty="0">
                <a:solidFill>
                  <a:schemeClr val="tx2"/>
                </a:solidFill>
                <a:latin typeface="Manrope (本文)"/>
              </a:rPr>
              <a:t>吋橫向螢幕・</a:t>
            </a:r>
            <a:r>
              <a:rPr lang="en-US" altLang="ja-JP" sz="1600" spc="50" dirty="0">
                <a:solidFill>
                  <a:schemeClr val="tx2"/>
                </a:solidFill>
                <a:latin typeface="Manrope (本文)"/>
              </a:rPr>
              <a:t>31 × 31 × 38 cm</a:t>
            </a:r>
          </a:p>
        </p:txBody>
      </p:sp>
      <p:sp>
        <p:nvSpPr>
          <p:cNvPr id="24" name="Rectangle: Rounded Corners 18">
            <a:extLst>
              <a:ext uri="{FF2B5EF4-FFF2-40B4-BE49-F238E27FC236}">
                <a16:creationId xmlns:a16="http://schemas.microsoft.com/office/drawing/2014/main" id="{2C179116-44A7-8F95-D6F4-998955D16F3D}"/>
              </a:ext>
            </a:extLst>
          </p:cNvPr>
          <p:cNvSpPr/>
          <p:nvPr/>
        </p:nvSpPr>
        <p:spPr>
          <a:xfrm>
            <a:off x="758952" y="1676736"/>
            <a:ext cx="4983480" cy="4212000"/>
          </a:xfrm>
          <a:prstGeom prst="roundRect">
            <a:avLst>
              <a:gd name="adj" fmla="val 7869"/>
            </a:avLst>
          </a:prstGeom>
          <a:solidFill>
            <a:srgbClr val="EBEFF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37">
            <a:extLst>
              <a:ext uri="{FF2B5EF4-FFF2-40B4-BE49-F238E27FC236}">
                <a16:creationId xmlns:a16="http://schemas.microsoft.com/office/drawing/2014/main" id="{F5ADEA47-9D3B-6EE6-55FD-45216A0DB666}"/>
              </a:ext>
            </a:extLst>
          </p:cNvPr>
          <p:cNvSpPr/>
          <p:nvPr/>
        </p:nvSpPr>
        <p:spPr>
          <a:xfrm>
            <a:off x="1033273" y="1902176"/>
            <a:ext cx="1044000" cy="32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id-ID" sz="1400" b="1" spc="50" dirty="0">
                <a:solidFill>
                  <a:schemeClr val="bg1"/>
                </a:solidFill>
              </a:rPr>
              <a:t>BEFORE</a:t>
            </a:r>
          </a:p>
        </p:txBody>
      </p:sp>
      <p:sp>
        <p:nvSpPr>
          <p:cNvPr id="30" name="TextBox 44">
            <a:extLst>
              <a:ext uri="{FF2B5EF4-FFF2-40B4-BE49-F238E27FC236}">
                <a16:creationId xmlns:a16="http://schemas.microsoft.com/office/drawing/2014/main" id="{B812198D-0D1D-4599-4C17-6A353227F388}"/>
              </a:ext>
            </a:extLst>
          </p:cNvPr>
          <p:cNvSpPr txBox="1"/>
          <p:nvPr/>
        </p:nvSpPr>
        <p:spPr>
          <a:xfrm>
            <a:off x="2184034" y="1884590"/>
            <a:ext cx="3558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spc="50" dirty="0">
                <a:solidFill>
                  <a:schemeClr val="accent6"/>
                </a:solidFill>
                <a:latin typeface="Manrope (本文)"/>
                <a:cs typeface="Poppins" panose="00000500000000000000" pitchFamily="2" charset="0"/>
              </a:rPr>
              <a:t>3D </a:t>
            </a:r>
            <a:r>
              <a:rPr lang="zh-TW" altLang="en-US" spc="50" dirty="0">
                <a:solidFill>
                  <a:schemeClr val="accent6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cs typeface="Poppins" panose="00000500000000000000" pitchFamily="2" charset="0"/>
              </a:rPr>
              <a:t>列印＋步進馬達</a:t>
            </a:r>
          </a:p>
        </p:txBody>
      </p:sp>
      <p:sp>
        <p:nvSpPr>
          <p:cNvPr id="34" name="文字 18">
            <a:extLst>
              <a:ext uri="{FF2B5EF4-FFF2-40B4-BE49-F238E27FC236}">
                <a16:creationId xmlns:a16="http://schemas.microsoft.com/office/drawing/2014/main" id="{3CE699B1-54EA-E150-554C-A396E88BC29C}"/>
              </a:ext>
            </a:extLst>
          </p:cNvPr>
          <p:cNvSpPr txBox="1"/>
          <p:nvPr/>
        </p:nvSpPr>
        <p:spPr>
          <a:xfrm>
            <a:off x="1033273" y="4689275"/>
            <a:ext cx="4434840" cy="9708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80975" indent="-180975" algn="l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600" spc="50" dirty="0">
                <a:solidFill>
                  <a:schemeClr val="tx2"/>
                </a:solidFill>
                <a:latin typeface="Manrope (本文)"/>
              </a:rPr>
              <a:t>3D 列印蜂巢面板與機構件</a:t>
            </a:r>
          </a:p>
          <a:p>
            <a:pPr marL="180975" indent="-180975" algn="l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600" spc="50" dirty="0">
                <a:solidFill>
                  <a:schemeClr val="tx2"/>
                </a:solidFill>
                <a:latin typeface="Manrope (本文)"/>
              </a:rPr>
              <a:t>Nema 17 步進馬達＋齒條帶動</a:t>
            </a:r>
          </a:p>
          <a:p>
            <a:pPr marL="180975" indent="-180975" algn="l">
              <a:lnSpc>
                <a:spcPct val="130000"/>
              </a:lnSpc>
              <a:buClr>
                <a:srgbClr val="8AA1AC"/>
              </a:buClr>
              <a:buFont typeface="Arial"/>
              <a:buChar char="•"/>
            </a:pPr>
            <a:r>
              <a:rPr lang="zh-TW" altLang="en-US" sz="1600" spc="50" dirty="0">
                <a:solidFill>
                  <a:schemeClr val="tx2"/>
                </a:solidFill>
                <a:latin typeface="Manrope (本文)"/>
              </a:rPr>
              <a:t>列印耗時、強度有限，不利量產</a:t>
            </a:r>
          </a:p>
        </p:txBody>
      </p:sp>
      <p:pic>
        <p:nvPicPr>
          <p:cNvPr id="42" name="馬達 12">
            <a:extLst>
              <a:ext uri="{FF2B5EF4-FFF2-40B4-BE49-F238E27FC236}">
                <a16:creationId xmlns:a16="http://schemas.microsoft.com/office/drawing/2014/main" id="{6FA3CC9F-4112-1075-4C70-5943F200B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944" y="3568644"/>
            <a:ext cx="944150" cy="94415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3D 模型 43">
                <a:extLst>
                  <a:ext uri="{FF2B5EF4-FFF2-40B4-BE49-F238E27FC236}">
                    <a16:creationId xmlns:a16="http://schemas.microsoft.com/office/drawing/2014/main" id="{28BB2F4D-5179-1AD1-0D8A-04A93BA3C3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24893126"/>
                  </p:ext>
                </p:extLst>
              </p:nvPr>
            </p:nvGraphicFramePr>
            <p:xfrm>
              <a:off x="3370773" y="2593980"/>
              <a:ext cx="712335" cy="71233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712335" cy="712335"/>
                    </a:xfrm>
                    <a:prstGeom prst="rect">
                      <a:avLst/>
                    </a:prstGeom>
                  </am3d:spPr>
                  <am3d:camera>
                    <am3d:pos x="0" y="0" z="681786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767" d="1000000"/>
                    <am3d:preTrans dx="-5877241" dy="-18000000" dz="17954723"/>
                    <am3d:scale>
                      <am3d:sx n="1000000" d="1000000"/>
                      <am3d:sy n="1000000" d="1000000"/>
                      <am3d:sz n="1000000" d="1000000"/>
                    </am3d:scale>
                    <am3d:rot ax="8362668" ay="2443315" az="900392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9389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3D 模型 43">
                <a:extLst>
                  <a:ext uri="{FF2B5EF4-FFF2-40B4-BE49-F238E27FC236}">
                    <a16:creationId xmlns:a16="http://schemas.microsoft.com/office/drawing/2014/main" id="{28BB2F4D-5179-1AD1-0D8A-04A93BA3C3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0773" y="2593980"/>
                <a:ext cx="712335" cy="712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3D 模型 42">
                <a:extLst>
                  <a:ext uri="{FF2B5EF4-FFF2-40B4-BE49-F238E27FC236}">
                    <a16:creationId xmlns:a16="http://schemas.microsoft.com/office/drawing/2014/main" id="{1E897374-08AE-F097-A190-C66FD45506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62507344"/>
                  </p:ext>
                </p:extLst>
              </p:nvPr>
            </p:nvGraphicFramePr>
            <p:xfrm>
              <a:off x="4264174" y="2880238"/>
              <a:ext cx="1115988" cy="176622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115988" cy="176622"/>
                    </a:xfrm>
                    <a:prstGeom prst="rect">
                      <a:avLst/>
                    </a:prstGeom>
                  </am3d:spPr>
                  <am3d:camera>
                    <am3d:pos x="0" y="0" z="477188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333" d="1000000"/>
                    <am3d:preTrans dx="-18000000" dy="-2250000" dz="21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7435268" ay="1" az="-10799997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1474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3D 模型 42">
                <a:extLst>
                  <a:ext uri="{FF2B5EF4-FFF2-40B4-BE49-F238E27FC236}">
                    <a16:creationId xmlns:a16="http://schemas.microsoft.com/office/drawing/2014/main" id="{1E897374-08AE-F097-A190-C66FD45506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64174" y="2880238"/>
                <a:ext cx="1115988" cy="176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1" name="3D 模型 41">
                <a:extLst>
                  <a:ext uri="{FF2B5EF4-FFF2-40B4-BE49-F238E27FC236}">
                    <a16:creationId xmlns:a16="http://schemas.microsoft.com/office/drawing/2014/main" id="{C2EC0AF0-8800-00C9-3533-36E2EC35894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5672828"/>
                  </p:ext>
                </p:extLst>
              </p:nvPr>
            </p:nvGraphicFramePr>
            <p:xfrm>
              <a:off x="4415273" y="3736902"/>
              <a:ext cx="755363" cy="603257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755363" cy="603257"/>
                    </a:xfrm>
                    <a:prstGeom prst="rect">
                      <a:avLst/>
                    </a:prstGeom>
                  </am3d:spPr>
                  <am3d:camera>
                    <am3d:pos x="0" y="0" z="625415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361" d="1000000"/>
                    <am3d:preTrans dx="-69462299" dy="-170355480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5312600" ay="4722878" az="5310866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9738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1" name="3D 模型 41">
                <a:extLst>
                  <a:ext uri="{FF2B5EF4-FFF2-40B4-BE49-F238E27FC236}">
                    <a16:creationId xmlns:a16="http://schemas.microsoft.com/office/drawing/2014/main" id="{C2EC0AF0-8800-00C9-3533-36E2EC3589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15273" y="3736902"/>
                <a:ext cx="755363" cy="603257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47642FDA-1ACB-9D68-6D4E-499C55F28D91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書櫃改版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68A8A85-163B-910C-A757-4A0F3A840039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BEFORE &amp; AFTER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558D3B9-B932-B39D-F62B-021BE14DB00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C2D68FF0-A869-1224-C8B5-4CB2E7CDFAC3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3D 模型 1">
                <a:extLst>
                  <a:ext uri="{FF2B5EF4-FFF2-40B4-BE49-F238E27FC236}">
                    <a16:creationId xmlns:a16="http://schemas.microsoft.com/office/drawing/2014/main" id="{497B8371-B7F2-66EF-9973-F3038628F7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7599188"/>
                  </p:ext>
                </p:extLst>
              </p:nvPr>
            </p:nvGraphicFramePr>
            <p:xfrm>
              <a:off x="1266912" y="2440882"/>
              <a:ext cx="1533210" cy="2081484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1533210" cy="208148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am3d:spPr>
                  <am3d:camera>
                    <am3d:pos x="0" y="0" z="609335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" d="1000000"/>
                    <am3d:preTrans dx="-13295198" dy="-6708949" dz="18063641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260118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3D 模型 1">
                <a:extLst>
                  <a:ext uri="{FF2B5EF4-FFF2-40B4-BE49-F238E27FC236}">
                    <a16:creationId xmlns:a16="http://schemas.microsoft.com/office/drawing/2014/main" id="{497B8371-B7F2-66EF-9973-F3038628F7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66912" y="2440882"/>
                <a:ext cx="1533210" cy="2081484"/>
              </a:xfrm>
              <a:prstGeom prst="rect">
                <a:avLst/>
              </a:prstGeom>
              <a:solidFill>
                <a:schemeClr val="bg1"/>
              </a:solidFill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5" name="3D 書櫃">
                <a:extLst>
                  <a:ext uri="{FF2B5EF4-FFF2-40B4-BE49-F238E27FC236}">
                    <a16:creationId xmlns:a16="http://schemas.microsoft.com/office/drawing/2014/main" id="{09F224D6-A684-9B2A-35BE-CC00500602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23731060"/>
                  </p:ext>
                </p:extLst>
              </p:nvPr>
            </p:nvGraphicFramePr>
            <p:xfrm>
              <a:off x="7620768" y="2052661"/>
              <a:ext cx="2634986" cy="2548346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2634986" cy="2548346"/>
                    </a:xfrm>
                    <a:prstGeom prst="rect">
                      <a:avLst/>
                    </a:prstGeom>
                  </am3d:spPr>
                  <am3d:camera>
                    <am3d:pos x="0" y="10067235" z="71632099"/>
                    <am3d:up dx="0" dy="35649650" dz="-5010231"/>
                    <am3d:lookAt x="0" y="0" z="0"/>
                    <am3d:perspective fov="2700000"/>
                  </am3d:camera>
                  <am3d:trans>
                    <am3d:meterPerModelUnit n="2631579" d="1000000"/>
                    <am3d:preTrans dx="0" dy="-18000000" dz="-369473"/>
                    <am3d:scale>
                      <am3d:sx n="1000000" d="1000000"/>
                      <am3d:sy n="1000000" d="1000000"/>
                      <am3d:sz n="1000000" d="1000000"/>
                    </am3d:scale>
                    <am3d:rot ay="20700000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295427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5" name="3D 書櫃">
                <a:extLst>
                  <a:ext uri="{FF2B5EF4-FFF2-40B4-BE49-F238E27FC236}">
                    <a16:creationId xmlns:a16="http://schemas.microsoft.com/office/drawing/2014/main" id="{09F224D6-A684-9B2A-35BE-CC00500602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20768" y="2052661"/>
                <a:ext cx="2634986" cy="25483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04638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02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7" presetClass="emph" presetSubtype="256" repeatCount="indefinite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-43200000">
                                      <p:cBhvr>
                                        <p:cTn id="13" dur="3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60" presetClass="entr" presetSubtype="102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7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8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9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mph" presetSubtype="1024" repeatCount="indefinite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22" dur="8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2500">
                                          <p:val>
                                            <p:fltVal val="4.693"/>
                                          </p:val>
                                        </p:tav>
                                        <p:tav tm="5000">
                                          <p:val>
                                            <p:fltVal val="9.2705"/>
                                          </p:val>
                                        </p:tav>
                                        <p:tav tm="7500">
                                          <p:val>
                                            <p:fltVal val="13.6197"/>
                                          </p:val>
                                        </p:tav>
                                        <p:tav tm="10000">
                                          <p:val>
                                            <p:fltVal val="17.6336"/>
                                          </p:val>
                                        </p:tav>
                                        <p:tav tm="12500">
                                          <p:val>
                                            <p:fltVal val="21.2132"/>
                                          </p:val>
                                        </p:tav>
                                        <p:tav tm="15000">
                                          <p:val>
                                            <p:fltVal val="24.2705"/>
                                          </p:val>
                                        </p:tav>
                                        <p:tav tm="17500">
                                          <p:val>
                                            <p:fltVal val="26.7302"/>
                                          </p:val>
                                        </p:tav>
                                        <p:tav tm="20000">
                                          <p:val>
                                            <p:fltVal val="28.5317"/>
                                          </p:val>
                                        </p:tav>
                                        <p:tav tm="22500">
                                          <p:val>
                                            <p:fltVal val="29.6307"/>
                                          </p:val>
                                        </p:tav>
                                        <p:tav tm="25000">
                                          <p:val>
                                            <p:fltVal val="30"/>
                                          </p:val>
                                        </p:tav>
                                        <p:tav tm="27500">
                                          <p:val>
                                            <p:fltVal val="29.6307"/>
                                          </p:val>
                                        </p:tav>
                                        <p:tav tm="30000">
                                          <p:val>
                                            <p:fltVal val="28.5317"/>
                                          </p:val>
                                        </p:tav>
                                        <p:tav tm="32500">
                                          <p:val>
                                            <p:fltVal val="26.7302"/>
                                          </p:val>
                                        </p:tav>
                                        <p:tav tm="35000">
                                          <p:val>
                                            <p:fltVal val="24.2705"/>
                                          </p:val>
                                        </p:tav>
                                        <p:tav tm="37500">
                                          <p:val>
                                            <p:fltVal val="21.2132"/>
                                          </p:val>
                                        </p:tav>
                                        <p:tav tm="40000">
                                          <p:val>
                                            <p:fltVal val="17.6336"/>
                                          </p:val>
                                        </p:tav>
                                        <p:tav tm="42500">
                                          <p:val>
                                            <p:fltVal val="13.6197"/>
                                          </p:val>
                                        </p:tav>
                                        <p:tav tm="45000">
                                          <p:val>
                                            <p:fltVal val="9.2705"/>
                                          </p:val>
                                        </p:tav>
                                        <p:tav tm="47500">
                                          <p:val>
                                            <p:fltVal val="4.693"/>
                                          </p:val>
                                        </p:tav>
                                        <p:tav tm="50000">
                                          <p:val>
                                            <p:fltVal val="0"/>
                                          </p:val>
                                        </p:tav>
                                        <p:tav tm="52500">
                                          <p:val>
                                            <p:fltVal val="-4.693"/>
                                          </p:val>
                                        </p:tav>
                                        <p:tav tm="55000">
                                          <p:val>
                                            <p:fltVal val="-9.2705"/>
                                          </p:val>
                                        </p:tav>
                                        <p:tav tm="57500">
                                          <p:val>
                                            <p:fltVal val="-13.6197"/>
                                          </p:val>
                                        </p:tav>
                                        <p:tav tm="60000">
                                          <p:val>
                                            <p:fltVal val="-17.6336"/>
                                          </p:val>
                                        </p:tav>
                                        <p:tav tm="62500">
                                          <p:val>
                                            <p:fltVal val="-21.2132"/>
                                          </p:val>
                                        </p:tav>
                                        <p:tav tm="65000">
                                          <p:val>
                                            <p:fltVal val="-24.2705"/>
                                          </p:val>
                                        </p:tav>
                                        <p:tav tm="67500">
                                          <p:val>
                                            <p:fltVal val="-26.7302"/>
                                          </p:val>
                                        </p:tav>
                                        <p:tav tm="70000">
                                          <p:val>
                                            <p:fltVal val="-28.5317"/>
                                          </p:val>
                                        </p:tav>
                                        <p:tav tm="72500">
                                          <p:val>
                                            <p:fltVal val="-29.6307"/>
                                          </p:val>
                                        </p:tav>
                                        <p:tav tm="75000">
                                          <p:val>
                                            <p:fltVal val="-30"/>
                                          </p:val>
                                        </p:tav>
                                        <p:tav tm="77500">
                                          <p:val>
                                            <p:fltVal val="-29.6307"/>
                                          </p:val>
                                        </p:tav>
                                        <p:tav tm="80000">
                                          <p:val>
                                            <p:fltVal val="-28.5317"/>
                                          </p:val>
                                        </p:tav>
                                        <p:tav tm="82500">
                                          <p:val>
                                            <p:fltVal val="-26.7302"/>
                                          </p:val>
                                        </p:tav>
                                        <p:tav tm="85000">
                                          <p:val>
                                            <p:fltVal val="-24.2705"/>
                                          </p:val>
                                        </p:tav>
                                        <p:tav tm="87500">
                                          <p:val>
                                            <p:fltVal val="-21.2132"/>
                                          </p:val>
                                        </p:tav>
                                        <p:tav tm="90000">
                                          <p:val>
                                            <p:fltVal val="-17.6336"/>
                                          </p:val>
                                        </p:tav>
                                        <p:tav tm="92500">
                                          <p:val>
                                            <p:fltVal val="-13.6197"/>
                                          </p:val>
                                        </p:tav>
                                        <p:tav tm="95000">
                                          <p:val>
                                            <p:fltVal val="-9.2705"/>
                                          </p:val>
                                        </p:tav>
                                        <p:tav tm="97500">
                                          <p:val>
                                            <p:fltVal val="-4.693"/>
                                          </p:val>
                                        </p:tav>
                                        <p:tav tm="100000">
                                          <p:val>
                                            <p:fltVal val="-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5D15E-5191-2F3E-9507-5DD8EE5C4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A5D77ADE-FFAC-DE51-D2BB-9B5065E73C3B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硬體組成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6A8E29-4731-943A-7377-A9D1473DA1A3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HARDWARE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F96805F-3EF3-B104-ACD4-72E694D3AC6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13CB2263-6F28-87CC-1D7C-16A7672CC5A6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pic>
        <p:nvPicPr>
          <p:cNvPr id="38" name="!!透視">
            <a:extLst>
              <a:ext uri="{FF2B5EF4-FFF2-40B4-BE49-F238E27FC236}">
                <a16:creationId xmlns:a16="http://schemas.microsoft.com/office/drawing/2014/main" id="{42761B07-8C07-6835-0854-27811B953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578" y="1639200"/>
            <a:ext cx="4156364" cy="45720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8" name="!!主控板">
                <a:extLst>
                  <a:ext uri="{FF2B5EF4-FFF2-40B4-BE49-F238E27FC236}">
                    <a16:creationId xmlns:a16="http://schemas.microsoft.com/office/drawing/2014/main" id="{AACE033C-BF70-7F5C-93B2-CA96A5D9A0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2729738"/>
                  </p:ext>
                </p:extLst>
              </p:nvPr>
            </p:nvGraphicFramePr>
            <p:xfrm>
              <a:off x="5456697" y="2406785"/>
              <a:ext cx="1212337" cy="452458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212337" cy="452458"/>
                    </a:xfrm>
                    <a:prstGeom prst="rect">
                      <a:avLst/>
                    </a:prstGeom>
                  </am3d:spPr>
                  <am3d:camera>
                    <am3d:pos x="0" y="288539580" z="648070516"/>
                    <am3d:up dx="0" dy="32887636" dz="-14642519"/>
                    <am3d:lookAt x="0" y="0" z="0"/>
                    <am3d:perspective fov="2700000"/>
                  </am3d:camera>
                  <am3d:trans>
                    <am3d:meterPerModelUnit n="7585526" d="1000000"/>
                    <am3d:preTrans dx="249868" dy="-2550557" dz="409619"/>
                    <am3d:scale>
                      <am3d:sx n="1000000" d="1000000"/>
                      <am3d:sy n="1000000" d="1000000"/>
                      <am3d:sz n="1000000" d="1000000"/>
                    </am3d:scale>
                    <am3d:rot ax="-324791" ay="-482021" az="46366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84461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8" name="!!主控板">
                <a:extLst>
                  <a:ext uri="{FF2B5EF4-FFF2-40B4-BE49-F238E27FC236}">
                    <a16:creationId xmlns:a16="http://schemas.microsoft.com/office/drawing/2014/main" id="{AACE033C-BF70-7F5C-93B2-CA96A5D9A0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6697" y="2406785"/>
                <a:ext cx="1212337" cy="452458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文字 9">
            <a:extLst>
              <a:ext uri="{FF2B5EF4-FFF2-40B4-BE49-F238E27FC236}">
                <a16:creationId xmlns:a16="http://schemas.microsoft.com/office/drawing/2014/main" id="{67563E03-A337-8349-B245-31479A828E17}"/>
              </a:ext>
            </a:extLst>
          </p:cNvPr>
          <p:cNvSpPr txBox="1"/>
          <p:nvPr/>
        </p:nvSpPr>
        <p:spPr>
          <a:xfrm>
            <a:off x="742018" y="178550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12V </a:t>
            </a: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電源輸入</a:t>
            </a:r>
          </a:p>
        </p:txBody>
      </p:sp>
      <p:sp>
        <p:nvSpPr>
          <p:cNvPr id="48" name="文字 10">
            <a:extLst>
              <a:ext uri="{FF2B5EF4-FFF2-40B4-BE49-F238E27FC236}">
                <a16:creationId xmlns:a16="http://schemas.microsoft.com/office/drawing/2014/main" id="{2EC53C07-AAC9-5B1E-ACA8-DEF9A3D94DD0}"/>
              </a:ext>
            </a:extLst>
          </p:cNvPr>
          <p:cNvSpPr txBox="1"/>
          <p:nvPr/>
        </p:nvSpPr>
        <p:spPr>
          <a:xfrm>
            <a:off x="742018" y="213297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頂板開孔接入 DC 插座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49" name="線條 11">
            <a:extLst>
              <a:ext uri="{FF2B5EF4-FFF2-40B4-BE49-F238E27FC236}">
                <a16:creationId xmlns:a16="http://schemas.microsoft.com/office/drawing/2014/main" id="{B6CC9BAD-E3CE-9342-D694-03C73AC8D856}"/>
              </a:ext>
            </a:extLst>
          </p:cNvPr>
          <p:cNvCxnSpPr/>
          <p:nvPr/>
        </p:nvCxnSpPr>
        <p:spPr>
          <a:xfrm>
            <a:off x="3337560" y="1968384"/>
            <a:ext cx="2271453" cy="574825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50" name="標記點 12">
            <a:extLst>
              <a:ext uri="{FF2B5EF4-FFF2-40B4-BE49-F238E27FC236}">
                <a16:creationId xmlns:a16="http://schemas.microsoft.com/office/drawing/2014/main" id="{9655E291-39A1-1FE2-CF4A-E851738FE486}"/>
              </a:ext>
            </a:extLst>
          </p:cNvPr>
          <p:cNvSpPr/>
          <p:nvPr/>
        </p:nvSpPr>
        <p:spPr>
          <a:xfrm>
            <a:off x="5558721" y="2492917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52" name="文字 13">
            <a:extLst>
              <a:ext uri="{FF2B5EF4-FFF2-40B4-BE49-F238E27FC236}">
                <a16:creationId xmlns:a16="http://schemas.microsoft.com/office/drawing/2014/main" id="{65A4ED6A-2A6F-EEF6-3211-A65FA15832F2}"/>
              </a:ext>
            </a:extLst>
          </p:cNvPr>
          <p:cNvSpPr txBox="1"/>
          <p:nvPr/>
        </p:nvSpPr>
        <p:spPr>
          <a:xfrm>
            <a:off x="742018" y="269990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自製主控板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Rev A</a:t>
            </a:r>
          </a:p>
        </p:txBody>
      </p:sp>
      <p:sp>
        <p:nvSpPr>
          <p:cNvPr id="53" name="文字 14">
            <a:extLst>
              <a:ext uri="{FF2B5EF4-FFF2-40B4-BE49-F238E27FC236}">
                <a16:creationId xmlns:a16="http://schemas.microsoft.com/office/drawing/2014/main" id="{62965AAF-658B-3BBC-4354-536B23998F24}"/>
              </a:ext>
            </a:extLst>
          </p:cNvPr>
          <p:cNvSpPr txBox="1"/>
          <p:nvPr/>
        </p:nvSpPr>
        <p:spPr>
          <a:xfrm>
            <a:off x="742018" y="304737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平放於頂層，ESP32-S3 主控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54" name="線條 15">
            <a:extLst>
              <a:ext uri="{FF2B5EF4-FFF2-40B4-BE49-F238E27FC236}">
                <a16:creationId xmlns:a16="http://schemas.microsoft.com/office/drawing/2014/main" id="{A8AFC0E0-F5E0-1F28-C834-EE12B12A70EA}"/>
              </a:ext>
            </a:extLst>
          </p:cNvPr>
          <p:cNvCxnSpPr/>
          <p:nvPr/>
        </p:nvCxnSpPr>
        <p:spPr>
          <a:xfrm flipV="1">
            <a:off x="3337560" y="2713620"/>
            <a:ext cx="2730731" cy="169164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55" name="標記點 16">
            <a:extLst>
              <a:ext uri="{FF2B5EF4-FFF2-40B4-BE49-F238E27FC236}">
                <a16:creationId xmlns:a16="http://schemas.microsoft.com/office/drawing/2014/main" id="{7AD24BBF-D0F1-4479-799A-DD0380E284AD}"/>
              </a:ext>
            </a:extLst>
          </p:cNvPr>
          <p:cNvSpPr/>
          <p:nvPr/>
        </p:nvSpPr>
        <p:spPr>
          <a:xfrm>
            <a:off x="6017999" y="2663328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56" name="文字 17">
            <a:extLst>
              <a:ext uri="{FF2B5EF4-FFF2-40B4-BE49-F238E27FC236}">
                <a16:creationId xmlns:a16="http://schemas.microsoft.com/office/drawing/2014/main" id="{350C4B40-4D02-6CCB-4AB6-88F0D12E5E2B}"/>
              </a:ext>
            </a:extLst>
          </p:cNvPr>
          <p:cNvSpPr txBox="1"/>
          <p:nvPr/>
        </p:nvSpPr>
        <p:spPr>
          <a:xfrm>
            <a:off x="742018" y="379718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12V </a:t>
            </a: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電磁鎖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×4</a:t>
            </a:r>
          </a:p>
        </p:txBody>
      </p:sp>
      <p:sp>
        <p:nvSpPr>
          <p:cNvPr id="57" name="文字 18">
            <a:extLst>
              <a:ext uri="{FF2B5EF4-FFF2-40B4-BE49-F238E27FC236}">
                <a16:creationId xmlns:a16="http://schemas.microsoft.com/office/drawing/2014/main" id="{49504541-6E71-6A05-AF74-BF5B8460AD9C}"/>
              </a:ext>
            </a:extLst>
          </p:cNvPr>
          <p:cNvSpPr txBox="1"/>
          <p:nvPr/>
        </p:nvSpPr>
        <p:spPr>
          <a:xfrm>
            <a:off x="742018" y="414465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裝於櫃門左側，斷電上鎖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58" name="線條 19">
            <a:extLst>
              <a:ext uri="{FF2B5EF4-FFF2-40B4-BE49-F238E27FC236}">
                <a16:creationId xmlns:a16="http://schemas.microsoft.com/office/drawing/2014/main" id="{FFC88F60-EC3C-B71A-20F7-2D6CF1FD0EB3}"/>
              </a:ext>
            </a:extLst>
          </p:cNvPr>
          <p:cNvCxnSpPr/>
          <p:nvPr/>
        </p:nvCxnSpPr>
        <p:spPr>
          <a:xfrm>
            <a:off x="3337560" y="3980064"/>
            <a:ext cx="2034540" cy="423118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59" name="標記點 20">
            <a:extLst>
              <a:ext uri="{FF2B5EF4-FFF2-40B4-BE49-F238E27FC236}">
                <a16:creationId xmlns:a16="http://schemas.microsoft.com/office/drawing/2014/main" id="{0B8E1339-7300-2911-0CD3-ED90950C0BC3}"/>
              </a:ext>
            </a:extLst>
          </p:cNvPr>
          <p:cNvSpPr/>
          <p:nvPr/>
        </p:nvSpPr>
        <p:spPr>
          <a:xfrm>
            <a:off x="5321808" y="4352890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60" name="文字 21">
            <a:extLst>
              <a:ext uri="{FF2B5EF4-FFF2-40B4-BE49-F238E27FC236}">
                <a16:creationId xmlns:a16="http://schemas.microsoft.com/office/drawing/2014/main" id="{5F445F4E-3B22-4C69-025E-8B820B26ECEC}"/>
              </a:ext>
            </a:extLst>
          </p:cNvPr>
          <p:cNvSpPr txBox="1"/>
          <p:nvPr/>
        </p:nvSpPr>
        <p:spPr>
          <a:xfrm>
            <a:off x="742018" y="471158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門磁開關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×4</a:t>
            </a:r>
          </a:p>
        </p:txBody>
      </p:sp>
      <p:sp>
        <p:nvSpPr>
          <p:cNvPr id="61" name="文字 22">
            <a:extLst>
              <a:ext uri="{FF2B5EF4-FFF2-40B4-BE49-F238E27FC236}">
                <a16:creationId xmlns:a16="http://schemas.microsoft.com/office/drawing/2014/main" id="{96F0EF0D-569B-F847-B407-52A8F5B1B346}"/>
              </a:ext>
            </a:extLst>
          </p:cNvPr>
          <p:cNvSpPr txBox="1"/>
          <p:nvPr/>
        </p:nvSpPr>
        <p:spPr>
          <a:xfrm>
            <a:off x="742018" y="505905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偵測櫃門是否關閉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62" name="線條 23">
            <a:extLst>
              <a:ext uri="{FF2B5EF4-FFF2-40B4-BE49-F238E27FC236}">
                <a16:creationId xmlns:a16="http://schemas.microsoft.com/office/drawing/2014/main" id="{4780CFFE-3174-5D20-2377-9BDE346A7325}"/>
              </a:ext>
            </a:extLst>
          </p:cNvPr>
          <p:cNvCxnSpPr/>
          <p:nvPr/>
        </p:nvCxnSpPr>
        <p:spPr>
          <a:xfrm flipV="1">
            <a:off x="3337560" y="4800115"/>
            <a:ext cx="2531225" cy="94349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63" name="標記點 24">
            <a:extLst>
              <a:ext uri="{FF2B5EF4-FFF2-40B4-BE49-F238E27FC236}">
                <a16:creationId xmlns:a16="http://schemas.microsoft.com/office/drawing/2014/main" id="{892047F4-F7D2-91B6-8C02-089D30ADD7A2}"/>
              </a:ext>
            </a:extLst>
          </p:cNvPr>
          <p:cNvSpPr/>
          <p:nvPr/>
        </p:nvSpPr>
        <p:spPr>
          <a:xfrm>
            <a:off x="5818493" y="4749823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64" name="文字 25">
            <a:extLst>
              <a:ext uri="{FF2B5EF4-FFF2-40B4-BE49-F238E27FC236}">
                <a16:creationId xmlns:a16="http://schemas.microsoft.com/office/drawing/2014/main" id="{8CA06799-1BD3-1D4B-D8AA-114043FB1DF1}"/>
              </a:ext>
            </a:extLst>
          </p:cNvPr>
          <p:cNvSpPr txBox="1"/>
          <p:nvPr/>
        </p:nvSpPr>
        <p:spPr>
          <a:xfrm>
            <a:off x="8904902" y="21695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2.8 </a:t>
            </a: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吋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TFT</a:t>
            </a: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 螢幕</a:t>
            </a:r>
          </a:p>
        </p:txBody>
      </p:sp>
      <p:sp>
        <p:nvSpPr>
          <p:cNvPr id="66" name="文字 26">
            <a:extLst>
              <a:ext uri="{FF2B5EF4-FFF2-40B4-BE49-F238E27FC236}">
                <a16:creationId xmlns:a16="http://schemas.microsoft.com/office/drawing/2014/main" id="{AF788725-E884-D16C-B662-0418216E604C}"/>
              </a:ext>
            </a:extLst>
          </p:cNvPr>
          <p:cNvSpPr txBox="1"/>
          <p:nvPr/>
        </p:nvSpPr>
        <p:spPr>
          <a:xfrm>
            <a:off x="8904902" y="2517024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橫向 320×240，純顯示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67" name="線條 27">
            <a:extLst>
              <a:ext uri="{FF2B5EF4-FFF2-40B4-BE49-F238E27FC236}">
                <a16:creationId xmlns:a16="http://schemas.microsoft.com/office/drawing/2014/main" id="{96E6EEFE-61E1-A43D-A66C-EA3071AED4D3}"/>
              </a:ext>
            </a:extLst>
          </p:cNvPr>
          <p:cNvCxnSpPr/>
          <p:nvPr/>
        </p:nvCxnSpPr>
        <p:spPr>
          <a:xfrm flipH="1">
            <a:off x="7292340" y="2352432"/>
            <a:ext cx="1531620" cy="832935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68" name="標記點 28">
            <a:extLst>
              <a:ext uri="{FF2B5EF4-FFF2-40B4-BE49-F238E27FC236}">
                <a16:creationId xmlns:a16="http://schemas.microsoft.com/office/drawing/2014/main" id="{B23A7167-29C0-0964-B6BB-472379579A70}"/>
              </a:ext>
            </a:extLst>
          </p:cNvPr>
          <p:cNvSpPr/>
          <p:nvPr/>
        </p:nvSpPr>
        <p:spPr>
          <a:xfrm>
            <a:off x="7242048" y="3135075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69" name="文字 29">
            <a:extLst>
              <a:ext uri="{FF2B5EF4-FFF2-40B4-BE49-F238E27FC236}">
                <a16:creationId xmlns:a16="http://schemas.microsoft.com/office/drawing/2014/main" id="{362BD58D-40B0-8091-005C-2703470087B4}"/>
              </a:ext>
            </a:extLst>
          </p:cNvPr>
          <p:cNvSpPr txBox="1"/>
          <p:nvPr/>
        </p:nvSpPr>
        <p:spPr>
          <a:xfrm>
            <a:off x="8904902" y="3248544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dirty="0">
                <a:solidFill>
                  <a:schemeClr val="tx2"/>
                </a:solidFill>
                <a:ea typeface="Noto Sans TC Medium" panose="020B0200000000000000" pitchFamily="34" charset="-128"/>
              </a:rPr>
              <a:t>壓克力櫃門 </a:t>
            </a:r>
            <a:r>
              <a:rPr lang="zh-TW" altLang="en-US" b="1" dirty="0">
                <a:solidFill>
                  <a:schemeClr val="tx2"/>
                </a:solidFill>
                <a:ea typeface="Noto Sans TC Medium" panose="020B0200000000000000" pitchFamily="34" charset="-128"/>
              </a:rPr>
              <a:t>A01–A04</a:t>
            </a:r>
          </a:p>
        </p:txBody>
      </p:sp>
      <p:sp>
        <p:nvSpPr>
          <p:cNvPr id="70" name="文字 30">
            <a:extLst>
              <a:ext uri="{FF2B5EF4-FFF2-40B4-BE49-F238E27FC236}">
                <a16:creationId xmlns:a16="http://schemas.microsoft.com/office/drawing/2014/main" id="{F08BE5F9-2A70-6CE6-D01E-7587047E3B09}"/>
              </a:ext>
            </a:extLst>
          </p:cNvPr>
          <p:cNvSpPr txBox="1"/>
          <p:nvPr/>
        </p:nvSpPr>
        <p:spPr>
          <a:xfrm>
            <a:off x="8904902" y="3596016"/>
            <a:ext cx="2514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1400" b="0" dirty="0">
                <a:solidFill>
                  <a:srgbClr val="727D81"/>
                </a:solidFill>
              </a:rPr>
              <a:t>由上而下，每格一本書</a:t>
            </a:r>
            <a:endParaRPr lang="zh-TW" altLang="en-US" sz="1400" dirty="0">
              <a:solidFill>
                <a:srgbClr val="727D81"/>
              </a:solidFill>
            </a:endParaRPr>
          </a:p>
        </p:txBody>
      </p:sp>
      <p:cxnSp>
        <p:nvCxnSpPr>
          <p:cNvPr id="71" name="線條 31">
            <a:extLst>
              <a:ext uri="{FF2B5EF4-FFF2-40B4-BE49-F238E27FC236}">
                <a16:creationId xmlns:a16="http://schemas.microsoft.com/office/drawing/2014/main" id="{6A0DB2F4-30B7-BEA1-1437-F84DC79874D3}"/>
              </a:ext>
            </a:extLst>
          </p:cNvPr>
          <p:cNvCxnSpPr/>
          <p:nvPr/>
        </p:nvCxnSpPr>
        <p:spPr>
          <a:xfrm flipH="1">
            <a:off x="7125566" y="3431424"/>
            <a:ext cx="1698394" cy="443796"/>
          </a:xfrm>
          <a:prstGeom prst="line">
            <a:avLst/>
          </a:prstGeom>
          <a:ln w="12700">
            <a:solidFill>
              <a:srgbClr val="607D8B"/>
            </a:solidFill>
          </a:ln>
        </p:spPr>
      </p:cxnSp>
      <p:sp>
        <p:nvSpPr>
          <p:cNvPr id="72" name="標記點 32">
            <a:extLst>
              <a:ext uri="{FF2B5EF4-FFF2-40B4-BE49-F238E27FC236}">
                <a16:creationId xmlns:a16="http://schemas.microsoft.com/office/drawing/2014/main" id="{E3AB59E2-B8ED-48FA-EF8E-5E4F5E348254}"/>
              </a:ext>
            </a:extLst>
          </p:cNvPr>
          <p:cNvSpPr/>
          <p:nvPr/>
        </p:nvSpPr>
        <p:spPr>
          <a:xfrm>
            <a:off x="7075274" y="3824928"/>
            <a:ext cx="100584" cy="100584"/>
          </a:xfrm>
          <a:prstGeom prst="ellipse">
            <a:avLst/>
          </a:prstGeom>
          <a:solidFill>
            <a:srgbClr val="607D8B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60F5DCD-FBB6-7BEB-0002-F88030234E22}"/>
              </a:ext>
            </a:extLst>
          </p:cNvPr>
          <p:cNvSpPr/>
          <p:nvPr/>
        </p:nvSpPr>
        <p:spPr>
          <a:xfrm>
            <a:off x="4002578" y="4749823"/>
            <a:ext cx="799667" cy="973399"/>
          </a:xfrm>
          <a:prstGeom prst="rect">
            <a:avLst/>
          </a:prstGeom>
          <a:gradFill flip="none" rotWithShape="1">
            <a:gsLst>
              <a:gs pos="33000">
                <a:srgbClr val="F8FAFB"/>
              </a:gs>
              <a:gs pos="100000">
                <a:srgbClr val="F8FAFB">
                  <a:alpha val="2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675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8" grpId="0"/>
      <p:bldP spid="50" grpId="0" animBg="1"/>
      <p:bldP spid="52" grpId="0"/>
      <p:bldP spid="53" grpId="0"/>
      <p:bldP spid="55" grpId="0" animBg="1"/>
      <p:bldP spid="56" grpId="0"/>
      <p:bldP spid="57" grpId="0"/>
      <p:bldP spid="59" grpId="0" animBg="1"/>
      <p:bldP spid="60" grpId="0"/>
      <p:bldP spid="61" grpId="0"/>
      <p:bldP spid="63" grpId="0" animBg="1"/>
      <p:bldP spid="64" grpId="0"/>
      <p:bldP spid="66" grpId="0"/>
      <p:bldP spid="68" grpId="0" animBg="1"/>
      <p:bldP spid="69" grpId="0"/>
      <p:bldP spid="70" grpId="0"/>
      <p:bldP spid="7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A93BCE-FF80-4BF5-6EA3-101C3AF5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2163B52-EDDA-E456-BB70-25A0F7E12E89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自製主控板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EF9C748-A05D-20F2-5D99-DAB2462DCB53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CUSTOM PCB · REV A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BF3C55-E35C-53FB-5D5A-FBBDB834492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47F3670D-FC75-3877-454B-14E642B9240E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C0897EC2-658F-A74F-C9F5-292E2326F9D9}"/>
              </a:ext>
            </a:extLst>
          </p:cNvPr>
          <p:cNvGrpSpPr/>
          <p:nvPr/>
        </p:nvGrpSpPr>
        <p:grpSpPr>
          <a:xfrm>
            <a:off x="7315200" y="1626233"/>
            <a:ext cx="4114800" cy="731520"/>
            <a:chOff x="7315200" y="1626233"/>
            <a:chExt cx="4114800" cy="731520"/>
          </a:xfrm>
        </p:grpSpPr>
        <p:sp>
          <p:nvSpPr>
            <p:cNvPr id="3" name="卡片 10">
              <a:extLst>
                <a:ext uri="{FF2B5EF4-FFF2-40B4-BE49-F238E27FC236}">
                  <a16:creationId xmlns:a16="http://schemas.microsoft.com/office/drawing/2014/main" id="{1361CFF8-711E-BA3F-EFAA-1FCC8199E880}"/>
                </a:ext>
              </a:extLst>
            </p:cNvPr>
            <p:cNvSpPr/>
            <p:nvPr/>
          </p:nvSpPr>
          <p:spPr>
            <a:xfrm>
              <a:off x="7315200" y="1626233"/>
              <a:ext cx="4114800" cy="731520"/>
            </a:xfrm>
            <a:prstGeom prst="roundRect">
              <a:avLst>
                <a:gd name="adj" fmla="val 20208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字 13">
              <a:extLst>
                <a:ext uri="{FF2B5EF4-FFF2-40B4-BE49-F238E27FC236}">
                  <a16:creationId xmlns:a16="http://schemas.microsoft.com/office/drawing/2014/main" id="{4FF4F8E6-0948-C2D3-58DA-FF75D281AAA7}"/>
                </a:ext>
              </a:extLst>
            </p:cNvPr>
            <p:cNvSpPr txBox="1"/>
            <p:nvPr/>
          </p:nvSpPr>
          <p:spPr>
            <a:xfrm>
              <a:off x="8065008" y="1699385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電源</a:t>
              </a:r>
            </a:p>
          </p:txBody>
        </p:sp>
        <p:sp>
          <p:nvSpPr>
            <p:cNvPr id="45" name="文字 14">
              <a:extLst>
                <a:ext uri="{FF2B5EF4-FFF2-40B4-BE49-F238E27FC236}">
                  <a16:creationId xmlns:a16="http://schemas.microsoft.com/office/drawing/2014/main" id="{DB8FBB72-0C50-9631-13BE-29B4BB6534BB}"/>
                </a:ext>
              </a:extLst>
            </p:cNvPr>
            <p:cNvSpPr txBox="1"/>
            <p:nvPr/>
          </p:nvSpPr>
          <p:spPr>
            <a:xfrm>
              <a:off x="8686800" y="1681097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12V DC 輸入，L7805 穩壓 5V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68" name="Graphic 18">
              <a:extLst>
                <a:ext uri="{FF2B5EF4-FFF2-40B4-BE49-F238E27FC236}">
                  <a16:creationId xmlns:a16="http://schemas.microsoft.com/office/drawing/2014/main" id="{8AA83BFF-E1E5-C6BE-83E9-D4B240CF15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1733232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3" name="圖示 12">
              <a:extLst>
                <a:ext uri="{FF2B5EF4-FFF2-40B4-BE49-F238E27FC236}">
                  <a16:creationId xmlns:a16="http://schemas.microsoft.com/office/drawing/2014/main" id="{97EA48E4-7B5E-3377-E861-C188CD10B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6111" y="1863936"/>
              <a:ext cx="266273" cy="266273"/>
            </a:xfrm>
            <a:prstGeom prst="rect">
              <a:avLst/>
            </a:prstGeom>
          </p:spPr>
        </p:pic>
      </p:grp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1ACB1697-77F2-B8CA-77F1-C23C919DB26F}"/>
              </a:ext>
            </a:extLst>
          </p:cNvPr>
          <p:cNvGrpSpPr/>
          <p:nvPr/>
        </p:nvGrpSpPr>
        <p:grpSpPr>
          <a:xfrm>
            <a:off x="7315200" y="2505742"/>
            <a:ext cx="4114800" cy="731520"/>
            <a:chOff x="7315200" y="2467481"/>
            <a:chExt cx="4114800" cy="731520"/>
          </a:xfrm>
        </p:grpSpPr>
        <p:sp>
          <p:nvSpPr>
            <p:cNvPr id="47" name="卡片 15">
              <a:extLst>
                <a:ext uri="{FF2B5EF4-FFF2-40B4-BE49-F238E27FC236}">
                  <a16:creationId xmlns:a16="http://schemas.microsoft.com/office/drawing/2014/main" id="{3F6892B6-F693-7D5D-9199-2C3D36E2FE6D}"/>
                </a:ext>
              </a:extLst>
            </p:cNvPr>
            <p:cNvSpPr/>
            <p:nvPr/>
          </p:nvSpPr>
          <p:spPr>
            <a:xfrm>
              <a:off x="7315200" y="2467481"/>
              <a:ext cx="4114800" cy="731520"/>
            </a:xfrm>
            <a:prstGeom prst="roundRect">
              <a:avLst>
                <a:gd name="adj" fmla="val 1934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0" name="文字 18">
              <a:extLst>
                <a:ext uri="{FF2B5EF4-FFF2-40B4-BE49-F238E27FC236}">
                  <a16:creationId xmlns:a16="http://schemas.microsoft.com/office/drawing/2014/main" id="{DC3EE52C-6695-B47F-A6C6-57F51095F9D0}"/>
                </a:ext>
              </a:extLst>
            </p:cNvPr>
            <p:cNvSpPr txBox="1"/>
            <p:nvPr/>
          </p:nvSpPr>
          <p:spPr>
            <a:xfrm>
              <a:off x="8065008" y="2540633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主控</a:t>
              </a:r>
            </a:p>
          </p:txBody>
        </p:sp>
        <p:sp>
          <p:nvSpPr>
            <p:cNvPr id="51" name="文字 19">
              <a:extLst>
                <a:ext uri="{FF2B5EF4-FFF2-40B4-BE49-F238E27FC236}">
                  <a16:creationId xmlns:a16="http://schemas.microsoft.com/office/drawing/2014/main" id="{BDDF1D48-6EB7-9988-4F4A-87026A797D0B}"/>
                </a:ext>
              </a:extLst>
            </p:cNvPr>
            <p:cNvSpPr txBox="1"/>
            <p:nvPr/>
          </p:nvSpPr>
          <p:spPr>
            <a:xfrm>
              <a:off x="8686800" y="2522345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ESP32-S3-DevKitC-1（N16R8）</a:t>
              </a:r>
              <a:b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</a:b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以排母插接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69" name="Graphic 18">
              <a:extLst>
                <a:ext uri="{FF2B5EF4-FFF2-40B4-BE49-F238E27FC236}">
                  <a16:creationId xmlns:a16="http://schemas.microsoft.com/office/drawing/2014/main" id="{39ABFFD5-5A7E-F815-59CB-5E7D3B1D64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2574480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49" name="圖示 17">
              <a:extLst>
                <a:ext uri="{FF2B5EF4-FFF2-40B4-BE49-F238E27FC236}">
                  <a16:creationId xmlns:a16="http://schemas.microsoft.com/office/drawing/2014/main" id="{B6126F8D-9871-3E8E-ABFA-A7686D004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66111" y="2715344"/>
              <a:ext cx="266273" cy="266273"/>
            </a:xfrm>
            <a:prstGeom prst="rect">
              <a:avLst/>
            </a:prstGeom>
          </p:spPr>
        </p:pic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FA524850-4637-4085-B3C6-0BC17A528D70}"/>
              </a:ext>
            </a:extLst>
          </p:cNvPr>
          <p:cNvGrpSpPr/>
          <p:nvPr/>
        </p:nvGrpSpPr>
        <p:grpSpPr>
          <a:xfrm>
            <a:off x="7315200" y="3385251"/>
            <a:ext cx="4114800" cy="731520"/>
            <a:chOff x="7315200" y="3308729"/>
            <a:chExt cx="4114800" cy="731520"/>
          </a:xfrm>
        </p:grpSpPr>
        <p:sp>
          <p:nvSpPr>
            <p:cNvPr id="52" name="卡片 20">
              <a:extLst>
                <a:ext uri="{FF2B5EF4-FFF2-40B4-BE49-F238E27FC236}">
                  <a16:creationId xmlns:a16="http://schemas.microsoft.com/office/drawing/2014/main" id="{A9A0C2C4-1C4F-C3EE-FB75-2E9A03BDB143}"/>
                </a:ext>
              </a:extLst>
            </p:cNvPr>
            <p:cNvSpPr/>
            <p:nvPr/>
          </p:nvSpPr>
          <p:spPr>
            <a:xfrm>
              <a:off x="7315200" y="3308729"/>
              <a:ext cx="4114800" cy="731520"/>
            </a:xfrm>
            <a:prstGeom prst="roundRect">
              <a:avLst>
                <a:gd name="adj" fmla="val 23681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55" name="文字 23">
              <a:extLst>
                <a:ext uri="{FF2B5EF4-FFF2-40B4-BE49-F238E27FC236}">
                  <a16:creationId xmlns:a16="http://schemas.microsoft.com/office/drawing/2014/main" id="{9B0DEF61-8096-0586-F443-F18C9B0EAE9D}"/>
                </a:ext>
              </a:extLst>
            </p:cNvPr>
            <p:cNvSpPr txBox="1"/>
            <p:nvPr/>
          </p:nvSpPr>
          <p:spPr>
            <a:xfrm>
              <a:off x="8065008" y="3381881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驅動</a:t>
              </a:r>
            </a:p>
          </p:txBody>
        </p:sp>
        <p:sp>
          <p:nvSpPr>
            <p:cNvPr id="56" name="文字 24">
              <a:extLst>
                <a:ext uri="{FF2B5EF4-FFF2-40B4-BE49-F238E27FC236}">
                  <a16:creationId xmlns:a16="http://schemas.microsoft.com/office/drawing/2014/main" id="{44124A70-4991-96AD-BED3-21BA0EED4C30}"/>
                </a:ext>
              </a:extLst>
            </p:cNvPr>
            <p:cNvSpPr txBox="1"/>
            <p:nvPr/>
          </p:nvSpPr>
          <p:spPr>
            <a:xfrm>
              <a:off x="8686800" y="3363593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PC81</a:t>
              </a:r>
              <a:r>
                <a:rPr lang="en-US" altLang="zh-TW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7</a:t>
              </a: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 光耦＋S8050，繼電器 ×4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70" name="Graphic 18">
              <a:extLst>
                <a:ext uri="{FF2B5EF4-FFF2-40B4-BE49-F238E27FC236}">
                  <a16:creationId xmlns:a16="http://schemas.microsoft.com/office/drawing/2014/main" id="{97B88152-49DB-062E-9FF9-985798380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3415728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4" name="圖示 22">
              <a:extLst>
                <a:ext uri="{FF2B5EF4-FFF2-40B4-BE49-F238E27FC236}">
                  <a16:creationId xmlns:a16="http://schemas.microsoft.com/office/drawing/2014/main" id="{02EF970D-8135-04D4-E343-01974FF6A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66111" y="3561672"/>
              <a:ext cx="266273" cy="266273"/>
            </a:xfrm>
            <a:prstGeom prst="rect">
              <a:avLst/>
            </a:prstGeom>
          </p:spPr>
        </p:pic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51EDB68-EEF3-B587-411D-7A0E0D08290C}"/>
              </a:ext>
            </a:extLst>
          </p:cNvPr>
          <p:cNvGrpSpPr/>
          <p:nvPr/>
        </p:nvGrpSpPr>
        <p:grpSpPr>
          <a:xfrm>
            <a:off x="7315200" y="4264760"/>
            <a:ext cx="4114800" cy="731520"/>
            <a:chOff x="7315200" y="4149977"/>
            <a:chExt cx="4114800" cy="731520"/>
          </a:xfrm>
        </p:grpSpPr>
        <p:sp>
          <p:nvSpPr>
            <p:cNvPr id="57" name="卡片 25">
              <a:extLst>
                <a:ext uri="{FF2B5EF4-FFF2-40B4-BE49-F238E27FC236}">
                  <a16:creationId xmlns:a16="http://schemas.microsoft.com/office/drawing/2014/main" id="{7CD2E96B-A8E3-DEA0-CAF2-9AF42952ECB1}"/>
                </a:ext>
              </a:extLst>
            </p:cNvPr>
            <p:cNvSpPr/>
            <p:nvPr/>
          </p:nvSpPr>
          <p:spPr>
            <a:xfrm>
              <a:off x="7315200" y="4149977"/>
              <a:ext cx="4114800" cy="731520"/>
            </a:xfrm>
            <a:prstGeom prst="roundRect">
              <a:avLst>
                <a:gd name="adj" fmla="val 1760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60" name="文字 28">
              <a:extLst>
                <a:ext uri="{FF2B5EF4-FFF2-40B4-BE49-F238E27FC236}">
                  <a16:creationId xmlns:a16="http://schemas.microsoft.com/office/drawing/2014/main" id="{42F46876-878F-7134-6534-E480D695BE99}"/>
                </a:ext>
              </a:extLst>
            </p:cNvPr>
            <p:cNvSpPr txBox="1"/>
            <p:nvPr/>
          </p:nvSpPr>
          <p:spPr>
            <a:xfrm>
              <a:off x="8065008" y="4223129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保護</a:t>
              </a:r>
            </a:p>
          </p:txBody>
        </p:sp>
        <p:sp>
          <p:nvSpPr>
            <p:cNvPr id="61" name="文字 29">
              <a:extLst>
                <a:ext uri="{FF2B5EF4-FFF2-40B4-BE49-F238E27FC236}">
                  <a16:creationId xmlns:a16="http://schemas.microsoft.com/office/drawing/2014/main" id="{6F90CF86-EA94-5AC8-77CC-E3596645D9CA}"/>
                </a:ext>
              </a:extLst>
            </p:cNvPr>
            <p:cNvSpPr txBox="1"/>
            <p:nvPr/>
          </p:nvSpPr>
          <p:spPr>
            <a:xfrm>
              <a:off x="8686800" y="4204841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續流二極體、5.08mm 端子台、</a:t>
              </a:r>
              <a:br>
                <a:rPr lang="zh-TW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</a:b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LED 狀態指示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71" name="Graphic 18">
              <a:extLst>
                <a:ext uri="{FF2B5EF4-FFF2-40B4-BE49-F238E27FC236}">
                  <a16:creationId xmlns:a16="http://schemas.microsoft.com/office/drawing/2014/main" id="{36906B80-857A-EE58-11BC-4E5B41C8EA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4256976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9" name="圖示 27">
              <a:extLst>
                <a:ext uri="{FF2B5EF4-FFF2-40B4-BE49-F238E27FC236}">
                  <a16:creationId xmlns:a16="http://schemas.microsoft.com/office/drawing/2014/main" id="{232F8414-A20E-3901-1F6D-9E18A2EED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66111" y="4392760"/>
              <a:ext cx="266273" cy="266273"/>
            </a:xfrm>
            <a:prstGeom prst="rect">
              <a:avLst/>
            </a:prstGeom>
          </p:spPr>
        </p:pic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E37C6BDF-A85F-A989-A6BA-51BAFD0E2771}"/>
              </a:ext>
            </a:extLst>
          </p:cNvPr>
          <p:cNvGrpSpPr/>
          <p:nvPr/>
        </p:nvGrpSpPr>
        <p:grpSpPr>
          <a:xfrm>
            <a:off x="7315200" y="5144268"/>
            <a:ext cx="4114800" cy="731520"/>
            <a:chOff x="7315200" y="4991225"/>
            <a:chExt cx="4114800" cy="731520"/>
          </a:xfrm>
        </p:grpSpPr>
        <p:sp>
          <p:nvSpPr>
            <p:cNvPr id="62" name="卡片 30">
              <a:extLst>
                <a:ext uri="{FF2B5EF4-FFF2-40B4-BE49-F238E27FC236}">
                  <a16:creationId xmlns:a16="http://schemas.microsoft.com/office/drawing/2014/main" id="{F3FCECAE-638A-FB36-BE2B-F1EDB26FF3BC}"/>
                </a:ext>
              </a:extLst>
            </p:cNvPr>
            <p:cNvSpPr/>
            <p:nvPr/>
          </p:nvSpPr>
          <p:spPr>
            <a:xfrm>
              <a:off x="7315200" y="4991225"/>
              <a:ext cx="4114800" cy="731520"/>
            </a:xfrm>
            <a:prstGeom prst="roundRect">
              <a:avLst>
                <a:gd name="adj" fmla="val 1934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1F2A30">
                  <a:alpha val="7000"/>
                </a:srgbClr>
              </a:outerShdw>
            </a:effectLst>
          </p:spPr>
          <p:txBody>
            <a:bodyPr rtlCol="0" anchor="ctr"/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65" name="文字 33">
              <a:extLst>
                <a:ext uri="{FF2B5EF4-FFF2-40B4-BE49-F238E27FC236}">
                  <a16:creationId xmlns:a16="http://schemas.microsoft.com/office/drawing/2014/main" id="{237743EE-BEB9-4FB4-B6A8-7F36FBACCACB}"/>
                </a:ext>
              </a:extLst>
            </p:cNvPr>
            <p:cNvSpPr txBox="1"/>
            <p:nvPr/>
          </p:nvSpPr>
          <p:spPr>
            <a:xfrm>
              <a:off x="8065008" y="5064377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170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接頭</a:t>
              </a:r>
            </a:p>
          </p:txBody>
        </p:sp>
        <p:sp>
          <p:nvSpPr>
            <p:cNvPr id="66" name="文字 34">
              <a:extLst>
                <a:ext uri="{FF2B5EF4-FFF2-40B4-BE49-F238E27FC236}">
                  <a16:creationId xmlns:a16="http://schemas.microsoft.com/office/drawing/2014/main" id="{4AF054CC-5863-E3E5-DFD0-8C9A33A32142}"/>
                </a:ext>
              </a:extLst>
            </p:cNvPr>
            <p:cNvSpPr txBox="1"/>
            <p:nvPr/>
          </p:nvSpPr>
          <p:spPr>
            <a:xfrm>
              <a:off x="8686800" y="5046089"/>
              <a:ext cx="2651760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4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門磁 J7–J10（3V3）、螢幕 J6</a:t>
              </a:r>
              <a:endPara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anrope (本文)"/>
              </a:endParaRPr>
            </a:p>
          </p:txBody>
        </p:sp>
        <p:sp>
          <p:nvSpPr>
            <p:cNvPr id="72" name="Graphic 18">
              <a:extLst>
                <a:ext uri="{FF2B5EF4-FFF2-40B4-BE49-F238E27FC236}">
                  <a16:creationId xmlns:a16="http://schemas.microsoft.com/office/drawing/2014/main" id="{53381354-CEAD-09C4-E20B-6B04F2DEAF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1792" y="5098224"/>
              <a:ext cx="475200" cy="51752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64" name="圖示 32">
              <a:extLst>
                <a:ext uri="{FF2B5EF4-FFF2-40B4-BE49-F238E27FC236}">
                  <a16:creationId xmlns:a16="http://schemas.microsoft.com/office/drawing/2014/main" id="{16331F9C-8339-B377-1592-B5A46660A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66111" y="5234008"/>
              <a:ext cx="266273" cy="266273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4" name="!!主控板">
                <a:extLst>
                  <a:ext uri="{FF2B5EF4-FFF2-40B4-BE49-F238E27FC236}">
                    <a16:creationId xmlns:a16="http://schemas.microsoft.com/office/drawing/2014/main" id="{345F2F27-C389-E46A-0966-41DE63DF8C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1157234"/>
                  </p:ext>
                </p:extLst>
              </p:nvPr>
            </p:nvGraphicFramePr>
            <p:xfrm>
              <a:off x="1299503" y="2110309"/>
              <a:ext cx="5159673" cy="3619994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5159673" cy="3619994"/>
                    </a:xfrm>
                    <a:prstGeom prst="rect">
                      <a:avLst/>
                    </a:prstGeom>
                  </am3d:spPr>
                  <am3d:camera>
                    <am3d:pos x="0" y="29285038" z="65775273"/>
                    <am3d:up dx="0" dy="32887636" dz="-14642519"/>
                    <am3d:lookAt x="0" y="0" z="0"/>
                    <am3d:perspective fov="2700000"/>
                  </am3d:camera>
                  <am3d:trans>
                    <am3d:meterPerModelUnit n="7585527" d="1000000"/>
                    <am3d:preTrans dx="249867" dy="-2550558" dz="40961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67961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4" name="!!主控板">
                <a:extLst>
                  <a:ext uri="{FF2B5EF4-FFF2-40B4-BE49-F238E27FC236}">
                    <a16:creationId xmlns:a16="http://schemas.microsoft.com/office/drawing/2014/main" id="{345F2F27-C389-E46A-0966-41DE63DF8C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9503" y="2110309"/>
                <a:ext cx="5159673" cy="36199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682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25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726E5-A372-0E27-DAA6-E673DC91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群組 88">
            <a:extLst>
              <a:ext uri="{FF2B5EF4-FFF2-40B4-BE49-F238E27FC236}">
                <a16:creationId xmlns:a16="http://schemas.microsoft.com/office/drawing/2014/main" id="{1144A1DB-EBC9-5A20-45CC-BABE474EA9D6}"/>
              </a:ext>
            </a:extLst>
          </p:cNvPr>
          <p:cNvGrpSpPr/>
          <p:nvPr/>
        </p:nvGrpSpPr>
        <p:grpSpPr>
          <a:xfrm>
            <a:off x="3395182" y="2774043"/>
            <a:ext cx="2790000" cy="2249292"/>
            <a:chOff x="3395182" y="2774043"/>
            <a:chExt cx="2790000" cy="2249292"/>
          </a:xfrm>
        </p:grpSpPr>
        <p:sp>
          <p:nvSpPr>
            <p:cNvPr id="11" name="Arrow: Chevron 12">
              <a:extLst>
                <a:ext uri="{FF2B5EF4-FFF2-40B4-BE49-F238E27FC236}">
                  <a16:creationId xmlns:a16="http://schemas.microsoft.com/office/drawing/2014/main" id="{21AB49E2-1A67-6AB5-3152-13A5908BEFE5}"/>
                </a:ext>
              </a:extLst>
            </p:cNvPr>
            <p:cNvSpPr/>
            <p:nvPr/>
          </p:nvSpPr>
          <p:spPr>
            <a:xfrm>
              <a:off x="3395182" y="2774043"/>
              <a:ext cx="2790000" cy="2249292"/>
            </a:xfrm>
            <a:prstGeom prst="chevron">
              <a:avLst>
                <a:gd name="adj" fmla="val 1772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73" name="TextBox 9">
              <a:extLst>
                <a:ext uri="{FF2B5EF4-FFF2-40B4-BE49-F238E27FC236}">
                  <a16:creationId xmlns:a16="http://schemas.microsoft.com/office/drawing/2014/main" id="{7CBFED3F-1122-EAC3-5EC9-64A2B552C2B4}"/>
                </a:ext>
              </a:extLst>
            </p:cNvPr>
            <p:cNvSpPr txBox="1"/>
            <p:nvPr/>
          </p:nvSpPr>
          <p:spPr>
            <a:xfrm>
              <a:off x="3900506" y="3846301"/>
              <a:ext cx="1997881" cy="967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須在書櫃 </a:t>
              </a: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200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公尺內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拒絕定位、精度不足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或過舊皆不開櫃</a:t>
              </a:r>
            </a:p>
          </p:txBody>
        </p:sp>
        <p:sp>
          <p:nvSpPr>
            <p:cNvPr id="74" name="TextBox 10">
              <a:extLst>
                <a:ext uri="{FF2B5EF4-FFF2-40B4-BE49-F238E27FC236}">
                  <a16:creationId xmlns:a16="http://schemas.microsoft.com/office/drawing/2014/main" id="{C2258F2D-786F-8034-4822-77C7EC298347}"/>
                </a:ext>
              </a:extLst>
            </p:cNvPr>
            <p:cNvSpPr txBox="1"/>
            <p:nvPr/>
          </p:nvSpPr>
          <p:spPr>
            <a:xfrm>
              <a:off x="3900506" y="3387948"/>
              <a:ext cx="2141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ja-JP" altLang="en-US" sz="2000" b="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定位必要</a:t>
              </a:r>
            </a:p>
          </p:txBody>
        </p:sp>
      </p:grp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FFA0B671-2DFB-456E-4B95-ED075C26ED19}"/>
              </a:ext>
            </a:extLst>
          </p:cNvPr>
          <p:cNvGrpSpPr/>
          <p:nvPr/>
        </p:nvGrpSpPr>
        <p:grpSpPr>
          <a:xfrm>
            <a:off x="6031412" y="2774043"/>
            <a:ext cx="2790000" cy="2249292"/>
            <a:chOff x="6031412" y="2774043"/>
            <a:chExt cx="2790000" cy="2249292"/>
          </a:xfrm>
        </p:grpSpPr>
        <p:sp>
          <p:nvSpPr>
            <p:cNvPr id="33" name="Arrow: Chevron 16">
              <a:extLst>
                <a:ext uri="{FF2B5EF4-FFF2-40B4-BE49-F238E27FC236}">
                  <a16:creationId xmlns:a16="http://schemas.microsoft.com/office/drawing/2014/main" id="{0D183452-0AAC-432E-773C-F21F9AC0D13A}"/>
                </a:ext>
              </a:extLst>
            </p:cNvPr>
            <p:cNvSpPr/>
            <p:nvPr/>
          </p:nvSpPr>
          <p:spPr>
            <a:xfrm>
              <a:off x="6031412" y="2774043"/>
              <a:ext cx="2790000" cy="2249292"/>
            </a:xfrm>
            <a:prstGeom prst="chevron">
              <a:avLst>
                <a:gd name="adj" fmla="val 1772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78" name="TextBox 9">
              <a:extLst>
                <a:ext uri="{FF2B5EF4-FFF2-40B4-BE49-F238E27FC236}">
                  <a16:creationId xmlns:a16="http://schemas.microsoft.com/office/drawing/2014/main" id="{C71B1B73-8155-A40A-AF7C-A6F521FA3101}"/>
                </a:ext>
              </a:extLst>
            </p:cNvPr>
            <p:cNvSpPr txBox="1"/>
            <p:nvPr/>
          </p:nvSpPr>
          <p:spPr>
            <a:xfrm>
              <a:off x="6536736" y="3846301"/>
              <a:ext cx="1997881" cy="967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手機輸入螢幕上的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兩位數字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60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秒內、一次機會</a:t>
              </a:r>
            </a:p>
          </p:txBody>
        </p:sp>
        <p:sp>
          <p:nvSpPr>
            <p:cNvPr id="79" name="TextBox 10">
              <a:extLst>
                <a:ext uri="{FF2B5EF4-FFF2-40B4-BE49-F238E27FC236}">
                  <a16:creationId xmlns:a16="http://schemas.microsoft.com/office/drawing/2014/main" id="{FFE25C8D-976C-76BC-A468-632E564C2A1C}"/>
                </a:ext>
              </a:extLst>
            </p:cNvPr>
            <p:cNvSpPr txBox="1"/>
            <p:nvPr/>
          </p:nvSpPr>
          <p:spPr>
            <a:xfrm>
              <a:off x="6536736" y="3387948"/>
              <a:ext cx="2141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ja-JP" altLang="en-US" sz="2000" b="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兩位數比對</a:t>
              </a:r>
            </a:p>
          </p:txBody>
        </p:sp>
      </p:grpSp>
      <p:grpSp>
        <p:nvGrpSpPr>
          <p:cNvPr id="91" name="群組 90">
            <a:extLst>
              <a:ext uri="{FF2B5EF4-FFF2-40B4-BE49-F238E27FC236}">
                <a16:creationId xmlns:a16="http://schemas.microsoft.com/office/drawing/2014/main" id="{1AFF45A8-C43E-DEE5-6CE0-30B29E83D200}"/>
              </a:ext>
            </a:extLst>
          </p:cNvPr>
          <p:cNvGrpSpPr/>
          <p:nvPr/>
        </p:nvGrpSpPr>
        <p:grpSpPr>
          <a:xfrm>
            <a:off x="8667642" y="2774043"/>
            <a:ext cx="2790000" cy="2249292"/>
            <a:chOff x="8667642" y="2774043"/>
            <a:chExt cx="2790000" cy="2249292"/>
          </a:xfrm>
        </p:grpSpPr>
        <p:sp>
          <p:nvSpPr>
            <p:cNvPr id="15" name="Arrow: Chevron 16">
              <a:extLst>
                <a:ext uri="{FF2B5EF4-FFF2-40B4-BE49-F238E27FC236}">
                  <a16:creationId xmlns:a16="http://schemas.microsoft.com/office/drawing/2014/main" id="{0CD113C8-52D6-553A-2001-322E69E01A95}"/>
                </a:ext>
              </a:extLst>
            </p:cNvPr>
            <p:cNvSpPr/>
            <p:nvPr/>
          </p:nvSpPr>
          <p:spPr>
            <a:xfrm>
              <a:off x="8667642" y="2774043"/>
              <a:ext cx="2790000" cy="2249292"/>
            </a:xfrm>
            <a:prstGeom prst="chevron">
              <a:avLst>
                <a:gd name="adj" fmla="val 1772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82" name="TextBox 9">
              <a:extLst>
                <a:ext uri="{FF2B5EF4-FFF2-40B4-BE49-F238E27FC236}">
                  <a16:creationId xmlns:a16="http://schemas.microsoft.com/office/drawing/2014/main" id="{D4821B42-11AD-B9A3-F42D-EB352BBBF465}"/>
                </a:ext>
              </a:extLst>
            </p:cNvPr>
            <p:cNvSpPr txBox="1"/>
            <p:nvPr/>
          </p:nvSpPr>
          <p:spPr>
            <a:xfrm>
              <a:off x="9172966" y="3846301"/>
              <a:ext cx="1997881" cy="967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書櫃以裝置憑證連線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回報開門與關門後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才登記存書或取書</a:t>
              </a:r>
            </a:p>
          </p:txBody>
        </p:sp>
        <p:sp>
          <p:nvSpPr>
            <p:cNvPr id="83" name="TextBox 10">
              <a:extLst>
                <a:ext uri="{FF2B5EF4-FFF2-40B4-BE49-F238E27FC236}">
                  <a16:creationId xmlns:a16="http://schemas.microsoft.com/office/drawing/2014/main" id="{E20E6535-283F-A0FA-C6F2-E6F6773A2E5B}"/>
                </a:ext>
              </a:extLst>
            </p:cNvPr>
            <p:cNvSpPr txBox="1"/>
            <p:nvPr/>
          </p:nvSpPr>
          <p:spPr>
            <a:xfrm>
              <a:off x="9172966" y="3387948"/>
              <a:ext cx="2141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ja-JP" altLang="en-US" sz="2000" b="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裝置憑證</a:t>
              </a:r>
            </a:p>
          </p:txBody>
        </p:sp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03D27B-7AA4-3D9B-3248-8D648F3EBB52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存取安全：四道驗證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BA1F54-B231-71EB-3BE3-7680AC138016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ACCESS SECURITY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91199AE-D71B-CA0C-4183-71E68A77447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61B6091D-397A-6083-3138-931114B53DCA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88" name="群組 87">
            <a:extLst>
              <a:ext uri="{FF2B5EF4-FFF2-40B4-BE49-F238E27FC236}">
                <a16:creationId xmlns:a16="http://schemas.microsoft.com/office/drawing/2014/main" id="{4E5D3D6D-1290-295A-F641-A6BD714AA645}"/>
              </a:ext>
            </a:extLst>
          </p:cNvPr>
          <p:cNvGrpSpPr/>
          <p:nvPr/>
        </p:nvGrpSpPr>
        <p:grpSpPr>
          <a:xfrm>
            <a:off x="758952" y="2774043"/>
            <a:ext cx="2790000" cy="2249292"/>
            <a:chOff x="758952" y="2774043"/>
            <a:chExt cx="2790000" cy="2249292"/>
          </a:xfrm>
        </p:grpSpPr>
        <p:sp>
          <p:nvSpPr>
            <p:cNvPr id="4" name="Arrow: Chevron 8">
              <a:extLst>
                <a:ext uri="{FF2B5EF4-FFF2-40B4-BE49-F238E27FC236}">
                  <a16:creationId xmlns:a16="http://schemas.microsoft.com/office/drawing/2014/main" id="{BDC71D46-48E7-0DB7-F747-E420982BD105}"/>
                </a:ext>
              </a:extLst>
            </p:cNvPr>
            <p:cNvSpPr/>
            <p:nvPr/>
          </p:nvSpPr>
          <p:spPr>
            <a:xfrm>
              <a:off x="758952" y="2774043"/>
              <a:ext cx="2790000" cy="2249292"/>
            </a:xfrm>
            <a:prstGeom prst="chevron">
              <a:avLst>
                <a:gd name="adj" fmla="val 1772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36" name="TextBox 9">
              <a:extLst>
                <a:ext uri="{FF2B5EF4-FFF2-40B4-BE49-F238E27FC236}">
                  <a16:creationId xmlns:a16="http://schemas.microsoft.com/office/drawing/2014/main" id="{13CF5061-CF6C-4215-D06E-908739E3DDEC}"/>
                </a:ext>
              </a:extLst>
            </p:cNvPr>
            <p:cNvSpPr txBox="1"/>
            <p:nvPr/>
          </p:nvSpPr>
          <p:spPr>
            <a:xfrm>
              <a:off x="1264276" y="3846301"/>
              <a:ext cx="1997881" cy="9672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螢幕 </a:t>
              </a: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QR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每 </a:t>
              </a: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30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秒更新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en-US" altLang="zh-TW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45 </a:t>
              </a: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秒後失效</a:t>
              </a:r>
              <a:b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</a:br>
              <a:r>
                <a:rPr lang="zh-TW" altLang="en-US" sz="1500" dirty="0">
                  <a:solidFill>
                    <a:srgbClr val="727D81"/>
                  </a:solidFill>
                  <a:cs typeface="Open Sans" panose="020B0606030504020204" pitchFamily="34" charset="0"/>
                </a:rPr>
                <a:t>截圖轉傳無效</a:t>
              </a:r>
            </a:p>
          </p:txBody>
        </p:sp>
        <p:sp>
          <p:nvSpPr>
            <p:cNvPr id="37" name="TextBox 10">
              <a:extLst>
                <a:ext uri="{FF2B5EF4-FFF2-40B4-BE49-F238E27FC236}">
                  <a16:creationId xmlns:a16="http://schemas.microsoft.com/office/drawing/2014/main" id="{EF3A6D61-F9F9-B86F-C506-00EA57588626}"/>
                </a:ext>
              </a:extLst>
            </p:cNvPr>
            <p:cNvSpPr txBox="1"/>
            <p:nvPr/>
          </p:nvSpPr>
          <p:spPr>
            <a:xfrm>
              <a:off x="1264276" y="3387948"/>
              <a:ext cx="21415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ja-JP" altLang="en-US" sz="2000" b="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動態 </a:t>
              </a:r>
              <a:r>
                <a:rPr lang="en-IN" sz="2000" dirty="0">
                  <a:solidFill>
                    <a:schemeClr val="tx2"/>
                  </a:solidFill>
                  <a:ea typeface="Noto Sans TC Medium" panose="020B0200000000000000" pitchFamily="34" charset="-128"/>
                </a:rPr>
                <a:t>QR Code</a:t>
              </a:r>
            </a:p>
          </p:txBody>
        </p:sp>
      </p:grpSp>
      <p:grpSp>
        <p:nvGrpSpPr>
          <p:cNvPr id="84" name="群組 83">
            <a:extLst>
              <a:ext uri="{FF2B5EF4-FFF2-40B4-BE49-F238E27FC236}">
                <a16:creationId xmlns:a16="http://schemas.microsoft.com/office/drawing/2014/main" id="{810BBD29-2812-F9E6-7F0E-A7A9DB1C7B41}"/>
              </a:ext>
            </a:extLst>
          </p:cNvPr>
          <p:cNvGrpSpPr/>
          <p:nvPr/>
        </p:nvGrpSpPr>
        <p:grpSpPr>
          <a:xfrm>
            <a:off x="1729866" y="2223506"/>
            <a:ext cx="848172" cy="923708"/>
            <a:chOff x="1729866" y="2223506"/>
            <a:chExt cx="848172" cy="923708"/>
          </a:xfrm>
        </p:grpSpPr>
        <p:sp>
          <p:nvSpPr>
            <p:cNvPr id="41" name="Graphic 18">
              <a:extLst>
                <a:ext uri="{FF2B5EF4-FFF2-40B4-BE49-F238E27FC236}">
                  <a16:creationId xmlns:a16="http://schemas.microsoft.com/office/drawing/2014/main" id="{7D8C0385-ED9D-CB12-6901-DB567816F050}"/>
                </a:ext>
              </a:extLst>
            </p:cNvPr>
            <p:cNvSpPr/>
            <p:nvPr/>
          </p:nvSpPr>
          <p:spPr>
            <a:xfrm>
              <a:off x="1729866" y="2223506"/>
              <a:ext cx="848172" cy="923708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noFill/>
            <a:ln w="12700" cap="flat">
              <a:solidFill>
                <a:schemeClr val="accent1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Graphic 18">
              <a:extLst>
                <a:ext uri="{FF2B5EF4-FFF2-40B4-BE49-F238E27FC236}">
                  <a16:creationId xmlns:a16="http://schemas.microsoft.com/office/drawing/2014/main" id="{634DF3AD-581C-CF6B-656C-165A3AE351D0}"/>
                </a:ext>
              </a:extLst>
            </p:cNvPr>
            <p:cNvSpPr/>
            <p:nvPr/>
          </p:nvSpPr>
          <p:spPr>
            <a:xfrm>
              <a:off x="1822439" y="2324323"/>
              <a:ext cx="663025" cy="722073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68" name="圖示 9">
              <a:extLst>
                <a:ext uri="{FF2B5EF4-FFF2-40B4-BE49-F238E27FC236}">
                  <a16:creationId xmlns:a16="http://schemas.microsoft.com/office/drawing/2014/main" id="{66AEC17E-4CA3-CB40-0894-D4CD1583E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6237" y="2498203"/>
              <a:ext cx="409651" cy="409651"/>
            </a:xfrm>
            <a:prstGeom prst="rect">
              <a:avLst/>
            </a:prstGeom>
          </p:spPr>
        </p:pic>
      </p:grp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D1AAD4E3-EE26-2EB1-9AC2-5F9D25312781}"/>
              </a:ext>
            </a:extLst>
          </p:cNvPr>
          <p:cNvGrpSpPr/>
          <p:nvPr/>
        </p:nvGrpSpPr>
        <p:grpSpPr>
          <a:xfrm>
            <a:off x="4366096" y="2223506"/>
            <a:ext cx="848172" cy="923708"/>
            <a:chOff x="4366096" y="2223506"/>
            <a:chExt cx="848172" cy="923708"/>
          </a:xfrm>
        </p:grpSpPr>
        <p:grpSp>
          <p:nvGrpSpPr>
            <p:cNvPr id="50" name="Group 40">
              <a:extLst>
                <a:ext uri="{FF2B5EF4-FFF2-40B4-BE49-F238E27FC236}">
                  <a16:creationId xmlns:a16="http://schemas.microsoft.com/office/drawing/2014/main" id="{4E1E338E-40FB-12DA-5360-F3DAB8257954}"/>
                </a:ext>
              </a:extLst>
            </p:cNvPr>
            <p:cNvGrpSpPr/>
            <p:nvPr/>
          </p:nvGrpSpPr>
          <p:grpSpPr>
            <a:xfrm>
              <a:off x="4366096" y="2223506"/>
              <a:ext cx="848172" cy="923708"/>
              <a:chOff x="1410247" y="3914845"/>
              <a:chExt cx="1163166" cy="1266756"/>
            </a:xfrm>
          </p:grpSpPr>
          <p:sp>
            <p:nvSpPr>
              <p:cNvPr id="52" name="Graphic 18">
                <a:extLst>
                  <a:ext uri="{FF2B5EF4-FFF2-40B4-BE49-F238E27FC236}">
                    <a16:creationId xmlns:a16="http://schemas.microsoft.com/office/drawing/2014/main" id="{38627F5A-BD0A-957A-ACFA-956382F2D166}"/>
                  </a:ext>
                </a:extLst>
              </p:cNvPr>
              <p:cNvSpPr/>
              <p:nvPr/>
            </p:nvSpPr>
            <p:spPr>
              <a:xfrm>
                <a:off x="1410247" y="3914845"/>
                <a:ext cx="1163166" cy="1266756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Graphic 18">
                <a:extLst>
                  <a:ext uri="{FF2B5EF4-FFF2-40B4-BE49-F238E27FC236}">
                    <a16:creationId xmlns:a16="http://schemas.microsoft.com/office/drawing/2014/main" id="{7721C628-EED7-E913-FFBE-F7DB48778C85}"/>
                  </a:ext>
                </a:extLst>
              </p:cNvPr>
              <p:cNvSpPr/>
              <p:nvPr/>
            </p:nvSpPr>
            <p:spPr>
              <a:xfrm>
                <a:off x="1537200" y="4053104"/>
                <a:ext cx="909259" cy="990237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69" name="圖示 16">
              <a:extLst>
                <a:ext uri="{FF2B5EF4-FFF2-40B4-BE49-F238E27FC236}">
                  <a16:creationId xmlns:a16="http://schemas.microsoft.com/office/drawing/2014/main" id="{423869BF-E20D-1F8A-C6DB-8010B4CAA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8693" y="2498203"/>
              <a:ext cx="409651" cy="409651"/>
            </a:xfrm>
            <a:prstGeom prst="rect">
              <a:avLst/>
            </a:prstGeom>
          </p:spPr>
        </p:pic>
      </p:grp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F78A0144-CC39-6A4F-D6A8-FA60FE6C36E0}"/>
              </a:ext>
            </a:extLst>
          </p:cNvPr>
          <p:cNvGrpSpPr/>
          <p:nvPr/>
        </p:nvGrpSpPr>
        <p:grpSpPr>
          <a:xfrm>
            <a:off x="7002326" y="2223506"/>
            <a:ext cx="848172" cy="923708"/>
            <a:chOff x="7002326" y="2223506"/>
            <a:chExt cx="848172" cy="923708"/>
          </a:xfrm>
        </p:grpSpPr>
        <p:grpSp>
          <p:nvGrpSpPr>
            <p:cNvPr id="55" name="Group 40">
              <a:extLst>
                <a:ext uri="{FF2B5EF4-FFF2-40B4-BE49-F238E27FC236}">
                  <a16:creationId xmlns:a16="http://schemas.microsoft.com/office/drawing/2014/main" id="{50014B53-D105-B230-C1E0-8E477E16E114}"/>
                </a:ext>
              </a:extLst>
            </p:cNvPr>
            <p:cNvGrpSpPr/>
            <p:nvPr/>
          </p:nvGrpSpPr>
          <p:grpSpPr>
            <a:xfrm>
              <a:off x="7002326" y="2223506"/>
              <a:ext cx="848172" cy="923708"/>
              <a:chOff x="1410247" y="3914845"/>
              <a:chExt cx="1163166" cy="1266756"/>
            </a:xfrm>
          </p:grpSpPr>
          <p:sp>
            <p:nvSpPr>
              <p:cNvPr id="57" name="Graphic 18">
                <a:extLst>
                  <a:ext uri="{FF2B5EF4-FFF2-40B4-BE49-F238E27FC236}">
                    <a16:creationId xmlns:a16="http://schemas.microsoft.com/office/drawing/2014/main" id="{04BDD51D-ED59-6FFA-78CD-3F8F64AB39FB}"/>
                  </a:ext>
                </a:extLst>
              </p:cNvPr>
              <p:cNvSpPr/>
              <p:nvPr/>
            </p:nvSpPr>
            <p:spPr>
              <a:xfrm>
                <a:off x="1410247" y="3914845"/>
                <a:ext cx="1163166" cy="1266756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Graphic 18">
                <a:extLst>
                  <a:ext uri="{FF2B5EF4-FFF2-40B4-BE49-F238E27FC236}">
                    <a16:creationId xmlns:a16="http://schemas.microsoft.com/office/drawing/2014/main" id="{94973052-E8A0-CBCA-C40D-A3217E1C4784}"/>
                  </a:ext>
                </a:extLst>
              </p:cNvPr>
              <p:cNvSpPr/>
              <p:nvPr/>
            </p:nvSpPr>
            <p:spPr>
              <a:xfrm>
                <a:off x="1537200" y="4053104"/>
                <a:ext cx="909259" cy="990237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0" name="圖示 23">
              <a:extLst>
                <a:ext uri="{FF2B5EF4-FFF2-40B4-BE49-F238E27FC236}">
                  <a16:creationId xmlns:a16="http://schemas.microsoft.com/office/drawing/2014/main" id="{C941F700-8C84-C94A-1AE0-D82F3E6C5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23849" y="2498203"/>
              <a:ext cx="409651" cy="4096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5000"/>
                </a:prstClr>
              </a:outerShdw>
            </a:effectLst>
          </p:spPr>
        </p:pic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03548172-E525-D276-537B-7842ED9C4F13}"/>
              </a:ext>
            </a:extLst>
          </p:cNvPr>
          <p:cNvGrpSpPr/>
          <p:nvPr/>
        </p:nvGrpSpPr>
        <p:grpSpPr>
          <a:xfrm>
            <a:off x="9638556" y="2223506"/>
            <a:ext cx="848172" cy="923708"/>
            <a:chOff x="9638556" y="2223506"/>
            <a:chExt cx="848172" cy="923708"/>
          </a:xfrm>
        </p:grpSpPr>
        <p:grpSp>
          <p:nvGrpSpPr>
            <p:cNvPr id="60" name="Group 40">
              <a:extLst>
                <a:ext uri="{FF2B5EF4-FFF2-40B4-BE49-F238E27FC236}">
                  <a16:creationId xmlns:a16="http://schemas.microsoft.com/office/drawing/2014/main" id="{CB213B6F-320B-2D73-03F0-44FC73B2FF60}"/>
                </a:ext>
              </a:extLst>
            </p:cNvPr>
            <p:cNvGrpSpPr/>
            <p:nvPr/>
          </p:nvGrpSpPr>
          <p:grpSpPr>
            <a:xfrm>
              <a:off x="9638556" y="2223506"/>
              <a:ext cx="848172" cy="923708"/>
              <a:chOff x="1410247" y="3914845"/>
              <a:chExt cx="1163166" cy="1266756"/>
            </a:xfrm>
          </p:grpSpPr>
          <p:sp>
            <p:nvSpPr>
              <p:cNvPr id="62" name="Graphic 18">
                <a:extLst>
                  <a:ext uri="{FF2B5EF4-FFF2-40B4-BE49-F238E27FC236}">
                    <a16:creationId xmlns:a16="http://schemas.microsoft.com/office/drawing/2014/main" id="{B6BD7764-0F19-2C2E-0F52-6712E94C7C16}"/>
                  </a:ext>
                </a:extLst>
              </p:cNvPr>
              <p:cNvSpPr/>
              <p:nvPr/>
            </p:nvSpPr>
            <p:spPr>
              <a:xfrm>
                <a:off x="1410247" y="3914845"/>
                <a:ext cx="1163166" cy="1266756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noFill/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Graphic 18">
                <a:extLst>
                  <a:ext uri="{FF2B5EF4-FFF2-40B4-BE49-F238E27FC236}">
                    <a16:creationId xmlns:a16="http://schemas.microsoft.com/office/drawing/2014/main" id="{B5A48FB1-D848-8742-2A6E-9A4DA0543356}"/>
                  </a:ext>
                </a:extLst>
              </p:cNvPr>
              <p:cNvSpPr/>
              <p:nvPr/>
            </p:nvSpPr>
            <p:spPr>
              <a:xfrm>
                <a:off x="1537200" y="4053104"/>
                <a:ext cx="909259" cy="990237"/>
              </a:xfrm>
              <a:custGeom>
                <a:avLst/>
                <a:gdLst>
                  <a:gd name="connsiteX0" fmla="*/ 1238039 w 3142829"/>
                  <a:gd name="connsiteY0" fmla="*/ 89328 h 3422732"/>
                  <a:gd name="connsiteX1" fmla="*/ 1904789 w 3142829"/>
                  <a:gd name="connsiteY1" fmla="*/ 89328 h 3422732"/>
                  <a:gd name="connsiteX2" fmla="*/ 2809455 w 3142829"/>
                  <a:gd name="connsiteY2" fmla="*/ 611635 h 3422732"/>
                  <a:gd name="connsiteX3" fmla="*/ 3142830 w 3142829"/>
                  <a:gd name="connsiteY3" fmla="*/ 1189063 h 3422732"/>
                  <a:gd name="connsiteX4" fmla="*/ 3142830 w 3142829"/>
                  <a:gd name="connsiteY4" fmla="*/ 2233669 h 3422732"/>
                  <a:gd name="connsiteX5" fmla="*/ 2809455 w 3142829"/>
                  <a:gd name="connsiteY5" fmla="*/ 2811094 h 3422732"/>
                  <a:gd name="connsiteX6" fmla="*/ 1904789 w 3142829"/>
                  <a:gd name="connsiteY6" fmla="*/ 3333407 h 3422732"/>
                  <a:gd name="connsiteX7" fmla="*/ 1238039 w 3142829"/>
                  <a:gd name="connsiteY7" fmla="*/ 3333407 h 3422732"/>
                  <a:gd name="connsiteX8" fmla="*/ 333375 w 3142829"/>
                  <a:gd name="connsiteY8" fmla="*/ 2811094 h 3422732"/>
                  <a:gd name="connsiteX9" fmla="*/ 0 w 3142829"/>
                  <a:gd name="connsiteY9" fmla="*/ 2233669 h 3422732"/>
                  <a:gd name="connsiteX10" fmla="*/ 0 w 3142829"/>
                  <a:gd name="connsiteY10" fmla="*/ 1189063 h 3422732"/>
                  <a:gd name="connsiteX11" fmla="*/ 333375 w 3142829"/>
                  <a:gd name="connsiteY11" fmla="*/ 611635 h 3422732"/>
                  <a:gd name="connsiteX12" fmla="*/ 1238039 w 3142829"/>
                  <a:gd name="connsiteY12" fmla="*/ 89328 h 342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2829" h="3422732">
                    <a:moveTo>
                      <a:pt x="1238039" y="89328"/>
                    </a:moveTo>
                    <a:cubicBezTo>
                      <a:pt x="1444332" y="-29776"/>
                      <a:pt x="1698497" y="-29776"/>
                      <a:pt x="1904789" y="89328"/>
                    </a:cubicBezTo>
                    <a:lnTo>
                      <a:pt x="2809455" y="611635"/>
                    </a:lnTo>
                    <a:cubicBezTo>
                      <a:pt x="3015747" y="730738"/>
                      <a:pt x="3142830" y="950852"/>
                      <a:pt x="3142830" y="1189063"/>
                    </a:cubicBezTo>
                    <a:lnTo>
                      <a:pt x="3142830" y="2233669"/>
                    </a:lnTo>
                    <a:cubicBezTo>
                      <a:pt x="3142830" y="2471880"/>
                      <a:pt x="3015747" y="2691993"/>
                      <a:pt x="2809455" y="2811094"/>
                    </a:cubicBezTo>
                    <a:lnTo>
                      <a:pt x="1904789" y="3333407"/>
                    </a:lnTo>
                    <a:cubicBezTo>
                      <a:pt x="1698497" y="3452507"/>
                      <a:pt x="1444332" y="3452507"/>
                      <a:pt x="1238039" y="3333407"/>
                    </a:cubicBezTo>
                    <a:lnTo>
                      <a:pt x="333375" y="2811094"/>
                    </a:lnTo>
                    <a:cubicBezTo>
                      <a:pt x="127082" y="2691993"/>
                      <a:pt x="0" y="2471880"/>
                      <a:pt x="0" y="2233669"/>
                    </a:cubicBezTo>
                    <a:lnTo>
                      <a:pt x="0" y="1189063"/>
                    </a:lnTo>
                    <a:cubicBezTo>
                      <a:pt x="0" y="950852"/>
                      <a:pt x="127082" y="730738"/>
                      <a:pt x="333375" y="611635"/>
                    </a:cubicBezTo>
                    <a:lnTo>
                      <a:pt x="1238039" y="8932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71" name="圖示 30">
              <a:extLst>
                <a:ext uri="{FF2B5EF4-FFF2-40B4-BE49-F238E27FC236}">
                  <a16:creationId xmlns:a16="http://schemas.microsoft.com/office/drawing/2014/main" id="{B8C5E218-E3F3-113B-5BBF-C7307E88F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62655" y="2498203"/>
              <a:ext cx="409651" cy="4096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5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9245685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path" presetSubtype="0" accel="26000" decel="74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0388 0.12222 L -0.01992 0.12222 C -0.01172 0.12222 -3.54167E-6 0.08819 -3.54167E-6 0.06041 L -3.54167E-6 4.81481E-6 " pathEditMode="relative" rAng="0" ptsTypes="AAAA">
                                      <p:cBhvr>
                                        <p:cTn id="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611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0" presetClass="path" presetSubtype="0" accel="26000" decel="74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0388 0.12222 L -0.01992 0.12222 C -0.01172 0.12222 -3.54167E-6 0.08819 -3.54167E-6 0.06041 L -3.54167E-6 4.81481E-6 " pathEditMode="relative" rAng="0" ptsTypes="AAAA">
                                      <p:cBhvr>
                                        <p:cTn id="1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611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0" presetClass="path" presetSubtype="0" accel="26000" decel="7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88 0.12222 L -0.01992 0.12222 C -0.01172 0.12222 -3.54167E-6 0.08819 -3.54167E-6 0.06041 L -3.54167E-6 4.81481E-6 " pathEditMode="relative" rAng="0" ptsTypes="AAAA">
                                      <p:cBhvr>
                                        <p:cTn id="1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611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28372 0.25208 L -3.54167E-6 2.96296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80" y="-1261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19532 0.17338 L 4.79167E-6 2.96296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66" y="-8681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11705 0.10393 L -3.54167E-6 2.96296E-6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46" y="-520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11705 0.10393 L -3.54167E-6 2.96296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46" y="-520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0" presetClass="path" presetSubtype="0" accel="26000" decel="74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388 0.12222 L -0.01992 0.12222 C -0.01172 0.12222 -3.54167E-6 0.08819 -3.54167E-6 0.06041 L -3.54167E-6 4.81481E-6 " pathEditMode="relative" rAng="0" ptsTypes="AAAA">
                                      <p:cBhvr>
                                        <p:cTn id="4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-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D938F-3A76-CAAC-E61A-59487820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69A62E6-2628-CC9D-78F9-2CB9C69DD039}"/>
              </a:ext>
            </a:extLst>
          </p:cNvPr>
          <p:cNvSpPr txBox="1"/>
          <p:nvPr/>
        </p:nvSpPr>
        <p:spPr>
          <a:xfrm>
            <a:off x="681136" y="523639"/>
            <a:ext cx="6864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賣家存書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4D84AA-C5C5-7517-335F-7C30D60D12EF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DEPOSIT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B5BB990-45A0-6893-490A-8FCDAFA6062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B16D6337-F2C3-4DE0-4D74-8ED2C58750E5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pic>
        <p:nvPicPr>
          <p:cNvPr id="3" name="!!書櫃">
            <a:hlinkClick r:id="" action="ppaction://media"/>
            <a:extLst>
              <a:ext uri="{FF2B5EF4-FFF2-40B4-BE49-F238E27FC236}">
                <a16:creationId xmlns:a16="http://schemas.microsoft.com/office/drawing/2014/main" id="{09B805D7-32D9-C4EF-1B61-3F4F6ED1E8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452724" y="1376436"/>
            <a:ext cx="4810417" cy="4329374"/>
          </a:xfrm>
          <a:prstGeom prst="rect">
            <a:avLst/>
          </a:prstGeom>
        </p:spPr>
      </p:pic>
      <p:pic>
        <p:nvPicPr>
          <p:cNvPr id="5" name="!!手機">
            <a:hlinkClick r:id="" action="ppaction://media"/>
            <a:extLst>
              <a:ext uri="{FF2B5EF4-FFF2-40B4-BE49-F238E27FC236}">
                <a16:creationId xmlns:a16="http://schemas.microsoft.com/office/drawing/2014/main" id="{F259AA7E-65C4-0BB6-6A20-D3F89962660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621748" y="1568835"/>
            <a:ext cx="1954052" cy="3960914"/>
          </a:xfrm>
          <a:prstGeom prst="rect">
            <a:avLst/>
          </a:prstGeom>
        </p:spPr>
      </p:pic>
      <p:sp>
        <p:nvSpPr>
          <p:cNvPr id="8" name="字幕 8">
            <a:extLst>
              <a:ext uri="{FF2B5EF4-FFF2-40B4-BE49-F238E27FC236}">
                <a16:creationId xmlns:a16="http://schemas.microsoft.com/office/drawing/2014/main" id="{7074B451-9DEE-C0AC-A9CE-C88C6D12F2A3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1  掃描書櫃 QR Code</a:t>
            </a:r>
          </a:p>
        </p:txBody>
      </p:sp>
      <p:sp>
        <p:nvSpPr>
          <p:cNvPr id="10" name="字幕 9">
            <a:extLst>
              <a:ext uri="{FF2B5EF4-FFF2-40B4-BE49-F238E27FC236}">
                <a16:creationId xmlns:a16="http://schemas.microsoft.com/office/drawing/2014/main" id="{0B6975BF-7759-5AF0-63D5-78919B7B57E7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2  確認存書項目</a:t>
            </a:r>
          </a:p>
        </p:txBody>
      </p:sp>
      <p:sp>
        <p:nvSpPr>
          <p:cNvPr id="12" name="字幕 10">
            <a:extLst>
              <a:ext uri="{FF2B5EF4-FFF2-40B4-BE49-F238E27FC236}">
                <a16:creationId xmlns:a16="http://schemas.microsoft.com/office/drawing/2014/main" id="{339B08A5-685F-C243-DCF3-77F1A0CBD7FE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3  輸入螢幕比對碼 25</a:t>
            </a:r>
          </a:p>
        </p:txBody>
      </p:sp>
      <p:sp>
        <p:nvSpPr>
          <p:cNvPr id="13" name="字幕 11">
            <a:extLst>
              <a:ext uri="{FF2B5EF4-FFF2-40B4-BE49-F238E27FC236}">
                <a16:creationId xmlns:a16="http://schemas.microsoft.com/office/drawing/2014/main" id="{8F4E54C3-7F5C-D275-DD23-871E48E97D8E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4  比對成功，A01 開鎖</a:t>
            </a:r>
          </a:p>
        </p:txBody>
      </p:sp>
      <p:sp>
        <p:nvSpPr>
          <p:cNvPr id="14" name="字幕 12">
            <a:extLst>
              <a:ext uri="{FF2B5EF4-FFF2-40B4-BE49-F238E27FC236}">
                <a16:creationId xmlns:a16="http://schemas.microsoft.com/office/drawing/2014/main" id="{4BF6147C-5148-A5B3-9142-AE12D3D3A7C3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5  放入書籍並關門</a:t>
            </a:r>
          </a:p>
        </p:txBody>
      </p:sp>
      <p:sp>
        <p:nvSpPr>
          <p:cNvPr id="16" name="字幕 13">
            <a:extLst>
              <a:ext uri="{FF2B5EF4-FFF2-40B4-BE49-F238E27FC236}">
                <a16:creationId xmlns:a16="http://schemas.microsoft.com/office/drawing/2014/main" id="{A72BA87F-F61F-80C6-CC9C-A39D70222BB6}"/>
              </a:ext>
            </a:extLst>
          </p:cNvPr>
          <p:cNvSpPr/>
          <p:nvPr/>
        </p:nvSpPr>
        <p:spPr>
          <a:xfrm>
            <a:off x="3625596" y="5714819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6  存書完成，通知買家取書</a:t>
            </a:r>
          </a:p>
        </p:txBody>
      </p:sp>
    </p:spTree>
    <p:extLst>
      <p:ext uri="{BB962C8B-B14F-4D97-AF65-F5344CB8AC3E}">
        <p14:creationId xmlns:p14="http://schemas.microsoft.com/office/powerpoint/2010/main" val="34459869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191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7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9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119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13117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3" nodeType="withEffect">
                                  <p:stCondLst>
                                    <p:cond delay="15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15117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3" nodeType="withEffect">
                                  <p:stCondLst>
                                    <p:cond delay="17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17067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3" nodeType="withEffect">
                                  <p:stCondLst>
                                    <p:cond delay="190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2" nodeType="withEffect">
                                  <p:stCondLst>
                                    <p:cond delay="19017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3" nodeType="withEffect">
                                  <p:stCondLst>
                                    <p:cond delay="196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" nodeType="withEffect">
                                  <p:stCondLst>
                                    <p:cond delay="19617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3" nodeType="withEffect">
                                  <p:stCondLst>
                                    <p:cond delay="217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217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3" nodeType="withEffect">
                                  <p:stCondLst>
                                    <p:cond delay="238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4" nodeType="withEffect">
                                  <p:stCondLst>
                                    <p:cond delay="25034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5" nodeType="withEffect">
                                  <p:stCondLst>
                                    <p:cond delay="270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4" nodeType="withEffect">
                                  <p:stCondLst>
                                    <p:cond delay="27034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5" nodeType="withEffect">
                                  <p:stCondLst>
                                    <p:cond delay="289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4" nodeType="withEffect">
                                  <p:stCondLst>
                                    <p:cond delay="28984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5" nodeType="withEffect">
                                  <p:stCondLst>
                                    <p:cond delay="30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4" nodeType="withEffect">
                                  <p:stCondLst>
                                    <p:cond delay="30934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5" nodeType="withEffect">
                                  <p:stCondLst>
                                    <p:cond delay="315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4" nodeType="withEffect">
                                  <p:stCondLst>
                                    <p:cond delay="31534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5" nodeType="withEffect">
                                  <p:stCondLst>
                                    <p:cond delay="336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4" nodeType="withEffect">
                                  <p:stCondLst>
                                    <p:cond delay="33634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5" nodeType="withEffect">
                                  <p:stCondLst>
                                    <p:cond delay="357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6" nodeType="withEffect">
                                  <p:stCondLst>
                                    <p:cond delay="36951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7" nodeType="withEffect">
                                  <p:stCondLst>
                                    <p:cond delay="389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6" nodeType="withEffect">
                                  <p:stCondLst>
                                    <p:cond delay="38951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7" nodeType="withEffect">
                                  <p:stCondLst>
                                    <p:cond delay="40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6" nodeType="withEffect">
                                  <p:stCondLst>
                                    <p:cond delay="40901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7" nodeType="withEffect">
                                  <p:stCondLst>
                                    <p:cond delay="428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6" nodeType="withEffect">
                                  <p:stCondLst>
                                    <p:cond delay="42851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7" nodeType="withEffect">
                                  <p:stCondLst>
                                    <p:cond delay="434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6" nodeType="withEffect">
                                  <p:stCondLst>
                                    <p:cond delay="43451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7" nodeType="withEffect">
                                  <p:stCondLst>
                                    <p:cond delay="455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6" nodeType="withEffect">
                                  <p:stCondLst>
                                    <p:cond delay="45551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7" nodeType="withEffect">
                                  <p:stCondLst>
                                    <p:cond delay="476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8" nodeType="withEffect">
                                  <p:stCondLst>
                                    <p:cond delay="48868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9" nodeType="withEffect">
                                  <p:stCondLst>
                                    <p:cond delay="50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8" nodeType="withEffect">
                                  <p:stCondLst>
                                    <p:cond delay="50868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9" nodeType="withEffect">
                                  <p:stCondLst>
                                    <p:cond delay="528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8" nodeType="withEffect">
                                  <p:stCondLst>
                                    <p:cond delay="5281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9" nodeType="withEffect">
                                  <p:stCondLst>
                                    <p:cond delay="547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8" nodeType="withEffect">
                                  <p:stCondLst>
                                    <p:cond delay="54768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9" nodeType="withEffect">
                                  <p:stCondLst>
                                    <p:cond delay="553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8" nodeType="withEffect">
                                  <p:stCondLst>
                                    <p:cond delay="55368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9" nodeType="withEffect">
                                  <p:stCondLst>
                                    <p:cond delay="574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8" nodeType="withEffect">
                                  <p:stCondLst>
                                    <p:cond delay="57468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9" nodeType="withEffect">
                                  <p:stCondLst>
                                    <p:cond delay="595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10" nodeType="withEffect">
                                  <p:stCondLst>
                                    <p:cond delay="60785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11" nodeType="withEffect">
                                  <p:stCondLst>
                                    <p:cond delay="627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10" nodeType="withEffect">
                                  <p:stCondLst>
                                    <p:cond delay="62785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1" nodeType="withEffect">
                                  <p:stCondLst>
                                    <p:cond delay="647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10" nodeType="withEffect">
                                  <p:stCondLst>
                                    <p:cond delay="64735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1" nodeType="withEffect">
                                  <p:stCondLst>
                                    <p:cond delay="666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10" nodeType="withEffect">
                                  <p:stCondLst>
                                    <p:cond delay="66685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1" nodeType="withEffect">
                                  <p:stCondLst>
                                    <p:cond delay="672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10" nodeType="withEffect">
                                  <p:stCondLst>
                                    <p:cond delay="67285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11" nodeType="withEffect">
                                  <p:stCondLst>
                                    <p:cond delay="693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10" nodeType="withEffect">
                                  <p:stCondLst>
                                    <p:cond delay="69385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11" nodeType="withEffect">
                                  <p:stCondLst>
                                    <p:cond delay="715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12" nodeType="withEffect">
                                  <p:stCondLst>
                                    <p:cond delay="72702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13" nodeType="withEffect">
                                  <p:stCondLst>
                                    <p:cond delay="747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12" nodeType="withEffect">
                                  <p:stCondLst>
                                    <p:cond delay="74702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13" nodeType="withEffect">
                                  <p:stCondLst>
                                    <p:cond delay="766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12" nodeType="withEffect">
                                  <p:stCondLst>
                                    <p:cond delay="76652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13" nodeType="withEffect">
                                  <p:stCondLst>
                                    <p:cond delay="786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12" nodeType="withEffect">
                                  <p:stCondLst>
                                    <p:cond delay="78602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13" nodeType="withEffect">
                                  <p:stCondLst>
                                    <p:cond delay="792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12" nodeType="withEffect">
                                  <p:stCondLst>
                                    <p:cond delay="79202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13" nodeType="withEffect">
                                  <p:stCondLst>
                                    <p:cond delay="813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12" nodeType="withEffect">
                                  <p:stCondLst>
                                    <p:cond delay="81302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13" nodeType="withEffect">
                                  <p:stCondLst>
                                    <p:cond delay="834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14" nodeType="withEffect">
                                  <p:stCondLst>
                                    <p:cond delay="84619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15" nodeType="withEffect">
                                  <p:stCondLst>
                                    <p:cond delay="866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14" nodeType="withEffect">
                                  <p:stCondLst>
                                    <p:cond delay="86619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15" nodeType="withEffect">
                                  <p:stCondLst>
                                    <p:cond delay="885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14" nodeType="withEffect">
                                  <p:stCondLst>
                                    <p:cond delay="88569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15" nodeType="withEffect">
                                  <p:stCondLst>
                                    <p:cond delay="905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14" nodeType="withEffect">
                                  <p:stCondLst>
                                    <p:cond delay="90519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15" nodeType="withEffect">
                                  <p:stCondLst>
                                    <p:cond delay="911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14" nodeType="withEffect">
                                  <p:stCondLst>
                                    <p:cond delay="9111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15" nodeType="withEffect">
                                  <p:stCondLst>
                                    <p:cond delay="932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14" nodeType="withEffect">
                                  <p:stCondLst>
                                    <p:cond delay="93219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15" nodeType="withEffect">
                                  <p:stCondLst>
                                    <p:cond delay="953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16" nodeType="withEffect">
                                  <p:stCondLst>
                                    <p:cond delay="96536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grpId="17" nodeType="withEffect">
                                  <p:stCondLst>
                                    <p:cond delay="985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16" nodeType="withEffect">
                                  <p:stCondLst>
                                    <p:cond delay="98536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17" nodeType="withEffect">
                                  <p:stCondLst>
                                    <p:cond delay="1004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16" nodeType="withEffect">
                                  <p:stCondLst>
                                    <p:cond delay="100486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grpId="17" nodeType="withEffect">
                                  <p:stCondLst>
                                    <p:cond delay="1024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16" nodeType="withEffect">
                                  <p:stCondLst>
                                    <p:cond delay="102436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17" nodeType="withEffect">
                                  <p:stCondLst>
                                    <p:cond delay="1030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16" nodeType="withEffect">
                                  <p:stCondLst>
                                    <p:cond delay="103036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17" nodeType="withEffect">
                                  <p:stCondLst>
                                    <p:cond delay="1051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16" nodeType="withEffect">
                                  <p:stCondLst>
                                    <p:cond delay="105136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grpId="17" nodeType="withEffect">
                                  <p:stCondLst>
                                    <p:cond delay="1072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18" nodeType="withEffect">
                                  <p:stCondLst>
                                    <p:cond delay="108453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19" nodeType="withEffect">
                                  <p:stCondLst>
                                    <p:cond delay="1104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18" nodeType="withEffect">
                                  <p:stCondLst>
                                    <p:cond delay="110453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19" nodeType="withEffect">
                                  <p:stCondLst>
                                    <p:cond delay="1124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18" nodeType="withEffect">
                                  <p:stCondLst>
                                    <p:cond delay="112403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grpId="19" nodeType="withEffect">
                                  <p:stCondLst>
                                    <p:cond delay="1143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18" nodeType="withEffect">
                                  <p:stCondLst>
                                    <p:cond delay="114353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grpId="19" nodeType="withEffect">
                                  <p:stCondLst>
                                    <p:cond delay="1149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18" nodeType="withEffect">
                                  <p:stCondLst>
                                    <p:cond delay="114953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19" nodeType="withEffect">
                                  <p:stCondLst>
                                    <p:cond delay="1170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18" nodeType="withEffect">
                                  <p:stCondLst>
                                    <p:cond delay="117053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xit" presetSubtype="0" fill="hold" grpId="19" nodeType="withEffect">
                                  <p:stCondLst>
                                    <p:cond delay="119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grpId="20" nodeType="withEffect">
                                  <p:stCondLst>
                                    <p:cond delay="12037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xit" presetSubtype="0" fill="hold" grpId="21" nodeType="withEffect">
                                  <p:stCondLst>
                                    <p:cond delay="122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20" nodeType="withEffect">
                                  <p:stCondLst>
                                    <p:cond delay="12237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xit" presetSubtype="0" fill="hold" grpId="21" nodeType="withEffect">
                                  <p:stCondLst>
                                    <p:cond delay="1243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20" nodeType="withEffect">
                                  <p:stCondLst>
                                    <p:cond delay="12432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xit" presetSubtype="0" fill="hold" grpId="21" nodeType="withEffect">
                                  <p:stCondLst>
                                    <p:cond delay="126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20" nodeType="withEffect">
                                  <p:stCondLst>
                                    <p:cond delay="12627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xit" presetSubtype="0" fill="hold" grpId="21" nodeType="withEffect">
                                  <p:stCondLst>
                                    <p:cond delay="126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20" nodeType="withEffect">
                                  <p:stCondLst>
                                    <p:cond delay="12687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grpId="21" nodeType="withEffect">
                                  <p:stCondLst>
                                    <p:cond delay="12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20" nodeType="withEffect">
                                  <p:stCondLst>
                                    <p:cond delay="12897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21" nodeType="withEffect">
                                  <p:stCondLst>
                                    <p:cond delay="1310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22" nodeType="withEffect">
                                  <p:stCondLst>
                                    <p:cond delay="132287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xit" presetSubtype="0" fill="hold" grpId="23" nodeType="withEffect">
                                  <p:stCondLst>
                                    <p:cond delay="1342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ntr" presetSubtype="0" fill="hold" grpId="22" nodeType="withEffect">
                                  <p:stCondLst>
                                    <p:cond delay="13428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23" nodeType="withEffect">
                                  <p:stCondLst>
                                    <p:cond delay="1362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22" nodeType="withEffect">
                                  <p:stCondLst>
                                    <p:cond delay="136237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xit" presetSubtype="0" fill="hold" grpId="23" nodeType="withEffect">
                                  <p:stCondLst>
                                    <p:cond delay="1381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22" nodeType="withEffect">
                                  <p:stCondLst>
                                    <p:cond delay="138187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xit" presetSubtype="0" fill="hold" grpId="23" nodeType="withEffect">
                                  <p:stCondLst>
                                    <p:cond delay="138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22" nodeType="withEffect">
                                  <p:stCondLst>
                                    <p:cond delay="138787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23" nodeType="withEffect">
                                  <p:stCondLst>
                                    <p:cond delay="1408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22" nodeType="withEffect">
                                  <p:stCondLst>
                                    <p:cond delay="140887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xit" presetSubtype="0" fill="hold" grpId="23" nodeType="withEffect">
                                  <p:stCondLst>
                                    <p:cond delay="1430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24" nodeType="withEffect">
                                  <p:stCondLst>
                                    <p:cond delay="144204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25" nodeType="withEffect">
                                  <p:stCondLst>
                                    <p:cond delay="1462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ntr" presetSubtype="0" fill="hold" grpId="24" nodeType="withEffect">
                                  <p:stCondLst>
                                    <p:cond delay="146204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grpId="25" nodeType="withEffect">
                                  <p:stCondLst>
                                    <p:cond delay="1481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24" nodeType="withEffect">
                                  <p:stCondLst>
                                    <p:cond delay="148154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25" nodeType="withEffect">
                                  <p:stCondLst>
                                    <p:cond delay="1501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24" nodeType="withEffect">
                                  <p:stCondLst>
                                    <p:cond delay="150104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grpId="25" nodeType="withEffect">
                                  <p:stCondLst>
                                    <p:cond delay="1507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24" nodeType="withEffect">
                                  <p:stCondLst>
                                    <p:cond delay="150704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25" nodeType="withEffect">
                                  <p:stCondLst>
                                    <p:cond delay="152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ntr" presetSubtype="0" fill="hold" grpId="24" nodeType="withEffect">
                                  <p:stCondLst>
                                    <p:cond delay="152804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25" nodeType="withEffect">
                                  <p:stCondLst>
                                    <p:cond delay="1549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26" nodeType="withEffect">
                                  <p:stCondLst>
                                    <p:cond delay="156121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27" nodeType="withEffect">
                                  <p:stCondLst>
                                    <p:cond delay="1581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ntr" presetSubtype="0" fill="hold" grpId="26" nodeType="withEffect">
                                  <p:stCondLst>
                                    <p:cond delay="158121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10" presetClass="exit" presetSubtype="0" fill="hold" grpId="27" nodeType="withEffect">
                                  <p:stCondLst>
                                    <p:cond delay="1600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grpId="26" nodeType="withEffect">
                                  <p:stCondLst>
                                    <p:cond delay="160071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presetID="10" presetClass="exit" presetSubtype="0" fill="hold" grpId="27" nodeType="withEffect">
                                  <p:stCondLst>
                                    <p:cond delay="1620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0" presetClass="entr" presetSubtype="0" fill="hold" grpId="26" nodeType="withEffect">
                                  <p:stCondLst>
                                    <p:cond delay="162021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presetID="10" presetClass="exit" presetSubtype="0" fill="hold" grpId="27" nodeType="withEffect">
                                  <p:stCondLst>
                                    <p:cond delay="1626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ntr" presetSubtype="0" fill="hold" grpId="26" nodeType="withEffect">
                                  <p:stCondLst>
                                    <p:cond delay="162621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grpId="27" nodeType="withEffect">
                                  <p:stCondLst>
                                    <p:cond delay="1647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26" nodeType="withEffect">
                                  <p:stCondLst>
                                    <p:cond delay="164721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grpId="27" nodeType="withEffect">
                                  <p:stCondLst>
                                    <p:cond delay="1668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ntr" presetSubtype="0" fill="hold" grpId="28" nodeType="withEffect">
                                  <p:stCondLst>
                                    <p:cond delay="168038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grpId="29" nodeType="withEffect">
                                  <p:stCondLst>
                                    <p:cond delay="1700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0" presetClass="entr" presetSubtype="0" fill="hold" grpId="28" nodeType="withEffect">
                                  <p:stCondLst>
                                    <p:cond delay="170038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grpId="29" nodeType="withEffect">
                                  <p:stCondLst>
                                    <p:cond delay="1719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28" nodeType="withEffect">
                                  <p:stCondLst>
                                    <p:cond delay="171988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29" nodeType="withEffect">
                                  <p:stCondLst>
                                    <p:cond delay="1739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28" nodeType="withEffect">
                                  <p:stCondLst>
                                    <p:cond delay="173938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xit" presetSubtype="0" fill="hold" grpId="29" nodeType="withEffect">
                                  <p:stCondLst>
                                    <p:cond delay="174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grpId="28" nodeType="withEffect">
                                  <p:stCondLst>
                                    <p:cond delay="174538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grpId="29" nodeType="withEffect">
                                  <p:stCondLst>
                                    <p:cond delay="1766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grpId="28" nodeType="withEffect">
                                  <p:stCondLst>
                                    <p:cond delay="176638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xit" presetSubtype="0" fill="hold" grpId="29" nodeType="withEffect">
                                  <p:stCondLst>
                                    <p:cond delay="1787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30" nodeType="withEffect">
                                  <p:stCondLst>
                                    <p:cond delay="179955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10" presetClass="exit" presetSubtype="0" fill="hold" grpId="31" nodeType="withEffect">
                                  <p:stCondLst>
                                    <p:cond delay="1819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30" nodeType="withEffect">
                                  <p:stCondLst>
                                    <p:cond delay="181955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xit" presetSubtype="0" fill="hold" grpId="31" nodeType="withEffect">
                                  <p:stCondLst>
                                    <p:cond delay="1839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30" nodeType="withEffect">
                                  <p:stCondLst>
                                    <p:cond delay="183905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xit" presetSubtype="0" fill="hold" grpId="31" nodeType="withEffect">
                                  <p:stCondLst>
                                    <p:cond delay="1858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0" presetClass="entr" presetSubtype="0" fill="hold" grpId="30" nodeType="withEffect">
                                  <p:stCondLst>
                                    <p:cond delay="185855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0" presetClass="exit" presetSubtype="0" fill="hold" grpId="31" nodeType="withEffect">
                                  <p:stCondLst>
                                    <p:cond delay="1864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30" nodeType="withEffect">
                                  <p:stCondLst>
                                    <p:cond delay="186455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10" presetClass="exit" presetSubtype="0" fill="hold" grpId="31" nodeType="withEffect">
                                  <p:stCondLst>
                                    <p:cond delay="1885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30" nodeType="withEffect">
                                  <p:stCondLst>
                                    <p:cond delay="188555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582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 mute="1">
                <p:cTn id="583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8" grpId="15" animBg="1"/>
      <p:bldP spid="8" grpId="16" animBg="1"/>
      <p:bldP spid="8" grpId="17" animBg="1"/>
      <p:bldP spid="8" grpId="18" animBg="1"/>
      <p:bldP spid="8" grpId="19" animBg="1"/>
      <p:bldP spid="8" grpId="20" animBg="1"/>
      <p:bldP spid="8" grpId="21" animBg="1"/>
      <p:bldP spid="8" grpId="22" animBg="1"/>
      <p:bldP spid="8" grpId="23" animBg="1"/>
      <p:bldP spid="8" grpId="24" animBg="1"/>
      <p:bldP spid="8" grpId="25" animBg="1"/>
      <p:bldP spid="8" grpId="26" animBg="1"/>
      <p:bldP spid="8" grpId="27" animBg="1"/>
      <p:bldP spid="8" grpId="28" animBg="1"/>
      <p:bldP spid="8" grpId="29" animBg="1"/>
      <p:bldP spid="8" grpId="30" animBg="1"/>
      <p:bldP spid="8" grpId="31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3" grpId="20" animBg="1"/>
      <p:bldP spid="13" grpId="21" animBg="1"/>
      <p:bldP spid="13" grpId="22" animBg="1"/>
      <p:bldP spid="13" grpId="23" animBg="1"/>
      <p:bldP spid="13" grpId="24" animBg="1"/>
      <p:bldP spid="13" grpId="25" animBg="1"/>
      <p:bldP spid="13" grpId="26" animBg="1"/>
      <p:bldP spid="13" grpId="27" animBg="1"/>
      <p:bldP spid="13" grpId="28" animBg="1"/>
      <p:bldP spid="13" grpId="29" animBg="1"/>
      <p:bldP spid="13" grpId="30" animBg="1"/>
      <p:bldP spid="13" grpId="31" animBg="1"/>
      <p:bldP spid="14" grpId="0" animBg="1"/>
      <p:bldP spid="14" grpId="1" animBg="1"/>
      <p:bldP spid="14" grpId="2" animBg="1"/>
      <p:bldP spid="14" grpId="3" animBg="1"/>
      <p:bldP spid="14" grpId="4" animBg="1"/>
      <p:bldP spid="14" grpId="5" animBg="1"/>
      <p:bldP spid="14" grpId="6" animBg="1"/>
      <p:bldP spid="14" grpId="7" animBg="1"/>
      <p:bldP spid="14" grpId="8" animBg="1"/>
      <p:bldP spid="14" grpId="9" animBg="1"/>
      <p:bldP spid="14" grpId="10" animBg="1"/>
      <p:bldP spid="14" grpId="11" animBg="1"/>
      <p:bldP spid="14" grpId="12" animBg="1"/>
      <p:bldP spid="14" grpId="13" animBg="1"/>
      <p:bldP spid="14" grpId="14" animBg="1"/>
      <p:bldP spid="14" grpId="15" animBg="1"/>
      <p:bldP spid="14" grpId="16" animBg="1"/>
      <p:bldP spid="14" grpId="17" animBg="1"/>
      <p:bldP spid="14" grpId="18" animBg="1"/>
      <p:bldP spid="14" grpId="19" animBg="1"/>
      <p:bldP spid="14" grpId="20" animBg="1"/>
      <p:bldP spid="14" grpId="21" animBg="1"/>
      <p:bldP spid="14" grpId="22" animBg="1"/>
      <p:bldP spid="14" grpId="23" animBg="1"/>
      <p:bldP spid="14" grpId="24" animBg="1"/>
      <p:bldP spid="14" grpId="25" animBg="1"/>
      <p:bldP spid="14" grpId="26" animBg="1"/>
      <p:bldP spid="14" grpId="27" animBg="1"/>
      <p:bldP spid="14" grpId="28" animBg="1"/>
      <p:bldP spid="14" grpId="29" animBg="1"/>
      <p:bldP spid="14" grpId="30" animBg="1"/>
      <p:bldP spid="14" grpId="31" animBg="1"/>
      <p:bldP spid="16" grpId="0" animBg="1"/>
      <p:bldP spid="16" grpId="1" animBg="1"/>
      <p:bldP spid="16" grpId="2" animBg="1"/>
      <p:bldP spid="16" grpId="3" animBg="1"/>
      <p:bldP spid="16" grpId="4" animBg="1"/>
      <p:bldP spid="16" grpId="5" animBg="1"/>
      <p:bldP spid="16" grpId="6" animBg="1"/>
      <p:bldP spid="16" grpId="7" animBg="1"/>
      <p:bldP spid="16" grpId="8" animBg="1"/>
      <p:bldP spid="16" grpId="9" animBg="1"/>
      <p:bldP spid="16" grpId="10" animBg="1"/>
      <p:bldP spid="16" grpId="11" animBg="1"/>
      <p:bldP spid="16" grpId="12" animBg="1"/>
      <p:bldP spid="16" grpId="13" animBg="1"/>
      <p:bldP spid="16" grpId="14" animBg="1"/>
      <p:bldP spid="16" grpId="15" animBg="1"/>
      <p:bldP spid="16" grpId="16" animBg="1"/>
      <p:bldP spid="16" grpId="17" animBg="1"/>
      <p:bldP spid="16" grpId="18" animBg="1"/>
      <p:bldP spid="16" grpId="19" animBg="1"/>
      <p:bldP spid="16" grpId="20" animBg="1"/>
      <p:bldP spid="16" grpId="21" animBg="1"/>
      <p:bldP spid="16" grpId="22" animBg="1"/>
      <p:bldP spid="16" grpId="23" animBg="1"/>
      <p:bldP spid="16" grpId="24" animBg="1"/>
      <p:bldP spid="16" grpId="25" animBg="1"/>
      <p:bldP spid="16" grpId="26" animBg="1"/>
      <p:bldP spid="16" grpId="27" animBg="1"/>
      <p:bldP spid="16" grpId="28" animBg="1"/>
      <p:bldP spid="16" grpId="29" animBg="1"/>
      <p:bldP spid="16" grpId="3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EB820-37BE-4C56-257B-3912E911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AB90869-15F1-4956-894B-3F0D6EB13BA2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前往書櫃：交通資訊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7B3F2D9-1666-E5D7-0FFD-44B4F7FD3D44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GETTING THERE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B31D59-3F34-2F97-34C0-D9B67296619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70DDE0F9-1B2A-B482-DC5B-60FEEF6A53E7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pic>
        <p:nvPicPr>
          <p:cNvPr id="3" name="!!手機">
            <a:hlinkClick r:id="" action="ppaction://media"/>
            <a:extLst>
              <a:ext uri="{FF2B5EF4-FFF2-40B4-BE49-F238E27FC236}">
                <a16:creationId xmlns:a16="http://schemas.microsoft.com/office/drawing/2014/main" id="{A771519F-9A5F-3B21-18C1-CEDC3D17CD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22739" y="1421987"/>
            <a:ext cx="2353012" cy="4769618"/>
          </a:xfrm>
          <a:prstGeom prst="rect">
            <a:avLst/>
          </a:prstGeom>
        </p:spPr>
      </p:pic>
      <p:grpSp>
        <p:nvGrpSpPr>
          <p:cNvPr id="44" name="群組 43">
            <a:extLst>
              <a:ext uri="{FF2B5EF4-FFF2-40B4-BE49-F238E27FC236}">
                <a16:creationId xmlns:a16="http://schemas.microsoft.com/office/drawing/2014/main" id="{E8927420-6960-908D-C128-F93C144704D5}"/>
              </a:ext>
            </a:extLst>
          </p:cNvPr>
          <p:cNvGrpSpPr/>
          <p:nvPr/>
        </p:nvGrpSpPr>
        <p:grpSpPr>
          <a:xfrm>
            <a:off x="788900" y="1714517"/>
            <a:ext cx="6080567" cy="621792"/>
            <a:chOff x="788900" y="1611340"/>
            <a:chExt cx="6080567" cy="621792"/>
          </a:xfrm>
        </p:grpSpPr>
        <p:sp>
          <p:nvSpPr>
            <p:cNvPr id="10" name="文字 13">
              <a:extLst>
                <a:ext uri="{FF2B5EF4-FFF2-40B4-BE49-F238E27FC236}">
                  <a16:creationId xmlns:a16="http://schemas.microsoft.com/office/drawing/2014/main" id="{77FD534E-015C-1C10-8D4A-02C5C0EFAB7E}"/>
                </a:ext>
              </a:extLst>
            </p:cNvPr>
            <p:cNvSpPr txBox="1"/>
            <p:nvPr/>
          </p:nvSpPr>
          <p:spPr>
            <a:xfrm>
              <a:off x="1427952" y="1629628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spc="5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捷運</a:t>
              </a:r>
            </a:p>
          </p:txBody>
        </p:sp>
        <p:sp>
          <p:nvSpPr>
            <p:cNvPr id="12" name="文字 14">
              <a:extLst>
                <a:ext uri="{FF2B5EF4-FFF2-40B4-BE49-F238E27FC236}">
                  <a16:creationId xmlns:a16="http://schemas.microsoft.com/office/drawing/2014/main" id="{BEB99F2B-538D-BFD2-07C8-82B3CDB54B90}"/>
                </a:ext>
              </a:extLst>
            </p:cNvPr>
            <p:cNvSpPr txBox="1"/>
            <p:nvPr/>
          </p:nvSpPr>
          <p:spPr>
            <a:xfrm>
              <a:off x="2862356" y="1611340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最近車站與出口、無障礙電梯、票價</a:t>
              </a:r>
            </a:p>
          </p:txBody>
        </p:sp>
        <p:sp>
          <p:nvSpPr>
            <p:cNvPr id="13" name="Graphic 18">
              <a:extLst>
                <a:ext uri="{FF2B5EF4-FFF2-40B4-BE49-F238E27FC236}">
                  <a16:creationId xmlns:a16="http://schemas.microsoft.com/office/drawing/2014/main" id="{FEBD9220-FDA8-CBDD-6F05-B5C329A15A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1696090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5" name="圖示 9">
              <a:extLst>
                <a:ext uri="{FF2B5EF4-FFF2-40B4-BE49-F238E27FC236}">
                  <a16:creationId xmlns:a16="http://schemas.microsoft.com/office/drawing/2014/main" id="{6D13EF8A-A059-F06F-82DC-C96E7C0A0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8933" y="1792044"/>
              <a:ext cx="288000" cy="288000"/>
            </a:xfrm>
            <a:prstGeom prst="rect">
              <a:avLst/>
            </a:prstGeom>
          </p:spPr>
        </p:pic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1F7CEE9E-B83F-7FAD-3869-32C8B0CC0CFC}"/>
              </a:ext>
            </a:extLst>
          </p:cNvPr>
          <p:cNvGrpSpPr/>
          <p:nvPr/>
        </p:nvGrpSpPr>
        <p:grpSpPr>
          <a:xfrm>
            <a:off x="788900" y="2447711"/>
            <a:ext cx="6080567" cy="621792"/>
            <a:chOff x="788900" y="2454575"/>
            <a:chExt cx="6080567" cy="621792"/>
          </a:xfrm>
        </p:grpSpPr>
        <p:sp>
          <p:nvSpPr>
            <p:cNvPr id="16" name="文字 13">
              <a:extLst>
                <a:ext uri="{FF2B5EF4-FFF2-40B4-BE49-F238E27FC236}">
                  <a16:creationId xmlns:a16="http://schemas.microsoft.com/office/drawing/2014/main" id="{8BCC2A04-B6DC-F5BD-7EDF-0849921171CC}"/>
                </a:ext>
              </a:extLst>
            </p:cNvPr>
            <p:cNvSpPr txBox="1"/>
            <p:nvPr/>
          </p:nvSpPr>
          <p:spPr>
            <a:xfrm>
              <a:off x="1427952" y="2472863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spc="5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公車</a:t>
              </a:r>
            </a:p>
          </p:txBody>
        </p:sp>
        <p:sp>
          <p:nvSpPr>
            <p:cNvPr id="17" name="文字 14">
              <a:extLst>
                <a:ext uri="{FF2B5EF4-FFF2-40B4-BE49-F238E27FC236}">
                  <a16:creationId xmlns:a16="http://schemas.microsoft.com/office/drawing/2014/main" id="{E57EA492-A3DE-B0EF-0D4D-88163F90F643}"/>
                </a:ext>
              </a:extLst>
            </p:cNvPr>
            <p:cNvSpPr txBox="1"/>
            <p:nvPr/>
          </p:nvSpPr>
          <p:spPr>
            <a:xfrm>
              <a:off x="2862356" y="2454575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300 </a:t>
              </a: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公尺內站牌與即時預估到站</a:t>
              </a:r>
            </a:p>
          </p:txBody>
        </p:sp>
        <p:sp>
          <p:nvSpPr>
            <p:cNvPr id="18" name="Graphic 18">
              <a:extLst>
                <a:ext uri="{FF2B5EF4-FFF2-40B4-BE49-F238E27FC236}">
                  <a16:creationId xmlns:a16="http://schemas.microsoft.com/office/drawing/2014/main" id="{18A4EC26-F69A-1BE4-5E1E-F2E91A7E4E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2539325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8" name="圖示 13">
              <a:extLst>
                <a:ext uri="{FF2B5EF4-FFF2-40B4-BE49-F238E27FC236}">
                  <a16:creationId xmlns:a16="http://schemas.microsoft.com/office/drawing/2014/main" id="{73EBBD56-C4C7-3527-2ABF-125ADC80D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8933" y="2632367"/>
              <a:ext cx="288000" cy="288000"/>
            </a:xfrm>
            <a:prstGeom prst="rect">
              <a:avLst/>
            </a:prstGeom>
          </p:spPr>
        </p:pic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FDE2B08C-9637-F0AA-BA4D-E7AC238C764C}"/>
              </a:ext>
            </a:extLst>
          </p:cNvPr>
          <p:cNvGrpSpPr/>
          <p:nvPr/>
        </p:nvGrpSpPr>
        <p:grpSpPr>
          <a:xfrm>
            <a:off x="788900" y="3180905"/>
            <a:ext cx="6080567" cy="621792"/>
            <a:chOff x="788900" y="3297810"/>
            <a:chExt cx="6080567" cy="621792"/>
          </a:xfrm>
        </p:grpSpPr>
        <p:sp>
          <p:nvSpPr>
            <p:cNvPr id="22" name="文字 13">
              <a:extLst>
                <a:ext uri="{FF2B5EF4-FFF2-40B4-BE49-F238E27FC236}">
                  <a16:creationId xmlns:a16="http://schemas.microsoft.com/office/drawing/2014/main" id="{E4FC3950-FA2B-2A17-56A4-EB1DF1FBB4C7}"/>
                </a:ext>
              </a:extLst>
            </p:cNvPr>
            <p:cNvSpPr txBox="1"/>
            <p:nvPr/>
          </p:nvSpPr>
          <p:spPr>
            <a:xfrm>
              <a:off x="1427952" y="3316098"/>
              <a:ext cx="1240604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en-US" altLang="zh-TW" sz="2000" b="1" dirty="0" err="1">
                  <a:solidFill>
                    <a:schemeClr val="tx2"/>
                  </a:solidFill>
                  <a:ea typeface="Noto Sans TC Medium" panose="020B0200000000000000" pitchFamily="34" charset="-128"/>
                </a:rPr>
                <a:t>YouBike</a:t>
              </a:r>
              <a:endParaRPr lang="en-US" altLang="zh-TW" sz="2000" b="1" dirty="0">
                <a:solidFill>
                  <a:schemeClr val="tx2"/>
                </a:solidFill>
                <a:ea typeface="Noto Sans TC Medium" panose="020B0200000000000000" pitchFamily="34" charset="-128"/>
              </a:endParaRPr>
            </a:p>
          </p:txBody>
        </p:sp>
        <p:sp>
          <p:nvSpPr>
            <p:cNvPr id="23" name="文字 14">
              <a:extLst>
                <a:ext uri="{FF2B5EF4-FFF2-40B4-BE49-F238E27FC236}">
                  <a16:creationId xmlns:a16="http://schemas.microsoft.com/office/drawing/2014/main" id="{C3913C5B-64C4-C10E-FD23-478ADBB51C24}"/>
                </a:ext>
              </a:extLst>
            </p:cNvPr>
            <p:cNvSpPr txBox="1"/>
            <p:nvPr/>
          </p:nvSpPr>
          <p:spPr>
            <a:xfrm>
              <a:off x="2862356" y="3297810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500 </a:t>
              </a: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公尺內站點可借與可還數量</a:t>
              </a:r>
            </a:p>
          </p:txBody>
        </p:sp>
        <p:sp>
          <p:nvSpPr>
            <p:cNvPr id="24" name="Graphic 18">
              <a:extLst>
                <a:ext uri="{FF2B5EF4-FFF2-40B4-BE49-F238E27FC236}">
                  <a16:creationId xmlns:a16="http://schemas.microsoft.com/office/drawing/2014/main" id="{60265E50-76B6-9CC7-B5BA-8F69DDCAD3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3382560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9" name="圖示 17">
              <a:extLst>
                <a:ext uri="{FF2B5EF4-FFF2-40B4-BE49-F238E27FC236}">
                  <a16:creationId xmlns:a16="http://schemas.microsoft.com/office/drawing/2014/main" id="{E35330C5-5BAA-EDD7-861D-8501FCED9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8933" y="3472693"/>
              <a:ext cx="288000" cy="288000"/>
            </a:xfrm>
            <a:prstGeom prst="rect">
              <a:avLst/>
            </a:prstGeom>
          </p:spPr>
        </p:pic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9DC2C836-BCB9-EEA9-CC7E-6AA547AD8471}"/>
              </a:ext>
            </a:extLst>
          </p:cNvPr>
          <p:cNvGrpSpPr/>
          <p:nvPr/>
        </p:nvGrpSpPr>
        <p:grpSpPr>
          <a:xfrm>
            <a:off x="788900" y="3914099"/>
            <a:ext cx="6080567" cy="621792"/>
            <a:chOff x="788900" y="4141045"/>
            <a:chExt cx="6080567" cy="621792"/>
          </a:xfrm>
        </p:grpSpPr>
        <p:sp>
          <p:nvSpPr>
            <p:cNvPr id="26" name="文字 13">
              <a:extLst>
                <a:ext uri="{FF2B5EF4-FFF2-40B4-BE49-F238E27FC236}">
                  <a16:creationId xmlns:a16="http://schemas.microsoft.com/office/drawing/2014/main" id="{B8D09651-0894-BE0E-DF55-281BEB4282A2}"/>
                </a:ext>
              </a:extLst>
            </p:cNvPr>
            <p:cNvSpPr txBox="1"/>
            <p:nvPr/>
          </p:nvSpPr>
          <p:spPr>
            <a:xfrm>
              <a:off x="1427952" y="4159333"/>
              <a:ext cx="64008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spc="5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停車</a:t>
              </a:r>
            </a:p>
          </p:txBody>
        </p:sp>
        <p:sp>
          <p:nvSpPr>
            <p:cNvPr id="27" name="文字 14">
              <a:extLst>
                <a:ext uri="{FF2B5EF4-FFF2-40B4-BE49-F238E27FC236}">
                  <a16:creationId xmlns:a16="http://schemas.microsoft.com/office/drawing/2014/main" id="{808F3493-78AD-97BB-E0D2-8D697CEA025E}"/>
                </a:ext>
              </a:extLst>
            </p:cNvPr>
            <p:cNvSpPr txBox="1"/>
            <p:nvPr/>
          </p:nvSpPr>
          <p:spPr>
            <a:xfrm>
              <a:off x="2862356" y="4141045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停車場剩餘車位、路邊停車格位</a:t>
              </a:r>
            </a:p>
          </p:txBody>
        </p:sp>
        <p:sp>
          <p:nvSpPr>
            <p:cNvPr id="28" name="Graphic 18">
              <a:extLst>
                <a:ext uri="{FF2B5EF4-FFF2-40B4-BE49-F238E27FC236}">
                  <a16:creationId xmlns:a16="http://schemas.microsoft.com/office/drawing/2014/main" id="{036C5053-979E-2B48-0BBA-5DD082E7D9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4225795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0" name="圖示 21">
              <a:extLst>
                <a:ext uri="{FF2B5EF4-FFF2-40B4-BE49-F238E27FC236}">
                  <a16:creationId xmlns:a16="http://schemas.microsoft.com/office/drawing/2014/main" id="{97C5129F-21C0-B864-6C8A-EA3BEB14B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8933" y="4319602"/>
              <a:ext cx="288000" cy="288000"/>
            </a:xfrm>
            <a:prstGeom prst="rect">
              <a:avLst/>
            </a:prstGeom>
          </p:spPr>
        </p:pic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4E41425F-9E52-C6EE-0218-025D79F5256C}"/>
              </a:ext>
            </a:extLst>
          </p:cNvPr>
          <p:cNvGrpSpPr/>
          <p:nvPr/>
        </p:nvGrpSpPr>
        <p:grpSpPr>
          <a:xfrm>
            <a:off x="788900" y="4647295"/>
            <a:ext cx="6080567" cy="621792"/>
            <a:chOff x="788900" y="4984281"/>
            <a:chExt cx="6080567" cy="621792"/>
          </a:xfrm>
        </p:grpSpPr>
        <p:sp>
          <p:nvSpPr>
            <p:cNvPr id="30" name="文字 13">
              <a:extLst>
                <a:ext uri="{FF2B5EF4-FFF2-40B4-BE49-F238E27FC236}">
                  <a16:creationId xmlns:a16="http://schemas.microsoft.com/office/drawing/2014/main" id="{F3350F08-E5E1-3C99-9EEB-DD9788DBEBE0}"/>
                </a:ext>
              </a:extLst>
            </p:cNvPr>
            <p:cNvSpPr txBox="1"/>
            <p:nvPr/>
          </p:nvSpPr>
          <p:spPr>
            <a:xfrm>
              <a:off x="1427952" y="5002569"/>
              <a:ext cx="1006062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spc="50" dirty="0">
                  <a:solidFill>
                    <a:schemeClr val="tx2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計程車</a:t>
              </a:r>
            </a:p>
          </p:txBody>
        </p:sp>
        <p:sp>
          <p:nvSpPr>
            <p:cNvPr id="31" name="文字 14">
              <a:extLst>
                <a:ext uri="{FF2B5EF4-FFF2-40B4-BE49-F238E27FC236}">
                  <a16:creationId xmlns:a16="http://schemas.microsoft.com/office/drawing/2014/main" id="{838DECF5-BFD6-9504-BE2D-81067F824496}"/>
                </a:ext>
              </a:extLst>
            </p:cNvPr>
            <p:cNvSpPr txBox="1"/>
            <p:nvPr/>
          </p:nvSpPr>
          <p:spPr>
            <a:xfrm>
              <a:off x="2862356" y="4984281"/>
              <a:ext cx="4007111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800 </a:t>
              </a:r>
              <a:r>
                <a:rPr lang="zh-TW" altLang="en-US" sz="1600" b="0" spc="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anrope (本文)"/>
                </a:rPr>
                <a:t>公尺內計程車招呼站</a:t>
              </a:r>
            </a:p>
          </p:txBody>
        </p:sp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38F7B14A-35A4-F4D5-170D-7A3F4FB51F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900" y="5069031"/>
              <a:ext cx="415304" cy="45229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3" name="圖示 25">
              <a:extLst>
                <a:ext uri="{FF2B5EF4-FFF2-40B4-BE49-F238E27FC236}">
                  <a16:creationId xmlns:a16="http://schemas.microsoft.com/office/drawing/2014/main" id="{98455C0A-0275-05F5-0086-1A52CD7BB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48933" y="5166511"/>
              <a:ext cx="288000" cy="288000"/>
            </a:xfrm>
            <a:prstGeom prst="rect">
              <a:avLst/>
            </a:prstGeom>
          </p:spPr>
        </p:pic>
      </p:grp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A704EC4-C06C-920C-6349-7A22EE116CD0}"/>
              </a:ext>
            </a:extLst>
          </p:cNvPr>
          <p:cNvSpPr txBox="1"/>
          <p:nvPr/>
        </p:nvSpPr>
        <p:spPr>
          <a:xfrm>
            <a:off x="681136" y="5511864"/>
            <a:ext cx="10674221" cy="415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160000"/>
              </a:lnSpc>
            </a:pPr>
            <a:r>
              <a:rPr lang="zh-TW" altLang="en-US" sz="1500" spc="50" dirty="0">
                <a:solidFill>
                  <a:schemeClr val="accent5"/>
                </a:solidFill>
                <a:latin typeface="+mn-ea"/>
              </a:rPr>
              <a:t>資料來源：臺北市資料大平臺</a:t>
            </a:r>
          </a:p>
        </p:txBody>
      </p:sp>
    </p:spTree>
    <p:extLst>
      <p:ext uri="{BB962C8B-B14F-4D97-AF65-F5344CB8AC3E}">
        <p14:creationId xmlns:p14="http://schemas.microsoft.com/office/powerpoint/2010/main" val="21872532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5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EB820-37BE-4C56-257B-3912E911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AB90869-15F1-4956-894B-3F0D6EB13BA2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買家取書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7B3F2D9-1666-E5D7-0FFD-44B4F7FD3D44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PICK-UP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B31D59-3F34-2F97-34C0-D9B67296619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27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70DDE0F9-1B2A-B482-DC5B-60FEEF6A53E7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pic>
        <p:nvPicPr>
          <p:cNvPr id="14" name="!!書櫃">
            <a:hlinkClick r:id="" action="ppaction://media"/>
            <a:extLst>
              <a:ext uri="{FF2B5EF4-FFF2-40B4-BE49-F238E27FC236}">
                <a16:creationId xmlns:a16="http://schemas.microsoft.com/office/drawing/2014/main" id="{B5EF7C0F-7FEE-AFAD-9027-78543C77273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552112" y="1394936"/>
            <a:ext cx="4846434" cy="4361792"/>
          </a:xfrm>
          <a:prstGeom prst="rect">
            <a:avLst/>
          </a:prstGeom>
        </p:spPr>
      </p:pic>
      <p:pic>
        <p:nvPicPr>
          <p:cNvPr id="15" name="!!手機">
            <a:hlinkClick r:id="" action="ppaction://media"/>
            <a:extLst>
              <a:ext uri="{FF2B5EF4-FFF2-40B4-BE49-F238E27FC236}">
                <a16:creationId xmlns:a16="http://schemas.microsoft.com/office/drawing/2014/main" id="{24F74523-BB1B-4E46-0788-C8E900E58D6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662120" y="1579721"/>
            <a:ext cx="1968684" cy="3990576"/>
          </a:xfrm>
          <a:prstGeom prst="rect">
            <a:avLst/>
          </a:prstGeom>
        </p:spPr>
      </p:pic>
      <p:sp>
        <p:nvSpPr>
          <p:cNvPr id="19" name="字幕 8">
            <a:extLst>
              <a:ext uri="{FF2B5EF4-FFF2-40B4-BE49-F238E27FC236}">
                <a16:creationId xmlns:a16="http://schemas.microsoft.com/office/drawing/2014/main" id="{5076ED70-2276-EB09-CA85-B5941DFF8B58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1  掃描書櫃 QR Code</a:t>
            </a:r>
          </a:p>
        </p:txBody>
      </p:sp>
      <p:sp>
        <p:nvSpPr>
          <p:cNvPr id="20" name="字幕 9">
            <a:extLst>
              <a:ext uri="{FF2B5EF4-FFF2-40B4-BE49-F238E27FC236}">
                <a16:creationId xmlns:a16="http://schemas.microsoft.com/office/drawing/2014/main" id="{DB7F0510-113B-169C-7BBB-9CF57410F720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2  確認取書項目</a:t>
            </a:r>
          </a:p>
        </p:txBody>
      </p:sp>
      <p:sp>
        <p:nvSpPr>
          <p:cNvPr id="21" name="字幕 10">
            <a:extLst>
              <a:ext uri="{FF2B5EF4-FFF2-40B4-BE49-F238E27FC236}">
                <a16:creationId xmlns:a16="http://schemas.microsoft.com/office/drawing/2014/main" id="{FF9F6BC2-4C3C-597F-86B5-0D99B5FE2EB7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3  輸入螢幕比對碼 25</a:t>
            </a:r>
          </a:p>
        </p:txBody>
      </p:sp>
      <p:sp>
        <p:nvSpPr>
          <p:cNvPr id="25" name="字幕 11">
            <a:extLst>
              <a:ext uri="{FF2B5EF4-FFF2-40B4-BE49-F238E27FC236}">
                <a16:creationId xmlns:a16="http://schemas.microsoft.com/office/drawing/2014/main" id="{0A4335FB-231C-B42B-642B-08720BC38993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4  比對成功，A01 開鎖</a:t>
            </a:r>
          </a:p>
        </p:txBody>
      </p:sp>
      <p:sp>
        <p:nvSpPr>
          <p:cNvPr id="29" name="字幕 12">
            <a:extLst>
              <a:ext uri="{FF2B5EF4-FFF2-40B4-BE49-F238E27FC236}">
                <a16:creationId xmlns:a16="http://schemas.microsoft.com/office/drawing/2014/main" id="{A47D389D-932B-9857-E16E-9E524B17BFD1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5  取出書籍並關門</a:t>
            </a:r>
          </a:p>
        </p:txBody>
      </p:sp>
      <p:sp>
        <p:nvSpPr>
          <p:cNvPr id="33" name="字幕 13">
            <a:extLst>
              <a:ext uri="{FF2B5EF4-FFF2-40B4-BE49-F238E27FC236}">
                <a16:creationId xmlns:a16="http://schemas.microsoft.com/office/drawing/2014/main" id="{53BDF075-DF7A-C98F-A35D-37481FCFDDF6}"/>
              </a:ext>
            </a:extLst>
          </p:cNvPr>
          <p:cNvSpPr/>
          <p:nvPr/>
        </p:nvSpPr>
        <p:spPr>
          <a:xfrm>
            <a:off x="3625596" y="5734552"/>
            <a:ext cx="4937760" cy="468000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2"/>
              </a:gs>
              <a:gs pos="85000">
                <a:schemeClr val="accent1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1270000" dist="1143000" dir="5400000" sx="87000" sy="87000" algn="t" rotWithShape="0">
              <a:schemeClr val="accent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spc="50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Noto Sans TC Medium" panose="020B0200000000000000" pitchFamily="34" charset="-128"/>
              </a:rPr>
              <a:t>6  取書完成，進入驗收</a:t>
            </a:r>
          </a:p>
        </p:txBody>
      </p:sp>
    </p:spTree>
    <p:extLst>
      <p:ext uri="{BB962C8B-B14F-4D97-AF65-F5344CB8AC3E}">
        <p14:creationId xmlns:p14="http://schemas.microsoft.com/office/powerpoint/2010/main" val="236383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19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7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7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7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9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9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119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13167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3" nodeType="withEffect">
                                  <p:stCondLst>
                                    <p:cond delay="151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15167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3" nodeType="withEffect">
                                  <p:stCondLst>
                                    <p:cond delay="1711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17117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3" nodeType="withEffect">
                                  <p:stCondLst>
                                    <p:cond delay="190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2" nodeType="withEffect">
                                  <p:stCondLst>
                                    <p:cond delay="19067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3" nodeType="withEffect">
                                  <p:stCondLst>
                                    <p:cond delay="1966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" nodeType="withEffect">
                                  <p:stCondLst>
                                    <p:cond delay="19667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3" nodeType="withEffect">
                                  <p:stCondLst>
                                    <p:cond delay="219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2193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3" nodeType="withEffect">
                                  <p:stCondLst>
                                    <p:cond delay="239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4" nodeType="withEffect">
                                  <p:stCondLst>
                                    <p:cond delay="25134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5" nodeType="withEffect">
                                  <p:stCondLst>
                                    <p:cond delay="271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4" nodeType="withEffect">
                                  <p:stCondLst>
                                    <p:cond delay="27134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5" nodeType="withEffect">
                                  <p:stCondLst>
                                    <p:cond delay="2908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4" nodeType="withEffect">
                                  <p:stCondLst>
                                    <p:cond delay="29084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5" nodeType="withEffect">
                                  <p:stCondLst>
                                    <p:cond delay="310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4" nodeType="withEffect">
                                  <p:stCondLst>
                                    <p:cond delay="31034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5" nodeType="withEffect">
                                  <p:stCondLst>
                                    <p:cond delay="3163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4" nodeType="withEffect">
                                  <p:stCondLst>
                                    <p:cond delay="31634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5" nodeType="withEffect">
                                  <p:stCondLst>
                                    <p:cond delay="339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4" nodeType="withEffect">
                                  <p:stCondLst>
                                    <p:cond delay="33904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5" nodeType="withEffect">
                                  <p:stCondLst>
                                    <p:cond delay="359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6" nodeType="withEffect">
                                  <p:stCondLst>
                                    <p:cond delay="37101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7" nodeType="withEffect">
                                  <p:stCondLst>
                                    <p:cond delay="391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6" nodeType="withEffect">
                                  <p:stCondLst>
                                    <p:cond delay="39101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7" nodeType="withEffect">
                                  <p:stCondLst>
                                    <p:cond delay="4105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6" nodeType="withEffect">
                                  <p:stCondLst>
                                    <p:cond delay="41051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7" nodeType="withEffect">
                                  <p:stCondLst>
                                    <p:cond delay="430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6" nodeType="withEffect">
                                  <p:stCondLst>
                                    <p:cond delay="43001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7" nodeType="withEffect">
                                  <p:stCondLst>
                                    <p:cond delay="4360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6" nodeType="withEffect">
                                  <p:stCondLst>
                                    <p:cond delay="43601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7" nodeType="withEffect">
                                  <p:stCondLst>
                                    <p:cond delay="458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6" nodeType="withEffect">
                                  <p:stCondLst>
                                    <p:cond delay="45871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7" nodeType="withEffect">
                                  <p:stCondLst>
                                    <p:cond delay="478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8" nodeType="withEffect">
                                  <p:stCondLst>
                                    <p:cond delay="49068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9" nodeType="withEffect">
                                  <p:stCondLst>
                                    <p:cond delay="510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8" nodeType="withEffect">
                                  <p:stCondLst>
                                    <p:cond delay="51068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9" nodeType="withEffect">
                                  <p:stCondLst>
                                    <p:cond delay="5301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8" nodeType="withEffect">
                                  <p:stCondLst>
                                    <p:cond delay="5301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9" nodeType="withEffect">
                                  <p:stCondLst>
                                    <p:cond delay="549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8" nodeType="withEffect">
                                  <p:stCondLst>
                                    <p:cond delay="54968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9" nodeType="withEffect">
                                  <p:stCondLst>
                                    <p:cond delay="5556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8" nodeType="withEffect">
                                  <p:stCondLst>
                                    <p:cond delay="55568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9" nodeType="withEffect">
                                  <p:stCondLst>
                                    <p:cond delay="578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8" nodeType="withEffect">
                                  <p:stCondLst>
                                    <p:cond delay="57838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9" nodeType="withEffect">
                                  <p:stCondLst>
                                    <p:cond delay="598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10" nodeType="withEffect">
                                  <p:stCondLst>
                                    <p:cond delay="61035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11" nodeType="withEffect">
                                  <p:stCondLst>
                                    <p:cond delay="630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10" nodeType="withEffect">
                                  <p:stCondLst>
                                    <p:cond delay="63035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1" nodeType="withEffect">
                                  <p:stCondLst>
                                    <p:cond delay="6498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10" nodeType="withEffect">
                                  <p:stCondLst>
                                    <p:cond delay="64985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1" nodeType="withEffect">
                                  <p:stCondLst>
                                    <p:cond delay="669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10" nodeType="withEffect">
                                  <p:stCondLst>
                                    <p:cond delay="66935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1" nodeType="withEffect">
                                  <p:stCondLst>
                                    <p:cond delay="6753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10" nodeType="withEffect">
                                  <p:stCondLst>
                                    <p:cond delay="67535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11" nodeType="withEffect">
                                  <p:stCondLst>
                                    <p:cond delay="698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10" nodeType="withEffect">
                                  <p:stCondLst>
                                    <p:cond delay="69805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11" nodeType="withEffect">
                                  <p:stCondLst>
                                    <p:cond delay="718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12" nodeType="withEffect">
                                  <p:stCondLst>
                                    <p:cond delay="73002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13" nodeType="withEffect">
                                  <p:stCondLst>
                                    <p:cond delay="750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12" nodeType="withEffect">
                                  <p:stCondLst>
                                    <p:cond delay="75002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13" nodeType="withEffect">
                                  <p:stCondLst>
                                    <p:cond delay="7695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12" nodeType="withEffect">
                                  <p:stCondLst>
                                    <p:cond delay="76952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13" nodeType="withEffect">
                                  <p:stCondLst>
                                    <p:cond delay="789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12" nodeType="withEffect">
                                  <p:stCondLst>
                                    <p:cond delay="78902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13" nodeType="withEffect">
                                  <p:stCondLst>
                                    <p:cond delay="7950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12" nodeType="withEffect">
                                  <p:stCondLst>
                                    <p:cond delay="79502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13" nodeType="withEffect">
                                  <p:stCondLst>
                                    <p:cond delay="81772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12" nodeType="withEffect">
                                  <p:stCondLst>
                                    <p:cond delay="81772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13" nodeType="withEffect">
                                  <p:stCondLst>
                                    <p:cond delay="837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14" nodeType="withEffect">
                                  <p:stCondLst>
                                    <p:cond delay="84969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15" nodeType="withEffect">
                                  <p:stCondLst>
                                    <p:cond delay="869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14" nodeType="withEffect">
                                  <p:stCondLst>
                                    <p:cond delay="86969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15" nodeType="withEffect">
                                  <p:stCondLst>
                                    <p:cond delay="8891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14" nodeType="withEffect">
                                  <p:stCondLst>
                                    <p:cond delay="88919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15" nodeType="withEffect">
                                  <p:stCondLst>
                                    <p:cond delay="908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14" nodeType="withEffect">
                                  <p:stCondLst>
                                    <p:cond delay="90869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grpId="15" nodeType="withEffect">
                                  <p:stCondLst>
                                    <p:cond delay="9146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14" nodeType="withEffect">
                                  <p:stCondLst>
                                    <p:cond delay="9146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15" nodeType="withEffect">
                                  <p:stCondLst>
                                    <p:cond delay="93739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14" nodeType="withEffect">
                                  <p:stCondLst>
                                    <p:cond delay="93739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xit" presetSubtype="0" fill="hold" grpId="15" nodeType="withEffect">
                                  <p:stCondLst>
                                    <p:cond delay="957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16" nodeType="withEffect">
                                  <p:stCondLst>
                                    <p:cond delay="96936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grpId="17" nodeType="withEffect">
                                  <p:stCondLst>
                                    <p:cond delay="989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16" nodeType="withEffect">
                                  <p:stCondLst>
                                    <p:cond delay="98936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xit" presetSubtype="0" fill="hold" grpId="17" nodeType="withEffect">
                                  <p:stCondLst>
                                    <p:cond delay="10088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16" nodeType="withEffect">
                                  <p:stCondLst>
                                    <p:cond delay="100886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xit" presetSubtype="0" fill="hold" grpId="17" nodeType="withEffect">
                                  <p:stCondLst>
                                    <p:cond delay="1028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16" nodeType="withEffect">
                                  <p:stCondLst>
                                    <p:cond delay="102836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xit" presetSubtype="0" fill="hold" grpId="17" nodeType="withEffect">
                                  <p:stCondLst>
                                    <p:cond delay="10343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16" nodeType="withEffect">
                                  <p:stCondLst>
                                    <p:cond delay="103436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17" nodeType="withEffect">
                                  <p:stCondLst>
                                    <p:cond delay="105706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16" nodeType="withEffect">
                                  <p:stCondLst>
                                    <p:cond delay="105706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xit" presetSubtype="0" fill="hold" grpId="17" nodeType="withEffect">
                                  <p:stCondLst>
                                    <p:cond delay="1077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18" nodeType="withEffect">
                                  <p:stCondLst>
                                    <p:cond delay="108903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xit" presetSubtype="0" fill="hold" grpId="19" nodeType="withEffect">
                                  <p:stCondLst>
                                    <p:cond delay="1109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18" nodeType="withEffect">
                                  <p:stCondLst>
                                    <p:cond delay="110903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19" nodeType="withEffect">
                                  <p:stCondLst>
                                    <p:cond delay="11285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grpId="18" nodeType="withEffect">
                                  <p:stCondLst>
                                    <p:cond delay="112853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10" presetClass="exit" presetSubtype="0" fill="hold" grpId="19" nodeType="withEffect">
                                  <p:stCondLst>
                                    <p:cond delay="1148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18" nodeType="withEffect">
                                  <p:stCondLst>
                                    <p:cond delay="114803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10" presetClass="exit" presetSubtype="0" fill="hold" grpId="19" nodeType="withEffect">
                                  <p:stCondLst>
                                    <p:cond delay="11540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18" nodeType="withEffect">
                                  <p:stCondLst>
                                    <p:cond delay="115403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19" nodeType="withEffect">
                                  <p:stCondLst>
                                    <p:cond delay="11767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18" nodeType="withEffect">
                                  <p:stCondLst>
                                    <p:cond delay="117673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10" presetClass="exit" presetSubtype="0" fill="hold" grpId="19" nodeType="withEffect">
                                  <p:stCondLst>
                                    <p:cond delay="119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xit" presetSubtype="0" fill="hold" grpId="21" nodeType="withEffect">
                                  <p:stCondLst>
                                    <p:cond delay="122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20" nodeType="withEffect">
                                  <p:stCondLst>
                                    <p:cond delay="12287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xit" presetSubtype="0" fill="hold" grpId="21" nodeType="withEffect">
                                  <p:stCondLst>
                                    <p:cond delay="1248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10" presetClass="entr" presetSubtype="0" fill="hold" grpId="20" nodeType="withEffect">
                                  <p:stCondLst>
                                    <p:cond delay="12482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10" presetClass="exit" presetSubtype="0" fill="hold" grpId="21" nodeType="withEffect">
                                  <p:stCondLst>
                                    <p:cond delay="126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20" nodeType="withEffect">
                                  <p:stCondLst>
                                    <p:cond delay="12677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presetID="10" presetClass="exit" presetSubtype="0" fill="hold" grpId="21" nodeType="withEffect">
                                  <p:stCondLst>
                                    <p:cond delay="127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0" presetClass="entr" presetSubtype="0" fill="hold" grpId="20" nodeType="withEffect">
                                  <p:stCondLst>
                                    <p:cond delay="12737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grpId="21" nodeType="withEffect">
                                  <p:stCondLst>
                                    <p:cond delay="1296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20" nodeType="withEffect">
                                  <p:stCondLst>
                                    <p:cond delay="12964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21" nodeType="withEffect">
                                  <p:stCondLst>
                                    <p:cond delay="1316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22" nodeType="withEffect">
                                  <p:stCondLst>
                                    <p:cond delay="132837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10" presetClass="exit" presetSubtype="0" fill="hold" grpId="23" nodeType="withEffect">
                                  <p:stCondLst>
                                    <p:cond delay="1348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ntr" presetSubtype="0" fill="hold" grpId="22" nodeType="withEffect">
                                  <p:stCondLst>
                                    <p:cond delay="13483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grpId="23" nodeType="withEffect">
                                  <p:stCondLst>
                                    <p:cond delay="13678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22" nodeType="withEffect">
                                  <p:stCondLst>
                                    <p:cond delay="136787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10" presetClass="exit" presetSubtype="0" fill="hold" grpId="23" nodeType="withEffect">
                                  <p:stCondLst>
                                    <p:cond delay="1387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0" presetClass="entr" presetSubtype="0" fill="hold" grpId="22" nodeType="withEffect">
                                  <p:stCondLst>
                                    <p:cond delay="138737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10" presetClass="exit" presetSubtype="0" fill="hold" grpId="23" nodeType="withEffect">
                                  <p:stCondLst>
                                    <p:cond delay="13933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22" nodeType="withEffect">
                                  <p:stCondLst>
                                    <p:cond delay="139337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presetID="10" presetClass="exit" presetSubtype="0" fill="hold" grpId="23" nodeType="withEffect">
                                  <p:stCondLst>
                                    <p:cond delay="14160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0" presetClass="entr" presetSubtype="0" fill="hold" grpId="22" nodeType="withEffect">
                                  <p:stCondLst>
                                    <p:cond delay="141607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presetID="10" presetClass="exit" presetSubtype="0" fill="hold" grpId="23" nodeType="withEffect">
                                  <p:stCondLst>
                                    <p:cond delay="1436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24" nodeType="withEffect">
                                  <p:stCondLst>
                                    <p:cond delay="144804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25" nodeType="withEffect">
                                  <p:stCondLst>
                                    <p:cond delay="1468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ntr" presetSubtype="0" fill="hold" grpId="24" nodeType="withEffect">
                                  <p:stCondLst>
                                    <p:cond delay="146804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grpId="25" nodeType="withEffect">
                                  <p:stCondLst>
                                    <p:cond delay="14875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24" nodeType="withEffect">
                                  <p:stCondLst>
                                    <p:cond delay="148754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grpId="25" nodeType="withEffect">
                                  <p:stCondLst>
                                    <p:cond delay="1507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ntr" presetSubtype="0" fill="hold" grpId="24" nodeType="withEffect">
                                  <p:stCondLst>
                                    <p:cond delay="150704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grpId="25" nodeType="withEffect">
                                  <p:stCondLst>
                                    <p:cond delay="15130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24" nodeType="withEffect">
                                  <p:stCondLst>
                                    <p:cond delay="151304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25" nodeType="withEffect">
                                  <p:stCondLst>
                                    <p:cond delay="153574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ntr" presetSubtype="0" fill="hold" grpId="24" nodeType="withEffect">
                                  <p:stCondLst>
                                    <p:cond delay="153574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25" nodeType="withEffect">
                                  <p:stCondLst>
                                    <p:cond delay="1555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26" nodeType="withEffect">
                                  <p:stCondLst>
                                    <p:cond delay="156771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27" nodeType="withEffect">
                                  <p:stCondLst>
                                    <p:cond delay="1587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ntr" presetSubtype="0" fill="hold" grpId="26" nodeType="withEffect">
                                  <p:stCondLst>
                                    <p:cond delay="158771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presetID="10" presetClass="exit" presetSubtype="0" fill="hold" grpId="27" nodeType="withEffect">
                                  <p:stCondLst>
                                    <p:cond delay="16072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grpId="26" nodeType="withEffect">
                                  <p:stCondLst>
                                    <p:cond delay="160721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presetID="10" presetClass="exit" presetSubtype="0" fill="hold" grpId="27" nodeType="withEffect">
                                  <p:stCondLst>
                                    <p:cond delay="1626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0" presetClass="entr" presetSubtype="0" fill="hold" grpId="26" nodeType="withEffect">
                                  <p:stCondLst>
                                    <p:cond delay="162671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presetID="10" presetClass="exit" presetSubtype="0" fill="hold" grpId="27" nodeType="withEffect">
                                  <p:stCondLst>
                                    <p:cond delay="16327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ntr" presetSubtype="0" fill="hold" grpId="26" nodeType="withEffect">
                                  <p:stCondLst>
                                    <p:cond delay="163271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grpId="27" nodeType="withEffect">
                                  <p:stCondLst>
                                    <p:cond delay="165541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ntr" presetSubtype="0" fill="hold" grpId="26" nodeType="withEffect">
                                  <p:stCondLst>
                                    <p:cond delay="165541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grpId="27" nodeType="withEffect">
                                  <p:stCondLst>
                                    <p:cond delay="1675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ntr" presetSubtype="0" fill="hold" grpId="28" nodeType="withEffect">
                                  <p:stCondLst>
                                    <p:cond delay="168738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grpId="29" nodeType="withEffect">
                                  <p:stCondLst>
                                    <p:cond delay="1707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0" presetClass="entr" presetSubtype="0" fill="hold" grpId="28" nodeType="withEffect">
                                  <p:stCondLst>
                                    <p:cond delay="170738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grpId="29" nodeType="withEffect">
                                  <p:stCondLst>
                                    <p:cond delay="17268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ntr" presetSubtype="0" fill="hold" grpId="28" nodeType="withEffect">
                                  <p:stCondLst>
                                    <p:cond delay="172688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29" nodeType="withEffect">
                                  <p:stCondLst>
                                    <p:cond delay="1746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0" presetClass="entr" presetSubtype="0" fill="hold" grpId="28" nodeType="withEffect">
                                  <p:stCondLst>
                                    <p:cond delay="174638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presetID="10" presetClass="exit" presetSubtype="0" fill="hold" grpId="29" nodeType="withEffect">
                                  <p:stCondLst>
                                    <p:cond delay="17523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0" presetClass="entr" presetSubtype="0" fill="hold" grpId="28" nodeType="withEffect">
                                  <p:stCondLst>
                                    <p:cond delay="175238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grpId="29" nodeType="withEffect">
                                  <p:stCondLst>
                                    <p:cond delay="177508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ntr" presetSubtype="0" fill="hold" grpId="28" nodeType="withEffect">
                                  <p:stCondLst>
                                    <p:cond delay="177508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0" presetClass="exit" presetSubtype="0" fill="hold" grpId="29" nodeType="withEffect">
                                  <p:stCondLst>
                                    <p:cond delay="1795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0" presetClass="entr" presetSubtype="0" fill="hold" grpId="30" nodeType="withEffect">
                                  <p:stCondLst>
                                    <p:cond delay="180705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2" presetID="10" presetClass="exit" presetSubtype="0" fill="hold" grpId="31" nodeType="withEffect">
                                  <p:stCondLst>
                                    <p:cond delay="1827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30" nodeType="withEffect">
                                  <p:stCondLst>
                                    <p:cond delay="182705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0" presetClass="exit" presetSubtype="0" fill="hold" grpId="31" nodeType="withEffect">
                                  <p:stCondLst>
                                    <p:cond delay="18465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10" presetClass="entr" presetSubtype="0" fill="hold" grpId="30" nodeType="withEffect">
                                  <p:stCondLst>
                                    <p:cond delay="184655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presetID="10" presetClass="exit" presetSubtype="0" fill="hold" grpId="31" nodeType="withEffect">
                                  <p:stCondLst>
                                    <p:cond delay="1866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10" presetClass="entr" presetSubtype="0" fill="hold" grpId="30" nodeType="withEffect">
                                  <p:stCondLst>
                                    <p:cond delay="186605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0" presetID="10" presetClass="exit" presetSubtype="0" fill="hold" grpId="31" nodeType="withEffect">
                                  <p:stCondLst>
                                    <p:cond delay="18720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30" nodeType="withEffect">
                                  <p:stCondLst>
                                    <p:cond delay="187205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10" presetClass="exit" presetSubtype="0" fill="hold" grpId="31" nodeType="withEffect">
                                  <p:stCondLst>
                                    <p:cond delay="189475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0" presetClass="entr" presetSubtype="0" fill="hold" grpId="30" nodeType="withEffect">
                                  <p:stCondLst>
                                    <p:cond delay="189475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582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 mute="1">
                <p:cTn id="583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  <p:bldLst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19" grpId="20" animBg="1"/>
      <p:bldP spid="19" grpId="21" animBg="1"/>
      <p:bldP spid="19" grpId="22" animBg="1"/>
      <p:bldP spid="19" grpId="23" animBg="1"/>
      <p:bldP spid="19" grpId="24" animBg="1"/>
      <p:bldP spid="19" grpId="25" animBg="1"/>
      <p:bldP spid="19" grpId="26" animBg="1"/>
      <p:bldP spid="19" grpId="27" animBg="1"/>
      <p:bldP spid="19" grpId="28" animBg="1"/>
      <p:bldP spid="19" grpId="29" animBg="1"/>
      <p:bldP spid="19" grpId="30" animBg="1"/>
      <p:bldP spid="19" grpId="31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0" grpId="20" animBg="1"/>
      <p:bldP spid="20" grpId="21" animBg="1"/>
      <p:bldP spid="20" grpId="22" animBg="1"/>
      <p:bldP spid="20" grpId="23" animBg="1"/>
      <p:bldP spid="20" grpId="24" animBg="1"/>
      <p:bldP spid="20" grpId="25" animBg="1"/>
      <p:bldP spid="20" grpId="26" animBg="1"/>
      <p:bldP spid="20" grpId="27" animBg="1"/>
      <p:bldP spid="20" grpId="28" animBg="1"/>
      <p:bldP spid="20" grpId="29" animBg="1"/>
      <p:bldP spid="20" grpId="30" animBg="1"/>
      <p:bldP spid="20" grpId="3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29" grpId="12" animBg="1"/>
      <p:bldP spid="29" grpId="13" animBg="1"/>
      <p:bldP spid="29" grpId="14" animBg="1"/>
      <p:bldP spid="29" grpId="15" animBg="1"/>
      <p:bldP spid="29" grpId="16" animBg="1"/>
      <p:bldP spid="29" grpId="17" animBg="1"/>
      <p:bldP spid="29" grpId="18" animBg="1"/>
      <p:bldP spid="29" grpId="19" animBg="1"/>
      <p:bldP spid="29" grpId="20" animBg="1"/>
      <p:bldP spid="29" grpId="21" animBg="1"/>
      <p:bldP spid="29" grpId="22" animBg="1"/>
      <p:bldP spid="29" grpId="23" animBg="1"/>
      <p:bldP spid="29" grpId="24" animBg="1"/>
      <p:bldP spid="29" grpId="25" animBg="1"/>
      <p:bldP spid="29" grpId="26" animBg="1"/>
      <p:bldP spid="29" grpId="27" animBg="1"/>
      <p:bldP spid="29" grpId="28" animBg="1"/>
      <p:bldP spid="29" grpId="29" animBg="1"/>
      <p:bldP spid="29" grpId="30" animBg="1"/>
      <p:bldP spid="29" grpId="31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EB820-37BE-4C56-257B-3912E911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AB90869-15F1-4956-894B-3F0D6EB13BA2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驗收與撥款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7B3F2D9-1666-E5D7-0FFD-44B4F7FD3D44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PAYOUT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B31D59-3F34-2F97-34C0-D9B67296619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70DDE0F9-1B2A-B482-DC5B-60FEEF6A53E7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3" name="步驟編號底 8">
            <a:extLst>
              <a:ext uri="{FF2B5EF4-FFF2-40B4-BE49-F238E27FC236}">
                <a16:creationId xmlns:a16="http://schemas.microsoft.com/office/drawing/2014/main" id="{F85D6993-E0B0-A0AF-3D86-3C0035DF1EA8}"/>
              </a:ext>
            </a:extLst>
          </p:cNvPr>
          <p:cNvSpPr/>
          <p:nvPr/>
        </p:nvSpPr>
        <p:spPr>
          <a:xfrm>
            <a:off x="1018528" y="2302971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4" name="文字 9">
            <a:extLst>
              <a:ext uri="{FF2B5EF4-FFF2-40B4-BE49-F238E27FC236}">
                <a16:creationId xmlns:a16="http://schemas.microsoft.com/office/drawing/2014/main" id="{C884C466-B18C-CACA-F1F1-11A879195C6C}"/>
              </a:ext>
            </a:extLst>
          </p:cNvPr>
          <p:cNvSpPr txBox="1"/>
          <p:nvPr/>
        </p:nvSpPr>
        <p:spPr>
          <a:xfrm>
            <a:off x="1585456" y="2233505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付款暫管</a:t>
            </a:r>
            <a:endParaRPr lang="zh-TW" altLang="en-US" sz="2000" spc="50" dirty="0"/>
          </a:p>
        </p:txBody>
      </p:sp>
      <p:sp>
        <p:nvSpPr>
          <p:cNvPr id="5" name="文字 10">
            <a:extLst>
              <a:ext uri="{FF2B5EF4-FFF2-40B4-BE49-F238E27FC236}">
                <a16:creationId xmlns:a16="http://schemas.microsoft.com/office/drawing/2014/main" id="{61A20894-9CBB-EDA8-4BC4-2521F1F83990}"/>
              </a:ext>
            </a:extLst>
          </p:cNvPr>
          <p:cNvSpPr txBox="1"/>
          <p:nvPr/>
        </p:nvSpPr>
        <p:spPr>
          <a:xfrm>
            <a:off x="1585456" y="2562689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買家付款後，款項由平台暫管</a:t>
            </a:r>
            <a:endParaRPr lang="zh-TW" altLang="en-US" sz="1600" spc="50" dirty="0"/>
          </a:p>
        </p:txBody>
      </p:sp>
      <p:sp>
        <p:nvSpPr>
          <p:cNvPr id="8" name="步驟亮起底 11">
            <a:extLst>
              <a:ext uri="{FF2B5EF4-FFF2-40B4-BE49-F238E27FC236}">
                <a16:creationId xmlns:a16="http://schemas.microsoft.com/office/drawing/2014/main" id="{E4A43F3F-6A54-8B36-61F5-DF0159C10E04}"/>
              </a:ext>
            </a:extLst>
          </p:cNvPr>
          <p:cNvSpPr/>
          <p:nvPr/>
        </p:nvSpPr>
        <p:spPr>
          <a:xfrm>
            <a:off x="758952" y="2142065"/>
            <a:ext cx="64800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10" name="步驟編號 12">
            <a:extLst>
              <a:ext uri="{FF2B5EF4-FFF2-40B4-BE49-F238E27FC236}">
                <a16:creationId xmlns:a16="http://schemas.microsoft.com/office/drawing/2014/main" id="{FF2F559F-F6D0-05DB-CC72-FD847689736D}"/>
              </a:ext>
            </a:extLst>
          </p:cNvPr>
          <p:cNvSpPr/>
          <p:nvPr/>
        </p:nvSpPr>
        <p:spPr>
          <a:xfrm>
            <a:off x="1018528" y="2302971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  <a:endParaRPr lang="zh-TW" altLang="en-US" sz="1400" dirty="0"/>
          </a:p>
        </p:txBody>
      </p:sp>
      <p:sp>
        <p:nvSpPr>
          <p:cNvPr id="11" name="文字 13">
            <a:extLst>
              <a:ext uri="{FF2B5EF4-FFF2-40B4-BE49-F238E27FC236}">
                <a16:creationId xmlns:a16="http://schemas.microsoft.com/office/drawing/2014/main" id="{FDEFCA65-5B79-E542-0439-155C7C274BD3}"/>
              </a:ext>
            </a:extLst>
          </p:cNvPr>
          <p:cNvSpPr txBox="1"/>
          <p:nvPr/>
        </p:nvSpPr>
        <p:spPr>
          <a:xfrm>
            <a:off x="1585456" y="2233505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付款暫管</a:t>
            </a:r>
            <a:endParaRPr lang="zh-TW" altLang="en-US" sz="2000" spc="50" dirty="0"/>
          </a:p>
        </p:txBody>
      </p:sp>
      <p:sp>
        <p:nvSpPr>
          <p:cNvPr id="12" name="文字 14">
            <a:extLst>
              <a:ext uri="{FF2B5EF4-FFF2-40B4-BE49-F238E27FC236}">
                <a16:creationId xmlns:a16="http://schemas.microsoft.com/office/drawing/2014/main" id="{64C81922-64B9-1318-FA69-27F53210E567}"/>
              </a:ext>
            </a:extLst>
          </p:cNvPr>
          <p:cNvSpPr txBox="1"/>
          <p:nvPr/>
        </p:nvSpPr>
        <p:spPr>
          <a:xfrm>
            <a:off x="1585456" y="2562689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買家付款後，款項由平台暫管</a:t>
            </a:r>
            <a:endParaRPr lang="zh-TW" altLang="en-US" sz="1600" spc="50" dirty="0"/>
          </a:p>
        </p:txBody>
      </p:sp>
      <p:sp>
        <p:nvSpPr>
          <p:cNvPr id="13" name="步驟編號底 15">
            <a:extLst>
              <a:ext uri="{FF2B5EF4-FFF2-40B4-BE49-F238E27FC236}">
                <a16:creationId xmlns:a16="http://schemas.microsoft.com/office/drawing/2014/main" id="{376AB532-C413-7A55-7ED6-93702CA0B894}"/>
              </a:ext>
            </a:extLst>
          </p:cNvPr>
          <p:cNvSpPr/>
          <p:nvPr/>
        </p:nvSpPr>
        <p:spPr>
          <a:xfrm>
            <a:off x="1018528" y="3235562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16" name="文字 16">
            <a:extLst>
              <a:ext uri="{FF2B5EF4-FFF2-40B4-BE49-F238E27FC236}">
                <a16:creationId xmlns:a16="http://schemas.microsoft.com/office/drawing/2014/main" id="{9BA868F3-5ADF-B2E5-3023-0A5A49E5550F}"/>
              </a:ext>
            </a:extLst>
          </p:cNvPr>
          <p:cNvSpPr txBox="1"/>
          <p:nvPr/>
        </p:nvSpPr>
        <p:spPr>
          <a:xfrm>
            <a:off x="1585456" y="3166096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取書關門</a:t>
            </a:r>
            <a:endParaRPr lang="zh-TW" altLang="en-US" sz="2000" spc="50" dirty="0"/>
          </a:p>
        </p:txBody>
      </p:sp>
      <p:sp>
        <p:nvSpPr>
          <p:cNvPr id="17" name="文字 17">
            <a:extLst>
              <a:ext uri="{FF2B5EF4-FFF2-40B4-BE49-F238E27FC236}">
                <a16:creationId xmlns:a16="http://schemas.microsoft.com/office/drawing/2014/main" id="{1965F341-B30B-8018-E5BA-8303E123E98F}"/>
              </a:ext>
            </a:extLst>
          </p:cNvPr>
          <p:cNvSpPr txBox="1"/>
          <p:nvPr/>
        </p:nvSpPr>
        <p:spPr>
          <a:xfrm>
            <a:off x="1585456" y="3495280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書櫃回報關門，訂單進入驗收</a:t>
            </a:r>
            <a:endParaRPr lang="zh-TW" altLang="en-US" sz="1600" spc="50" dirty="0"/>
          </a:p>
        </p:txBody>
      </p:sp>
      <p:sp>
        <p:nvSpPr>
          <p:cNvPr id="18" name="步驟亮起底 18">
            <a:extLst>
              <a:ext uri="{FF2B5EF4-FFF2-40B4-BE49-F238E27FC236}">
                <a16:creationId xmlns:a16="http://schemas.microsoft.com/office/drawing/2014/main" id="{CE0335C7-3BFF-B068-11D2-2FE38EC93670}"/>
              </a:ext>
            </a:extLst>
          </p:cNvPr>
          <p:cNvSpPr/>
          <p:nvPr/>
        </p:nvSpPr>
        <p:spPr>
          <a:xfrm>
            <a:off x="758952" y="3074656"/>
            <a:ext cx="64800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22" name="步驟編號 19">
            <a:extLst>
              <a:ext uri="{FF2B5EF4-FFF2-40B4-BE49-F238E27FC236}">
                <a16:creationId xmlns:a16="http://schemas.microsoft.com/office/drawing/2014/main" id="{C6410CFD-24D3-710B-BBEC-1EC0F2CBDD56}"/>
              </a:ext>
            </a:extLst>
          </p:cNvPr>
          <p:cNvSpPr/>
          <p:nvPr/>
        </p:nvSpPr>
        <p:spPr>
          <a:xfrm>
            <a:off x="1018528" y="3235562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  <a:endParaRPr lang="zh-TW" altLang="en-US" sz="1400" dirty="0"/>
          </a:p>
        </p:txBody>
      </p:sp>
      <p:sp>
        <p:nvSpPr>
          <p:cNvPr id="23" name="文字 20">
            <a:extLst>
              <a:ext uri="{FF2B5EF4-FFF2-40B4-BE49-F238E27FC236}">
                <a16:creationId xmlns:a16="http://schemas.microsoft.com/office/drawing/2014/main" id="{F6A03FB5-3A44-2EBC-62E9-7E8E5BA49733}"/>
              </a:ext>
            </a:extLst>
          </p:cNvPr>
          <p:cNvSpPr txBox="1"/>
          <p:nvPr/>
        </p:nvSpPr>
        <p:spPr>
          <a:xfrm>
            <a:off x="1585456" y="3166096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取書關門</a:t>
            </a:r>
            <a:endParaRPr lang="zh-TW" altLang="en-US" sz="2000" spc="50" dirty="0"/>
          </a:p>
        </p:txBody>
      </p:sp>
      <p:sp>
        <p:nvSpPr>
          <p:cNvPr id="24" name="文字 21">
            <a:extLst>
              <a:ext uri="{FF2B5EF4-FFF2-40B4-BE49-F238E27FC236}">
                <a16:creationId xmlns:a16="http://schemas.microsoft.com/office/drawing/2014/main" id="{78D5FDA0-A7D2-9D0F-A2D0-943381D89C6E}"/>
              </a:ext>
            </a:extLst>
          </p:cNvPr>
          <p:cNvSpPr txBox="1"/>
          <p:nvPr/>
        </p:nvSpPr>
        <p:spPr>
          <a:xfrm>
            <a:off x="1585456" y="3495280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書櫃回報關門，訂單進入驗收</a:t>
            </a:r>
            <a:endParaRPr lang="zh-TW" altLang="en-US" sz="1600" spc="50" dirty="0"/>
          </a:p>
        </p:txBody>
      </p:sp>
      <p:sp>
        <p:nvSpPr>
          <p:cNvPr id="26" name="步驟編號底 22">
            <a:extLst>
              <a:ext uri="{FF2B5EF4-FFF2-40B4-BE49-F238E27FC236}">
                <a16:creationId xmlns:a16="http://schemas.microsoft.com/office/drawing/2014/main" id="{0BA6B3EA-EFB7-2922-0E94-33D7131704D2}"/>
              </a:ext>
            </a:extLst>
          </p:cNvPr>
          <p:cNvSpPr/>
          <p:nvPr/>
        </p:nvSpPr>
        <p:spPr>
          <a:xfrm>
            <a:off x="1018528" y="4158944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27" name="文字 23">
            <a:extLst>
              <a:ext uri="{FF2B5EF4-FFF2-40B4-BE49-F238E27FC236}">
                <a16:creationId xmlns:a16="http://schemas.microsoft.com/office/drawing/2014/main" id="{DAEA6134-0D00-31BD-E2D5-362F486A59D2}"/>
              </a:ext>
            </a:extLst>
          </p:cNvPr>
          <p:cNvSpPr txBox="1"/>
          <p:nvPr/>
        </p:nvSpPr>
        <p:spPr>
          <a:xfrm>
            <a:off x="1585456" y="4089478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24 小時驗收</a:t>
            </a:r>
            <a:endParaRPr lang="zh-TW" altLang="en-US" sz="2000" spc="50" dirty="0"/>
          </a:p>
        </p:txBody>
      </p:sp>
      <p:sp>
        <p:nvSpPr>
          <p:cNvPr id="28" name="文字 24">
            <a:extLst>
              <a:ext uri="{FF2B5EF4-FFF2-40B4-BE49-F238E27FC236}">
                <a16:creationId xmlns:a16="http://schemas.microsoft.com/office/drawing/2014/main" id="{053727AD-1BA7-0DD8-557C-6E238DB87852}"/>
              </a:ext>
            </a:extLst>
          </p:cNvPr>
          <p:cNvSpPr txBox="1"/>
          <p:nvPr/>
        </p:nvSpPr>
        <p:spPr>
          <a:xfrm>
            <a:off x="1585456" y="4418662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買家確認書況後按「完成訂單」</a:t>
            </a:r>
            <a:endParaRPr lang="zh-TW" altLang="en-US" sz="1600" spc="50" dirty="0"/>
          </a:p>
        </p:txBody>
      </p:sp>
      <p:sp>
        <p:nvSpPr>
          <p:cNvPr id="30" name="步驟亮起底 25">
            <a:extLst>
              <a:ext uri="{FF2B5EF4-FFF2-40B4-BE49-F238E27FC236}">
                <a16:creationId xmlns:a16="http://schemas.microsoft.com/office/drawing/2014/main" id="{C01DADC1-4579-469D-E967-E13EA863D03A}"/>
              </a:ext>
            </a:extLst>
          </p:cNvPr>
          <p:cNvSpPr/>
          <p:nvPr/>
        </p:nvSpPr>
        <p:spPr>
          <a:xfrm>
            <a:off x="758952" y="3998038"/>
            <a:ext cx="64800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1" name="步驟編號 26">
            <a:extLst>
              <a:ext uri="{FF2B5EF4-FFF2-40B4-BE49-F238E27FC236}">
                <a16:creationId xmlns:a16="http://schemas.microsoft.com/office/drawing/2014/main" id="{FF2ABFDD-127F-10CE-6A24-D3117380302C}"/>
              </a:ext>
            </a:extLst>
          </p:cNvPr>
          <p:cNvSpPr/>
          <p:nvPr/>
        </p:nvSpPr>
        <p:spPr>
          <a:xfrm>
            <a:off x="1018528" y="4158944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  <a:endParaRPr lang="zh-TW" altLang="en-US" sz="1400" dirty="0"/>
          </a:p>
        </p:txBody>
      </p:sp>
      <p:sp>
        <p:nvSpPr>
          <p:cNvPr id="32" name="文字 27">
            <a:extLst>
              <a:ext uri="{FF2B5EF4-FFF2-40B4-BE49-F238E27FC236}">
                <a16:creationId xmlns:a16="http://schemas.microsoft.com/office/drawing/2014/main" id="{4FDF6E77-BB58-22E8-C968-31823D2203F9}"/>
              </a:ext>
            </a:extLst>
          </p:cNvPr>
          <p:cNvSpPr txBox="1"/>
          <p:nvPr/>
        </p:nvSpPr>
        <p:spPr>
          <a:xfrm>
            <a:off x="1585456" y="4089478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24 小時驗收</a:t>
            </a:r>
            <a:endParaRPr lang="zh-TW" altLang="en-US" sz="2000" spc="50" dirty="0"/>
          </a:p>
        </p:txBody>
      </p:sp>
      <p:sp>
        <p:nvSpPr>
          <p:cNvPr id="34" name="文字 28">
            <a:extLst>
              <a:ext uri="{FF2B5EF4-FFF2-40B4-BE49-F238E27FC236}">
                <a16:creationId xmlns:a16="http://schemas.microsoft.com/office/drawing/2014/main" id="{B5CD3682-A05E-5C7F-F419-635EECC70F98}"/>
              </a:ext>
            </a:extLst>
          </p:cNvPr>
          <p:cNvSpPr txBox="1"/>
          <p:nvPr/>
        </p:nvSpPr>
        <p:spPr>
          <a:xfrm>
            <a:off x="1585456" y="4418662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買家確認書況後按「完成訂單」</a:t>
            </a:r>
            <a:endParaRPr lang="zh-TW" altLang="en-US" sz="1600" spc="50" dirty="0"/>
          </a:p>
        </p:txBody>
      </p:sp>
      <p:sp>
        <p:nvSpPr>
          <p:cNvPr id="35" name="步驟編號底 29">
            <a:extLst>
              <a:ext uri="{FF2B5EF4-FFF2-40B4-BE49-F238E27FC236}">
                <a16:creationId xmlns:a16="http://schemas.microsoft.com/office/drawing/2014/main" id="{4BE775E8-3F02-F602-2A18-519B3FA0C2EF}"/>
              </a:ext>
            </a:extLst>
          </p:cNvPr>
          <p:cNvSpPr/>
          <p:nvPr/>
        </p:nvSpPr>
        <p:spPr>
          <a:xfrm>
            <a:off x="1018528" y="5080378"/>
            <a:ext cx="402336" cy="402336"/>
          </a:xfrm>
          <a:prstGeom prst="ellipse">
            <a:avLst/>
          </a:prstGeom>
          <a:solidFill>
            <a:srgbClr val="CFD9D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36" name="文字 30">
            <a:extLst>
              <a:ext uri="{FF2B5EF4-FFF2-40B4-BE49-F238E27FC236}">
                <a16:creationId xmlns:a16="http://schemas.microsoft.com/office/drawing/2014/main" id="{DE9F7085-868E-ADA1-7D32-557FE1CC134F}"/>
              </a:ext>
            </a:extLst>
          </p:cNvPr>
          <p:cNvSpPr txBox="1"/>
          <p:nvPr/>
        </p:nvSpPr>
        <p:spPr>
          <a:xfrm>
            <a:off x="1585456" y="5010912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9AA6AC"/>
                </a:solidFill>
              </a:rPr>
              <a:t>撥款至賣家錢包</a:t>
            </a:r>
            <a:endParaRPr lang="zh-TW" altLang="en-US" sz="2000" spc="50" dirty="0"/>
          </a:p>
        </p:txBody>
      </p:sp>
      <p:sp>
        <p:nvSpPr>
          <p:cNvPr id="37" name="文字 31">
            <a:extLst>
              <a:ext uri="{FF2B5EF4-FFF2-40B4-BE49-F238E27FC236}">
                <a16:creationId xmlns:a16="http://schemas.microsoft.com/office/drawing/2014/main" id="{3A110377-64BB-5C1D-3DDF-BE70EC3CD236}"/>
              </a:ext>
            </a:extLst>
          </p:cNvPr>
          <p:cNvSpPr txBox="1"/>
          <p:nvPr/>
        </p:nvSpPr>
        <p:spPr>
          <a:xfrm>
            <a:off x="1585456" y="5340096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A9B3B8"/>
                </a:solidFill>
              </a:rPr>
              <a:t>250 代幣撥入賣家錢包</a:t>
            </a:r>
            <a:endParaRPr lang="zh-TW" altLang="en-US" sz="1600" spc="50" dirty="0"/>
          </a:p>
        </p:txBody>
      </p:sp>
      <p:sp>
        <p:nvSpPr>
          <p:cNvPr id="38" name="步驟亮起底 32">
            <a:extLst>
              <a:ext uri="{FF2B5EF4-FFF2-40B4-BE49-F238E27FC236}">
                <a16:creationId xmlns:a16="http://schemas.microsoft.com/office/drawing/2014/main" id="{D6408305-EBF3-63A3-B1E9-019FB9D84623}"/>
              </a:ext>
            </a:extLst>
          </p:cNvPr>
          <p:cNvSpPr/>
          <p:nvPr/>
        </p:nvSpPr>
        <p:spPr>
          <a:xfrm>
            <a:off x="758952" y="4919472"/>
            <a:ext cx="6480000" cy="749808"/>
          </a:xfrm>
          <a:prstGeom prst="roundRect">
            <a:avLst>
              <a:gd name="adj" fmla="val 17073"/>
            </a:avLst>
          </a:prstGeom>
          <a:solidFill>
            <a:srgbClr val="E7ECEE"/>
          </a:solidFill>
          <a:ln>
            <a:noFill/>
          </a:ln>
        </p:spPr>
        <p:txBody>
          <a:bodyPr rtlCol="0" anchor="ctr"/>
          <a:lstStyle/>
          <a:p>
            <a:endParaRPr lang="zh-TW"/>
          </a:p>
        </p:txBody>
      </p:sp>
      <p:sp>
        <p:nvSpPr>
          <p:cNvPr id="39" name="步驟編號 33">
            <a:extLst>
              <a:ext uri="{FF2B5EF4-FFF2-40B4-BE49-F238E27FC236}">
                <a16:creationId xmlns:a16="http://schemas.microsoft.com/office/drawing/2014/main" id="{FD3160B5-695D-5CDD-7F77-2C18193F5E05}"/>
              </a:ext>
            </a:extLst>
          </p:cNvPr>
          <p:cNvSpPr/>
          <p:nvPr/>
        </p:nvSpPr>
        <p:spPr>
          <a:xfrm>
            <a:off x="1018528" y="5080378"/>
            <a:ext cx="402336" cy="402336"/>
          </a:xfrm>
          <a:prstGeom prst="ellipse">
            <a:avLst/>
          </a:prstGeom>
          <a:solidFill>
            <a:srgbClr val="607D8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  <a:endParaRPr lang="zh-TW" altLang="en-US" sz="1400" dirty="0"/>
          </a:p>
        </p:txBody>
      </p:sp>
      <p:sp>
        <p:nvSpPr>
          <p:cNvPr id="40" name="文字 34">
            <a:extLst>
              <a:ext uri="{FF2B5EF4-FFF2-40B4-BE49-F238E27FC236}">
                <a16:creationId xmlns:a16="http://schemas.microsoft.com/office/drawing/2014/main" id="{216C7A70-F8C7-DEB2-8A1E-E16B09CC6118}"/>
              </a:ext>
            </a:extLst>
          </p:cNvPr>
          <p:cNvSpPr txBox="1"/>
          <p:nvPr/>
        </p:nvSpPr>
        <p:spPr>
          <a:xfrm>
            <a:off x="1585456" y="5010912"/>
            <a:ext cx="51937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zh-TW" altLang="en-US" sz="2000" b="1" spc="50" dirty="0">
                <a:solidFill>
                  <a:srgbClr val="1F2A30"/>
                </a:solidFill>
              </a:rPr>
              <a:t>撥款至賣家錢包</a:t>
            </a:r>
            <a:endParaRPr lang="zh-TW" altLang="en-US" sz="2000" spc="50" dirty="0"/>
          </a:p>
        </p:txBody>
      </p:sp>
      <p:sp>
        <p:nvSpPr>
          <p:cNvPr id="41" name="文字 35">
            <a:extLst>
              <a:ext uri="{FF2B5EF4-FFF2-40B4-BE49-F238E27FC236}">
                <a16:creationId xmlns:a16="http://schemas.microsoft.com/office/drawing/2014/main" id="{374AFCDF-47AC-D9CB-48AF-3AA5028491D5}"/>
              </a:ext>
            </a:extLst>
          </p:cNvPr>
          <p:cNvSpPr txBox="1"/>
          <p:nvPr/>
        </p:nvSpPr>
        <p:spPr>
          <a:xfrm>
            <a:off x="1585456" y="5340096"/>
            <a:ext cx="51937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TW" altLang="en-US" sz="1600" b="0" spc="50" dirty="0">
                <a:solidFill>
                  <a:srgbClr val="55636A"/>
                </a:solidFill>
              </a:rPr>
              <a:t>250 代幣撥入賣家錢包</a:t>
            </a:r>
            <a:endParaRPr lang="zh-TW" altLang="en-US" sz="1600" spc="50" dirty="0"/>
          </a:p>
        </p:txBody>
      </p:sp>
      <p:sp>
        <p:nvSpPr>
          <p:cNvPr id="42" name="餘額 36">
            <a:extLst>
              <a:ext uri="{FF2B5EF4-FFF2-40B4-BE49-F238E27FC236}">
                <a16:creationId xmlns:a16="http://schemas.microsoft.com/office/drawing/2014/main" id="{C09244A3-E121-7BBE-E4FB-B7A3D3C57EEF}"/>
              </a:ext>
            </a:extLst>
          </p:cNvPr>
          <p:cNvSpPr/>
          <p:nvPr/>
        </p:nvSpPr>
        <p:spPr>
          <a:xfrm>
            <a:off x="4311620" y="5111496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B48A4A"/>
          </a:solidFill>
          <a:ln>
            <a:noFill/>
          </a:ln>
        </p:spPr>
        <p:txBody>
          <a:bodyPr wrap="square" lIns="54864" tIns="0" rIns="54864" bIns="0" rtlCol="0" anchor="ctr">
            <a:noAutofit/>
          </a:bodyPr>
          <a:lstStyle/>
          <a:p>
            <a:pPr algn="ctr">
              <a:buNone/>
            </a:pPr>
            <a:r>
              <a:rPr lang="zh-TW" altLang="en-US" sz="1400" b="1" dirty="0">
                <a:solidFill>
                  <a:srgbClr val="FFFFFF"/>
                </a:solidFill>
              </a:rPr>
              <a:t>賣家錢包餘額 9,194 → 9,444</a:t>
            </a:r>
            <a:endParaRPr lang="zh-TW" altLang="en-US" sz="1400" dirty="0"/>
          </a:p>
        </p:txBody>
      </p:sp>
      <p:pic>
        <p:nvPicPr>
          <p:cNvPr id="43" name="!!手機">
            <a:hlinkClick r:id="" action="ppaction://media"/>
            <a:extLst>
              <a:ext uri="{FF2B5EF4-FFF2-40B4-BE49-F238E27FC236}">
                <a16:creationId xmlns:a16="http://schemas.microsoft.com/office/drawing/2014/main" id="{688F4191-BC00-8403-552A-D49ABD1D00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063497" y="1481324"/>
            <a:ext cx="2520000" cy="510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116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00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1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6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64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9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1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2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3" nodeType="withEffect">
                                  <p:stCondLst>
                                    <p:cond delay="1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2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3" nodeType="withEffect">
                                  <p:stCondLst>
                                    <p:cond delay="1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2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3" nodeType="withEffect">
                                  <p:stCondLst>
                                    <p:cond delay="1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2" nodeType="withEffect">
                                  <p:stCondLst>
                                    <p:cond delay="12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3" nodeType="withEffect">
                                  <p:stCondLst>
                                    <p:cond delay="13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131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3" nodeType="withEffect">
                                  <p:stCondLst>
                                    <p:cond delay="13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2" nodeType="withEffect">
                                  <p:stCondLst>
                                    <p:cond delay="131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3" nodeType="withEffect">
                                  <p:stCondLst>
                                    <p:cond delay="13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2" nodeType="withEffect">
                                  <p:stCondLst>
                                    <p:cond delay="131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3" nodeType="withEffect">
                                  <p:stCondLst>
                                    <p:cond delay="13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2" nodeType="withEffect">
                                  <p:stCondLst>
                                    <p:cond delay="131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3" nodeType="withEffect">
                                  <p:stCondLst>
                                    <p:cond delay="13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2" nodeType="withEffect">
                                  <p:stCondLst>
                                    <p:cond delay="1377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3" nodeType="withEffect">
                                  <p:stCondLst>
                                    <p:cond delay="18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1377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3" nodeType="withEffect">
                                  <p:stCondLst>
                                    <p:cond delay="18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2" nodeType="withEffect">
                                  <p:stCondLst>
                                    <p:cond delay="1377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3" nodeType="withEffect">
                                  <p:stCondLst>
                                    <p:cond delay="18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" nodeType="withEffect">
                                  <p:stCondLst>
                                    <p:cond delay="1377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3" nodeType="withEffect">
                                  <p:stCondLst>
                                    <p:cond delay="18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" nodeType="withEffect">
                                  <p:stCondLst>
                                    <p:cond delay="1833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" nodeType="withEffect">
                                  <p:stCondLst>
                                    <p:cond delay="1833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" nodeType="withEffect">
                                  <p:stCondLst>
                                    <p:cond delay="1833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2" nodeType="withEffect">
                                  <p:stCondLst>
                                    <p:cond delay="1833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2" nodeType="withEffect">
                                  <p:stCondLst>
                                    <p:cond delay="213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3" nodeType="withEffect">
                                  <p:stCondLst>
                                    <p:cond delay="2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4" nodeType="withEffect">
                                  <p:stCondLst>
                                    <p:cond delay="244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grpId="5" nodeType="withEffect">
                                  <p:stCondLst>
                                    <p:cond delay="25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4" nodeType="withEffect">
                                  <p:stCondLst>
                                    <p:cond delay="244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5" nodeType="withEffect">
                                  <p:stCondLst>
                                    <p:cond delay="25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4" nodeType="withEffect">
                                  <p:stCondLst>
                                    <p:cond delay="244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5" nodeType="withEffect">
                                  <p:stCondLst>
                                    <p:cond delay="25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" nodeType="withEffect">
                                  <p:stCondLst>
                                    <p:cond delay="244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5" nodeType="withEffect">
                                  <p:stCondLst>
                                    <p:cond delay="25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" nodeType="withEffect">
                                  <p:stCondLst>
                                    <p:cond delay="2505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5" nodeType="withEffect">
                                  <p:stCondLst>
                                    <p:cond delay="25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4" nodeType="withEffect">
                                  <p:stCondLst>
                                    <p:cond delay="250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5" nodeType="withEffect">
                                  <p:stCondLst>
                                    <p:cond delay="25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4" nodeType="withEffect">
                                  <p:stCondLst>
                                    <p:cond delay="2505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5" nodeType="withEffect">
                                  <p:stCondLst>
                                    <p:cond delay="25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4" nodeType="withEffect">
                                  <p:stCondLst>
                                    <p:cond delay="250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5" nodeType="withEffect">
                                  <p:stCondLst>
                                    <p:cond delay="25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4" nodeType="withEffect">
                                  <p:stCondLst>
                                    <p:cond delay="2567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grpId="5" nodeType="withEffect">
                                  <p:stCondLst>
                                    <p:cond delay="30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4" nodeType="withEffect">
                                  <p:stCondLst>
                                    <p:cond delay="2567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grpId="5" nodeType="withEffect">
                                  <p:stCondLst>
                                    <p:cond delay="30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4" nodeType="withEffect">
                                  <p:stCondLst>
                                    <p:cond delay="2567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grpId="5" nodeType="withEffect">
                                  <p:stCondLst>
                                    <p:cond delay="30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4" nodeType="withEffect">
                                  <p:stCondLst>
                                    <p:cond delay="2567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5" nodeType="withEffect">
                                  <p:stCondLst>
                                    <p:cond delay="30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4" nodeType="withEffect">
                                  <p:stCondLst>
                                    <p:cond delay="3023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4" nodeType="withEffect">
                                  <p:stCondLst>
                                    <p:cond delay="3023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4" nodeType="withEffect">
                                  <p:stCondLst>
                                    <p:cond delay="3023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4" nodeType="withEffect">
                                  <p:stCondLst>
                                    <p:cond delay="3023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4" nodeType="withEffect">
                                  <p:stCondLst>
                                    <p:cond delay="3322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5" nodeType="withEffect">
                                  <p:stCondLst>
                                    <p:cond delay="35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6" nodeType="withEffect">
                                  <p:stCondLst>
                                    <p:cond delay="363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7" nodeType="withEffect">
                                  <p:stCondLst>
                                    <p:cond delay="3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6" nodeType="withEffect">
                                  <p:stCondLst>
                                    <p:cond delay="363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grpId="7" nodeType="withEffect">
                                  <p:stCondLst>
                                    <p:cond delay="3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6" nodeType="withEffect">
                                  <p:stCondLst>
                                    <p:cond delay="3630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grpId="7" nodeType="withEffect">
                                  <p:stCondLst>
                                    <p:cond delay="3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6" nodeType="withEffect">
                                  <p:stCondLst>
                                    <p:cond delay="3630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7" nodeType="withEffect">
                                  <p:stCondLst>
                                    <p:cond delay="36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6" nodeType="withEffect">
                                  <p:stCondLst>
                                    <p:cond delay="3695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7" nodeType="withEffect">
                                  <p:stCondLst>
                                    <p:cond delay="37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6" nodeType="withEffect">
                                  <p:stCondLst>
                                    <p:cond delay="3695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7" nodeType="withEffect">
                                  <p:stCondLst>
                                    <p:cond delay="37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6" nodeType="withEffect">
                                  <p:stCondLst>
                                    <p:cond delay="3695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7" nodeType="withEffect">
                                  <p:stCondLst>
                                    <p:cond delay="37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6" nodeType="withEffect">
                                  <p:stCondLst>
                                    <p:cond delay="3695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7" nodeType="withEffect">
                                  <p:stCondLst>
                                    <p:cond delay="37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6" nodeType="withEffect">
                                  <p:stCondLst>
                                    <p:cond delay="3757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7" nodeType="withEffect">
                                  <p:stCondLst>
                                    <p:cond delay="42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6" nodeType="withEffect">
                                  <p:stCondLst>
                                    <p:cond delay="3757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xit" presetSubtype="0" fill="hold" grpId="7" nodeType="withEffect">
                                  <p:stCondLst>
                                    <p:cond delay="42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6" nodeType="withEffect">
                                  <p:stCondLst>
                                    <p:cond delay="3757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7" nodeType="withEffect">
                                  <p:stCondLst>
                                    <p:cond delay="42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6" nodeType="withEffect">
                                  <p:stCondLst>
                                    <p:cond delay="3757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xit" presetSubtype="0" fill="hold" grpId="7" nodeType="withEffect">
                                  <p:stCondLst>
                                    <p:cond delay="42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6" nodeType="withEffect">
                                  <p:stCondLst>
                                    <p:cond delay="4213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6" nodeType="withEffect">
                                  <p:stCondLst>
                                    <p:cond delay="4213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6" nodeType="withEffect">
                                  <p:stCondLst>
                                    <p:cond delay="4213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0" presetClass="entr" presetSubtype="0" fill="hold" grpId="6" nodeType="withEffect">
                                  <p:stCondLst>
                                    <p:cond delay="4213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6" nodeType="withEffect">
                                  <p:stCondLst>
                                    <p:cond delay="4512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presetID="10" presetClass="exit" presetSubtype="0" fill="hold" grpId="7" nodeType="withEffect">
                                  <p:stCondLst>
                                    <p:cond delay="47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ntr" presetSubtype="0" fill="hold" grpId="8" nodeType="withEffect">
                                  <p:stCondLst>
                                    <p:cond delay="4820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xit" presetSubtype="0" fill="hold" grpId="9" nodeType="withEffect">
                                  <p:stCondLst>
                                    <p:cond delay="48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8" nodeType="withEffect">
                                  <p:stCondLst>
                                    <p:cond delay="4820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0" presetClass="exit" presetSubtype="0" fill="hold" grpId="9" nodeType="withEffect">
                                  <p:stCondLst>
                                    <p:cond delay="48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0" presetClass="entr" presetSubtype="0" fill="hold" grpId="8" nodeType="withEffect">
                                  <p:stCondLst>
                                    <p:cond delay="4820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9" nodeType="withEffect">
                                  <p:stCondLst>
                                    <p:cond delay="48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8" nodeType="withEffect">
                                  <p:stCondLst>
                                    <p:cond delay="4820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9" nodeType="withEffect">
                                  <p:stCondLst>
                                    <p:cond delay="48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8" nodeType="withEffect">
                                  <p:stCondLst>
                                    <p:cond delay="4885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9" nodeType="withEffect">
                                  <p:stCondLst>
                                    <p:cond delay="49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8" nodeType="withEffect">
                                  <p:stCondLst>
                                    <p:cond delay="4885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presetID="10" presetClass="exit" presetSubtype="0" fill="hold" grpId="9" nodeType="withEffect">
                                  <p:stCondLst>
                                    <p:cond delay="49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10" presetClass="entr" presetSubtype="0" fill="hold" grpId="8" nodeType="withEffect">
                                  <p:stCondLst>
                                    <p:cond delay="4885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grpId="9" nodeType="withEffect">
                                  <p:stCondLst>
                                    <p:cond delay="49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8" nodeType="withEffect">
                                  <p:stCondLst>
                                    <p:cond delay="4885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presetID="10" presetClass="exit" presetSubtype="0" fill="hold" grpId="9" nodeType="withEffect">
                                  <p:stCondLst>
                                    <p:cond delay="49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8" nodeType="withEffect">
                                  <p:stCondLst>
                                    <p:cond delay="4947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10" presetClass="exit" presetSubtype="0" fill="hold" grpId="9" nodeType="withEffect">
                                  <p:stCondLst>
                                    <p:cond delay="54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8" nodeType="withEffect">
                                  <p:stCondLst>
                                    <p:cond delay="4947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9" nodeType="withEffect">
                                  <p:stCondLst>
                                    <p:cond delay="54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0" presetClass="entr" presetSubtype="0" fill="hold" grpId="8" nodeType="withEffect">
                                  <p:stCondLst>
                                    <p:cond delay="4947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10" presetClass="exit" presetSubtype="0" fill="hold" grpId="9" nodeType="withEffect">
                                  <p:stCondLst>
                                    <p:cond delay="54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8" nodeType="withEffect">
                                  <p:stCondLst>
                                    <p:cond delay="4947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9" nodeType="withEffect">
                                  <p:stCondLst>
                                    <p:cond delay="54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ntr" presetSubtype="0" fill="hold" grpId="8" nodeType="withEffect">
                                  <p:stCondLst>
                                    <p:cond delay="5403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8" nodeType="withEffect">
                                  <p:stCondLst>
                                    <p:cond delay="5403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6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0" presetClass="entr" presetSubtype="0" fill="hold" grpId="8" nodeType="withEffect">
                                  <p:stCondLst>
                                    <p:cond delay="5403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0" presetClass="entr" presetSubtype="0" fill="hold" grpId="8" nodeType="withEffect">
                                  <p:stCondLst>
                                    <p:cond delay="5403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10" presetClass="entr" presetSubtype="0" fill="hold" grpId="8" nodeType="withEffect">
                                  <p:stCondLst>
                                    <p:cond delay="5702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10" presetClass="exit" presetSubtype="0" fill="hold" grpId="9" nodeType="withEffect">
                                  <p:stCondLst>
                                    <p:cond delay="59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0" presetClass="entr" presetSubtype="0" fill="hold" grpId="10" nodeType="withEffect">
                                  <p:stCondLst>
                                    <p:cond delay="6010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0" presetID="10" presetClass="exit" presetSubtype="0" fill="hold" grpId="11" nodeType="withEffect">
                                  <p:stCondLst>
                                    <p:cond delay="60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0" presetClass="entr" presetSubtype="0" fill="hold" grpId="10" nodeType="withEffect">
                                  <p:stCondLst>
                                    <p:cond delay="6010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6" presetID="10" presetClass="exit" presetSubtype="0" fill="hold" grpId="11" nodeType="withEffect">
                                  <p:stCondLst>
                                    <p:cond delay="60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0" presetClass="entr" presetSubtype="0" fill="hold" grpId="10" nodeType="withEffect">
                                  <p:stCondLst>
                                    <p:cond delay="6010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2" presetID="10" presetClass="exit" presetSubtype="0" fill="hold" grpId="11" nodeType="withEffect">
                                  <p:stCondLst>
                                    <p:cond delay="60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0" presetClass="entr" presetSubtype="0" fill="hold" grpId="10" nodeType="withEffect">
                                  <p:stCondLst>
                                    <p:cond delay="6010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xit" presetSubtype="0" fill="hold" grpId="11" nodeType="withEffect">
                                  <p:stCondLst>
                                    <p:cond delay="60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10" presetClass="entr" presetSubtype="0" fill="hold" grpId="10" nodeType="withEffect">
                                  <p:stCondLst>
                                    <p:cond delay="6075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4" presetID="10" presetClass="exit" presetSubtype="0" fill="hold" grpId="11" nodeType="withEffect">
                                  <p:stCondLst>
                                    <p:cond delay="61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0" presetClass="entr" presetSubtype="0" fill="hold" grpId="10" nodeType="withEffect">
                                  <p:stCondLst>
                                    <p:cond delay="6075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presetID="10" presetClass="exit" presetSubtype="0" fill="hold" grpId="11" nodeType="withEffect">
                                  <p:stCondLst>
                                    <p:cond delay="61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10" presetClass="entr" presetSubtype="0" fill="hold" grpId="10" nodeType="withEffect">
                                  <p:stCondLst>
                                    <p:cond delay="6075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10" presetClass="exit" presetSubtype="0" fill="hold" grpId="11" nodeType="withEffect">
                                  <p:stCondLst>
                                    <p:cond delay="61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10" presetClass="entr" presetSubtype="0" fill="hold" grpId="10" nodeType="withEffect">
                                  <p:stCondLst>
                                    <p:cond delay="6075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xit" presetSubtype="0" fill="hold" grpId="11" nodeType="withEffect">
                                  <p:stCondLst>
                                    <p:cond delay="61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grpId="10" nodeType="withEffect">
                                  <p:stCondLst>
                                    <p:cond delay="6137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grpId="11" nodeType="withEffect">
                                  <p:stCondLst>
                                    <p:cond delay="65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grpId="10" nodeType="withEffect">
                                  <p:stCondLst>
                                    <p:cond delay="6137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presetID="10" presetClass="exit" presetSubtype="0" fill="hold" grpId="11" nodeType="withEffect">
                                  <p:stCondLst>
                                    <p:cond delay="65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grpId="10" nodeType="withEffect">
                                  <p:stCondLst>
                                    <p:cond delay="6137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10" presetClass="exit" presetSubtype="0" fill="hold" grpId="11" nodeType="withEffect">
                                  <p:stCondLst>
                                    <p:cond delay="65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grpId="10" nodeType="withEffect">
                                  <p:stCondLst>
                                    <p:cond delay="6137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grpId="11" nodeType="withEffect">
                                  <p:stCondLst>
                                    <p:cond delay="65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grpId="10" nodeType="withEffect">
                                  <p:stCondLst>
                                    <p:cond delay="6593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grpId="10" nodeType="withEffect">
                                  <p:stCondLst>
                                    <p:cond delay="6593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grpId="10" nodeType="withEffect">
                                  <p:stCondLst>
                                    <p:cond delay="6593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grpId="10" nodeType="withEffect">
                                  <p:stCondLst>
                                    <p:cond delay="6593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grpId="10" nodeType="withEffect">
                                  <p:stCondLst>
                                    <p:cond delay="6892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presetID="10" presetClass="exit" presetSubtype="0" fill="hold" grpId="11" nodeType="withEffect">
                                  <p:stCondLst>
                                    <p:cond delay="7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grpId="12" nodeType="withEffect">
                                  <p:stCondLst>
                                    <p:cond delay="7200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xit" presetSubtype="0" fill="hold" grpId="13" nodeType="withEffect">
                                  <p:stCondLst>
                                    <p:cond delay="7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grpId="12" nodeType="withEffect">
                                  <p:stCondLst>
                                    <p:cond delay="7200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8" presetID="10" presetClass="exit" presetSubtype="0" fill="hold" grpId="13" nodeType="withEffect">
                                  <p:stCondLst>
                                    <p:cond delay="7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grpId="12" nodeType="withEffect">
                                  <p:stCondLst>
                                    <p:cond delay="7200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4" presetID="10" presetClass="exit" presetSubtype="0" fill="hold" grpId="13" nodeType="withEffect">
                                  <p:stCondLst>
                                    <p:cond delay="7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grpId="12" nodeType="withEffect">
                                  <p:stCondLst>
                                    <p:cond delay="7200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10" presetClass="exit" presetSubtype="0" fill="hold" grpId="13" nodeType="withEffect">
                                  <p:stCondLst>
                                    <p:cond delay="72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grpId="12" nodeType="withEffect">
                                  <p:stCondLst>
                                    <p:cond delay="7265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presetID="10" presetClass="exit" presetSubtype="0" fill="hold" grpId="13" nodeType="withEffect">
                                  <p:stCondLst>
                                    <p:cond delay="73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grpId="12" nodeType="withEffect">
                                  <p:stCondLst>
                                    <p:cond delay="7265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2" presetID="10" presetClass="exit" presetSubtype="0" fill="hold" grpId="13" nodeType="withEffect">
                                  <p:stCondLst>
                                    <p:cond delay="73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12" nodeType="withEffect">
                                  <p:stCondLst>
                                    <p:cond delay="7265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10" presetClass="exit" presetSubtype="0" fill="hold" grpId="13" nodeType="withEffect">
                                  <p:stCondLst>
                                    <p:cond delay="73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grpId="12" nodeType="withEffect">
                                  <p:stCondLst>
                                    <p:cond delay="7265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4" presetID="10" presetClass="exit" presetSubtype="0" fill="hold" grpId="13" nodeType="withEffect">
                                  <p:stCondLst>
                                    <p:cond delay="732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grpId="12" nodeType="withEffect">
                                  <p:stCondLst>
                                    <p:cond delay="7327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0" presetID="10" presetClass="exit" presetSubtype="0" fill="hold" grpId="13" nodeType="withEffect">
                                  <p:stCondLst>
                                    <p:cond delay="77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grpId="12" nodeType="withEffect">
                                  <p:stCondLst>
                                    <p:cond delay="7327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presetID="10" presetClass="exit" presetSubtype="0" fill="hold" grpId="13" nodeType="withEffect">
                                  <p:stCondLst>
                                    <p:cond delay="77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grpId="12" nodeType="withEffect">
                                  <p:stCondLst>
                                    <p:cond delay="7327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presetID="10" presetClass="exit" presetSubtype="0" fill="hold" grpId="13" nodeType="withEffect">
                                  <p:stCondLst>
                                    <p:cond delay="77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grpId="12" nodeType="withEffect">
                                  <p:stCondLst>
                                    <p:cond delay="7327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8" presetID="10" presetClass="exit" presetSubtype="0" fill="hold" grpId="13" nodeType="withEffect">
                                  <p:stCondLst>
                                    <p:cond delay="778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grpId="12" nodeType="withEffect">
                                  <p:stCondLst>
                                    <p:cond delay="7783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grpId="12" nodeType="withEffect">
                                  <p:stCondLst>
                                    <p:cond delay="7783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grpId="12" nodeType="withEffect">
                                  <p:stCondLst>
                                    <p:cond delay="7783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6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grpId="12" nodeType="withEffect">
                                  <p:stCondLst>
                                    <p:cond delay="7783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grpId="12" nodeType="withEffect">
                                  <p:stCondLst>
                                    <p:cond delay="8082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8" presetID="10" presetClass="exit" presetSubtype="0" fill="hold" grpId="13" nodeType="withEffect">
                                  <p:stCondLst>
                                    <p:cond delay="83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grpId="14" nodeType="withEffect">
                                  <p:stCondLst>
                                    <p:cond delay="8390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4" presetID="10" presetClass="exit" presetSubtype="0" fill="hold" grpId="15" nodeType="withEffect">
                                  <p:stCondLst>
                                    <p:cond delay="84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grpId="14" nodeType="withEffect">
                                  <p:stCondLst>
                                    <p:cond delay="8390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0" presetID="10" presetClass="exit" presetSubtype="0" fill="hold" grpId="15" nodeType="withEffect">
                                  <p:stCondLst>
                                    <p:cond delay="84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grpId="14" nodeType="withEffect">
                                  <p:stCondLst>
                                    <p:cond delay="8390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presetID="10" presetClass="exit" presetSubtype="0" fill="hold" grpId="15" nodeType="withEffect">
                                  <p:stCondLst>
                                    <p:cond delay="84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grpId="14" nodeType="withEffect">
                                  <p:stCondLst>
                                    <p:cond delay="8390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presetID="10" presetClass="exit" presetSubtype="0" fill="hold" grpId="15" nodeType="withEffect">
                                  <p:stCondLst>
                                    <p:cond delay="84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grpId="14" nodeType="withEffect">
                                  <p:stCondLst>
                                    <p:cond delay="8455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8" presetID="10" presetClass="exit" presetSubtype="0" fill="hold" grpId="15" nodeType="withEffect">
                                  <p:stCondLst>
                                    <p:cond delay="85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grpId="14" nodeType="withEffect">
                                  <p:stCondLst>
                                    <p:cond delay="8455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presetID="10" presetClass="exit" presetSubtype="0" fill="hold" grpId="15" nodeType="withEffect">
                                  <p:stCondLst>
                                    <p:cond delay="85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grpId="14" nodeType="withEffect">
                                  <p:stCondLst>
                                    <p:cond delay="8455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0" presetID="10" presetClass="exit" presetSubtype="0" fill="hold" grpId="15" nodeType="withEffect">
                                  <p:stCondLst>
                                    <p:cond delay="85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grpId="14" nodeType="withEffect">
                                  <p:stCondLst>
                                    <p:cond delay="84550"/>
                                  </p:stCondLst>
                                  <p:childTnLst>
                                    <p:set>
                                      <p:cBhvr>
                                        <p:cTn id="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6" presetID="10" presetClass="exit" presetSubtype="0" fill="hold" grpId="15" nodeType="withEffect">
                                  <p:stCondLst>
                                    <p:cond delay="851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grpId="14" nodeType="withEffect">
                                  <p:stCondLst>
                                    <p:cond delay="8517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presetID="10" presetClass="exit" presetSubtype="0" fill="hold" grpId="15" nodeType="withEffect">
                                  <p:stCondLst>
                                    <p:cond delay="89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grpId="14" nodeType="withEffect">
                                  <p:stCondLst>
                                    <p:cond delay="8517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presetID="10" presetClass="exit" presetSubtype="0" fill="hold" grpId="15" nodeType="withEffect">
                                  <p:stCondLst>
                                    <p:cond delay="89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grpId="14" nodeType="withEffect">
                                  <p:stCondLst>
                                    <p:cond delay="8517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4" presetID="10" presetClass="exit" presetSubtype="0" fill="hold" grpId="15" nodeType="withEffect">
                                  <p:stCondLst>
                                    <p:cond delay="89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grpId="14" nodeType="withEffect">
                                  <p:stCondLst>
                                    <p:cond delay="8517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0" presetID="10" presetClass="exit" presetSubtype="0" fill="hold" grpId="15" nodeType="withEffect">
                                  <p:stCondLst>
                                    <p:cond delay="897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grpId="14" nodeType="withEffect">
                                  <p:stCondLst>
                                    <p:cond delay="8973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grpId="14" nodeType="withEffect">
                                  <p:stCondLst>
                                    <p:cond delay="8973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grpId="14" nodeType="withEffect">
                                  <p:stCondLst>
                                    <p:cond delay="8973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grpId="14" nodeType="withEffect">
                                  <p:stCondLst>
                                    <p:cond delay="8973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grpId="14" nodeType="withEffect">
                                  <p:stCondLst>
                                    <p:cond delay="9272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presetID="10" presetClass="exit" presetSubtype="0" fill="hold" grpId="15" nodeType="withEffect">
                                  <p:stCondLst>
                                    <p:cond delay="95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grpId="16" nodeType="withEffect">
                                  <p:stCondLst>
                                    <p:cond delay="9580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grpId="17" nodeType="withEffect">
                                  <p:stCondLst>
                                    <p:cond delay="96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grpId="16" nodeType="withEffect">
                                  <p:stCondLst>
                                    <p:cond delay="9580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presetID="10" presetClass="exit" presetSubtype="0" fill="hold" grpId="17" nodeType="withEffect">
                                  <p:stCondLst>
                                    <p:cond delay="96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grpId="16" nodeType="withEffect">
                                  <p:stCondLst>
                                    <p:cond delay="9580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presetID="10" presetClass="exit" presetSubtype="0" fill="hold" grpId="17" nodeType="withEffect">
                                  <p:stCondLst>
                                    <p:cond delay="96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ntr" presetSubtype="0" fill="hold" grpId="16" nodeType="withEffect">
                                  <p:stCondLst>
                                    <p:cond delay="9580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grpId="17" nodeType="withEffect">
                                  <p:stCondLst>
                                    <p:cond delay="96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7" presetID="10" presetClass="entr" presetSubtype="0" fill="hold" grpId="16" nodeType="withEffect">
                                  <p:stCondLst>
                                    <p:cond delay="96450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presetID="10" presetClass="exit" presetSubtype="0" fill="hold" grpId="17" nodeType="withEffect">
                                  <p:stCondLst>
                                    <p:cond delay="9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3" presetID="10" presetClass="entr" presetSubtype="0" fill="hold" grpId="16" nodeType="withEffect">
                                  <p:stCondLst>
                                    <p:cond delay="9645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presetID="10" presetClass="exit" presetSubtype="0" fill="hold" grpId="17" nodeType="withEffect">
                                  <p:stCondLst>
                                    <p:cond delay="9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9" presetID="10" presetClass="entr" presetSubtype="0" fill="hold" grpId="16" nodeType="withEffect">
                                  <p:stCondLst>
                                    <p:cond delay="9645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presetID="10" presetClass="exit" presetSubtype="0" fill="hold" grpId="17" nodeType="withEffect">
                                  <p:stCondLst>
                                    <p:cond delay="9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5" presetID="10" presetClass="entr" presetSubtype="0" fill="hold" grpId="16" nodeType="withEffect">
                                  <p:stCondLst>
                                    <p:cond delay="9645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presetID="10" presetClass="exit" presetSubtype="0" fill="hold" grpId="17" nodeType="withEffect">
                                  <p:stCondLst>
                                    <p:cond delay="970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1" presetID="10" presetClass="entr" presetSubtype="0" fill="hold" grpId="16" nodeType="withEffect">
                                  <p:stCondLst>
                                    <p:cond delay="9707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presetID="10" presetClass="exit" presetSubtype="0" fill="hold" grpId="17" nodeType="withEffect">
                                  <p:stCondLst>
                                    <p:cond delay="101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7" presetID="10" presetClass="entr" presetSubtype="0" fill="hold" grpId="16" nodeType="withEffect">
                                  <p:stCondLst>
                                    <p:cond delay="9707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presetID="10" presetClass="exit" presetSubtype="0" fill="hold" grpId="17" nodeType="withEffect">
                                  <p:stCondLst>
                                    <p:cond delay="101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3" presetID="10" presetClass="entr" presetSubtype="0" fill="hold" grpId="16" nodeType="withEffect">
                                  <p:stCondLst>
                                    <p:cond delay="9707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presetID="10" presetClass="exit" presetSubtype="0" fill="hold" grpId="17" nodeType="withEffect">
                                  <p:stCondLst>
                                    <p:cond delay="101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9" presetID="10" presetClass="entr" presetSubtype="0" fill="hold" grpId="16" nodeType="withEffect">
                                  <p:stCondLst>
                                    <p:cond delay="9707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presetID="10" presetClass="exit" presetSubtype="0" fill="hold" grpId="17" nodeType="withEffect">
                                  <p:stCondLst>
                                    <p:cond delay="1016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5" presetID="10" presetClass="entr" presetSubtype="0" fill="hold" grpId="16" nodeType="withEffect">
                                  <p:stCondLst>
                                    <p:cond delay="10163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1" presetID="10" presetClass="entr" presetSubtype="0" fill="hold" grpId="16" nodeType="withEffect">
                                  <p:stCondLst>
                                    <p:cond delay="10163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10" presetClass="entr" presetSubtype="0" fill="hold" grpId="16" nodeType="withEffect">
                                  <p:stCondLst>
                                    <p:cond delay="10163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16" nodeType="withEffect">
                                  <p:stCondLst>
                                    <p:cond delay="10163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16" nodeType="withEffect">
                                  <p:stCondLst>
                                    <p:cond delay="10462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xit" presetSubtype="0" fill="hold" grpId="17" nodeType="withEffect">
                                  <p:stCondLst>
                                    <p:cond delay="107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18" nodeType="withEffect">
                                  <p:stCondLst>
                                    <p:cond delay="10770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xit" presetSubtype="0" fill="hold" grpId="19" nodeType="withEffect">
                                  <p:stCondLst>
                                    <p:cond delay="108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18" nodeType="withEffect">
                                  <p:stCondLst>
                                    <p:cond delay="10770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4" presetID="10" presetClass="exit" presetSubtype="0" fill="hold" grpId="19" nodeType="withEffect">
                                  <p:stCondLst>
                                    <p:cond delay="108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7" presetID="10" presetClass="entr" presetSubtype="0" fill="hold" grpId="18" nodeType="withEffect">
                                  <p:stCondLst>
                                    <p:cond delay="10770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xit" presetSubtype="0" fill="hold" grpId="19" nodeType="withEffect">
                                  <p:stCondLst>
                                    <p:cond delay="108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18" nodeType="withEffect">
                                  <p:stCondLst>
                                    <p:cond delay="10770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xit" presetSubtype="0" fill="hold" grpId="19" nodeType="withEffect">
                                  <p:stCondLst>
                                    <p:cond delay="1083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18" nodeType="withEffect">
                                  <p:stCondLst>
                                    <p:cond delay="10835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xit" presetSubtype="0" fill="hold" grpId="19" nodeType="withEffect">
                                  <p:stCondLst>
                                    <p:cond delay="10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ntr" presetSubtype="0" fill="hold" grpId="18" nodeType="withEffect">
                                  <p:stCondLst>
                                    <p:cond delay="10835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19" nodeType="withEffect">
                                  <p:stCondLst>
                                    <p:cond delay="10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1" presetID="10" presetClass="entr" presetSubtype="0" fill="hold" grpId="18" nodeType="withEffect">
                                  <p:stCondLst>
                                    <p:cond delay="10835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4" presetID="10" presetClass="exit" presetSubtype="0" fill="hold" grpId="19" nodeType="withEffect">
                                  <p:stCondLst>
                                    <p:cond delay="10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7" presetID="10" presetClass="entr" presetSubtype="0" fill="hold" grpId="18" nodeType="withEffect">
                                  <p:stCondLst>
                                    <p:cond delay="10835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grpId="19" nodeType="withEffect">
                                  <p:stCondLst>
                                    <p:cond delay="1089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ntr" presetSubtype="0" fill="hold" grpId="18" nodeType="withEffect">
                                  <p:stCondLst>
                                    <p:cond delay="10897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presetID="10" presetClass="exit" presetSubtype="0" fill="hold" grpId="19" nodeType="withEffect">
                                  <p:stCondLst>
                                    <p:cond delay="113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9" presetID="10" presetClass="entr" presetSubtype="0" fill="hold" grpId="18" nodeType="withEffect">
                                  <p:stCondLst>
                                    <p:cond delay="10897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presetID="10" presetClass="exit" presetSubtype="0" fill="hold" grpId="19" nodeType="withEffect">
                                  <p:stCondLst>
                                    <p:cond delay="113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5" presetID="10" presetClass="entr" presetSubtype="0" fill="hold" grpId="18" nodeType="withEffect">
                                  <p:stCondLst>
                                    <p:cond delay="10897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presetID="10" presetClass="exit" presetSubtype="0" fill="hold" grpId="19" nodeType="withEffect">
                                  <p:stCondLst>
                                    <p:cond delay="113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1" presetID="10" presetClass="entr" presetSubtype="0" fill="hold" grpId="18" nodeType="withEffect">
                                  <p:stCondLst>
                                    <p:cond delay="10897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presetID="10" presetClass="exit" presetSubtype="0" fill="hold" grpId="19" nodeType="withEffect">
                                  <p:stCondLst>
                                    <p:cond delay="1135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7" presetID="10" presetClass="entr" presetSubtype="0" fill="hold" grpId="18" nodeType="withEffect">
                                  <p:stCondLst>
                                    <p:cond delay="11353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0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3" presetID="10" presetClass="entr" presetSubtype="0" fill="hold" grpId="18" nodeType="withEffect">
                                  <p:stCondLst>
                                    <p:cond delay="11353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6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9" presetID="10" presetClass="entr" presetSubtype="0" fill="hold" grpId="18" nodeType="withEffect">
                                  <p:stCondLst>
                                    <p:cond delay="11353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5" presetID="10" presetClass="entr" presetSubtype="0" fill="hold" grpId="18" nodeType="withEffect">
                                  <p:stCondLst>
                                    <p:cond delay="11353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8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1" presetID="10" presetClass="entr" presetSubtype="0" fill="hold" grpId="18" nodeType="withEffect">
                                  <p:stCondLst>
                                    <p:cond delay="11652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presetID="10" presetClass="exit" presetSubtype="0" fill="hold" grpId="19" nodeType="withEffect">
                                  <p:stCondLst>
                                    <p:cond delay="119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7" presetID="10" presetClass="entr" presetSubtype="0" fill="hold" grpId="20" nodeType="withEffect">
                                  <p:stCondLst>
                                    <p:cond delay="11960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presetID="10" presetClass="exit" presetSubtype="0" fill="hold" grpId="21" nodeType="withEffect">
                                  <p:stCondLst>
                                    <p:cond delay="12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3" presetID="10" presetClass="entr" presetSubtype="0" fill="hold" grpId="20" nodeType="withEffect">
                                  <p:stCondLst>
                                    <p:cond delay="11960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6" presetID="10" presetClass="exit" presetSubtype="0" fill="hold" grpId="21" nodeType="withEffect">
                                  <p:stCondLst>
                                    <p:cond delay="12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9" presetID="10" presetClass="entr" presetSubtype="0" fill="hold" grpId="20" nodeType="withEffect">
                                  <p:stCondLst>
                                    <p:cond delay="11960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presetID="10" presetClass="exit" presetSubtype="0" fill="hold" grpId="21" nodeType="withEffect">
                                  <p:stCondLst>
                                    <p:cond delay="12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5" presetID="10" presetClass="entr" presetSubtype="0" fill="hold" grpId="20" nodeType="withEffect">
                                  <p:stCondLst>
                                    <p:cond delay="11960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presetID="10" presetClass="exit" presetSubtype="0" fill="hold" grpId="21" nodeType="withEffect">
                                  <p:stCondLst>
                                    <p:cond delay="120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1" presetID="10" presetClass="entr" presetSubtype="0" fill="hold" grpId="20" nodeType="withEffect">
                                  <p:stCondLst>
                                    <p:cond delay="12025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presetID="10" presetClass="exit" presetSubtype="0" fill="hold" grpId="21" nodeType="withEffect">
                                  <p:stCondLst>
                                    <p:cond delay="120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7" presetID="10" presetClass="entr" presetSubtype="0" fill="hold" grpId="20" nodeType="withEffect">
                                  <p:stCondLst>
                                    <p:cond delay="12025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0" presetID="10" presetClass="exit" presetSubtype="0" fill="hold" grpId="21" nodeType="withEffect">
                                  <p:stCondLst>
                                    <p:cond delay="120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3" presetID="10" presetClass="entr" presetSubtype="0" fill="hold" grpId="20" nodeType="withEffect">
                                  <p:stCondLst>
                                    <p:cond delay="12025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6" presetID="10" presetClass="exit" presetSubtype="0" fill="hold" grpId="21" nodeType="withEffect">
                                  <p:stCondLst>
                                    <p:cond delay="120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9" presetID="10" presetClass="entr" presetSubtype="0" fill="hold" grpId="20" nodeType="withEffect">
                                  <p:stCondLst>
                                    <p:cond delay="12025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presetID="10" presetClass="exit" presetSubtype="0" fill="hold" grpId="21" nodeType="withEffect">
                                  <p:stCondLst>
                                    <p:cond delay="1208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5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8" presetID="10" presetClass="exit" presetSubtype="0" fill="hold" grpId="21" nodeType="withEffect">
                                  <p:stCondLst>
                                    <p:cond delay="125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1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grpId="21" nodeType="withEffect">
                                  <p:stCondLst>
                                    <p:cond delay="125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0" presetID="10" presetClass="exit" presetSubtype="0" fill="hold" grpId="21" nodeType="withEffect">
                                  <p:stCondLst>
                                    <p:cond delay="125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3" presetID="10" presetClass="entr" presetSubtype="0" fill="hold" grpId="20" nodeType="withEffect">
                                  <p:stCondLst>
                                    <p:cond delay="12087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6" presetID="10" presetClass="exit" presetSubtype="0" fill="hold" grpId="21" nodeType="withEffect">
                                  <p:stCondLst>
                                    <p:cond delay="1254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ntr" presetSubtype="0" fill="hold" grpId="20" nodeType="withEffect">
                                  <p:stCondLst>
                                    <p:cond delay="12543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5" presetID="10" presetClass="entr" presetSubtype="0" fill="hold" grpId="20" nodeType="withEffect">
                                  <p:stCondLst>
                                    <p:cond delay="12543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8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1" presetID="10" presetClass="entr" presetSubtype="0" fill="hold" grpId="20" nodeType="withEffect">
                                  <p:stCondLst>
                                    <p:cond delay="12543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4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7" presetID="10" presetClass="entr" presetSubtype="0" fill="hold" grpId="20" nodeType="withEffect">
                                  <p:stCondLst>
                                    <p:cond delay="12543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0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3" presetID="10" presetClass="entr" presetSubtype="0" fill="hold" grpId="20" nodeType="withEffect">
                                  <p:stCondLst>
                                    <p:cond delay="12842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6" presetID="10" presetClass="exit" presetSubtype="0" fill="hold" grpId="21" nodeType="withEffect">
                                  <p:stCondLst>
                                    <p:cond delay="130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9" presetID="10" presetClass="entr" presetSubtype="0" fill="hold" grpId="22" nodeType="withEffect">
                                  <p:stCondLst>
                                    <p:cond delay="13150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2" presetID="10" presetClass="exit" presetSubtype="0" fill="hold" grpId="23" nodeType="withEffect">
                                  <p:stCondLst>
                                    <p:cond delay="132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5" presetID="10" presetClass="entr" presetSubtype="0" fill="hold" grpId="22" nodeType="withEffect">
                                  <p:stCondLst>
                                    <p:cond delay="13150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8" presetID="10" presetClass="exit" presetSubtype="0" fill="hold" grpId="23" nodeType="withEffect">
                                  <p:stCondLst>
                                    <p:cond delay="132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1" presetID="10" presetClass="entr" presetSubtype="0" fill="hold" grpId="22" nodeType="withEffect">
                                  <p:stCondLst>
                                    <p:cond delay="131500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4" presetID="10" presetClass="exit" presetSubtype="0" fill="hold" grpId="23" nodeType="withEffect">
                                  <p:stCondLst>
                                    <p:cond delay="132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7" presetID="10" presetClass="entr" presetSubtype="0" fill="hold" grpId="22" nodeType="withEffect">
                                  <p:stCondLst>
                                    <p:cond delay="13150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0" presetID="10" presetClass="exit" presetSubtype="0" fill="hold" grpId="23" nodeType="withEffect">
                                  <p:stCondLst>
                                    <p:cond delay="132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3" presetID="10" presetClass="entr" presetSubtype="0" fill="hold" grpId="22" nodeType="withEffect">
                                  <p:stCondLst>
                                    <p:cond delay="13215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6" presetID="10" presetClass="exit" presetSubtype="0" fill="hold" grpId="23" nodeType="withEffect">
                                  <p:stCondLst>
                                    <p:cond delay="132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9" presetID="10" presetClass="entr" presetSubtype="0" fill="hold" grpId="22" nodeType="withEffect">
                                  <p:stCondLst>
                                    <p:cond delay="13215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2" presetID="10" presetClass="exit" presetSubtype="0" fill="hold" grpId="23" nodeType="withEffect">
                                  <p:stCondLst>
                                    <p:cond delay="132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5" presetID="10" presetClass="entr" presetSubtype="0" fill="hold" grpId="22" nodeType="withEffect">
                                  <p:stCondLst>
                                    <p:cond delay="13215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8" presetID="10" presetClass="exit" presetSubtype="0" fill="hold" grpId="23" nodeType="withEffect">
                                  <p:stCondLst>
                                    <p:cond delay="132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1" presetID="10" presetClass="entr" presetSubtype="0" fill="hold" grpId="22" nodeType="withEffect">
                                  <p:stCondLst>
                                    <p:cond delay="132150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4" presetID="10" presetClass="exit" presetSubtype="0" fill="hold" grpId="23" nodeType="withEffect">
                                  <p:stCondLst>
                                    <p:cond delay="1327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7" presetID="10" presetClass="entr" presetSubtype="0" fill="hold" grpId="22" nodeType="withEffect">
                                  <p:stCondLst>
                                    <p:cond delay="132770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0" presetID="10" presetClass="exit" presetSubtype="0" fill="hold" grpId="23" nodeType="withEffect">
                                  <p:stCondLst>
                                    <p:cond delay="137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3" presetID="10" presetClass="entr" presetSubtype="0" fill="hold" grpId="22" nodeType="withEffect">
                                  <p:stCondLst>
                                    <p:cond delay="13277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6" presetID="10" presetClass="exit" presetSubtype="0" fill="hold" grpId="23" nodeType="withEffect">
                                  <p:stCondLst>
                                    <p:cond delay="137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9" presetID="10" presetClass="entr" presetSubtype="0" fill="hold" grpId="22" nodeType="withEffect">
                                  <p:stCondLst>
                                    <p:cond delay="132770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2" presetID="10" presetClass="exit" presetSubtype="0" fill="hold" grpId="23" nodeType="withEffect">
                                  <p:stCondLst>
                                    <p:cond delay="137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5" presetID="10" presetClass="entr" presetSubtype="0" fill="hold" grpId="22" nodeType="withEffect">
                                  <p:stCondLst>
                                    <p:cond delay="13277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8" presetID="10" presetClass="exit" presetSubtype="0" fill="hold" grpId="23" nodeType="withEffect">
                                  <p:stCondLst>
                                    <p:cond delay="1373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1" presetID="10" presetClass="entr" presetSubtype="0" fill="hold" grpId="22" nodeType="withEffect">
                                  <p:stCondLst>
                                    <p:cond delay="13733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3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4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7" presetID="10" presetClass="entr" presetSubtype="0" fill="hold" grpId="22" nodeType="withEffect">
                                  <p:stCondLst>
                                    <p:cond delay="13733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0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3" presetID="10" presetClass="entr" presetSubtype="0" fill="hold" grpId="22" nodeType="withEffect">
                                  <p:stCondLst>
                                    <p:cond delay="13733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6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9" presetID="10" presetClass="entr" presetSubtype="0" fill="hold" grpId="22" nodeType="withEffect">
                                  <p:stCondLst>
                                    <p:cond delay="13733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1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2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5" presetID="10" presetClass="entr" presetSubtype="0" fill="hold" grpId="22" nodeType="withEffect">
                                  <p:stCondLst>
                                    <p:cond delay="14032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8" presetID="10" presetClass="exit" presetSubtype="0" fill="hold" grpId="23" nodeType="withEffect">
                                  <p:stCondLst>
                                    <p:cond delay="14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1" presetID="10" presetClass="entr" presetSubtype="0" fill="hold" grpId="24" nodeType="withEffect">
                                  <p:stCondLst>
                                    <p:cond delay="14340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4" presetID="10" presetClass="exit" presetSubtype="0" fill="hold" grpId="25" nodeType="withEffect">
                                  <p:stCondLst>
                                    <p:cond delay="144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7" presetID="10" presetClass="entr" presetSubtype="0" fill="hold" grpId="24" nodeType="withEffect">
                                  <p:stCondLst>
                                    <p:cond delay="143400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0" presetID="10" presetClass="exit" presetSubtype="0" fill="hold" grpId="25" nodeType="withEffect">
                                  <p:stCondLst>
                                    <p:cond delay="144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3" presetID="10" presetClass="entr" presetSubtype="0" fill="hold" grpId="24" nodeType="withEffect">
                                  <p:stCondLst>
                                    <p:cond delay="14340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6" presetID="10" presetClass="exit" presetSubtype="0" fill="hold" grpId="25" nodeType="withEffect">
                                  <p:stCondLst>
                                    <p:cond delay="144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9" presetID="10" presetClass="entr" presetSubtype="0" fill="hold" grpId="24" nodeType="withEffect">
                                  <p:stCondLst>
                                    <p:cond delay="143400"/>
                                  </p:stCondLst>
                                  <p:childTnLst>
                                    <p:set>
                                      <p:cBhvr>
                                        <p:cTn id="1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2" presetID="10" presetClass="exit" presetSubtype="0" fill="hold" grpId="25" nodeType="withEffect">
                                  <p:stCondLst>
                                    <p:cond delay="1440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5" presetID="10" presetClass="entr" presetSubtype="0" fill="hold" grpId="24" nodeType="withEffect">
                                  <p:stCondLst>
                                    <p:cond delay="14405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8" presetID="10" presetClass="exit" presetSubtype="0" fill="hold" grpId="25" nodeType="withEffect">
                                  <p:stCondLst>
                                    <p:cond delay="14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1" presetID="10" presetClass="entr" presetSubtype="0" fill="hold" grpId="24" nodeType="withEffect">
                                  <p:stCondLst>
                                    <p:cond delay="14405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4" presetID="10" presetClass="exit" presetSubtype="0" fill="hold" grpId="25" nodeType="withEffect">
                                  <p:stCondLst>
                                    <p:cond delay="14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7" presetID="10" presetClass="entr" presetSubtype="0" fill="hold" grpId="24" nodeType="withEffect">
                                  <p:stCondLst>
                                    <p:cond delay="14405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0" presetID="10" presetClass="exit" presetSubtype="0" fill="hold" grpId="25" nodeType="withEffect">
                                  <p:stCondLst>
                                    <p:cond delay="14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3" presetID="10" presetClass="entr" presetSubtype="0" fill="hold" grpId="24" nodeType="withEffect">
                                  <p:stCondLst>
                                    <p:cond delay="144050"/>
                                  </p:stCondLst>
                                  <p:childTnLst>
                                    <p:set>
                                      <p:cBhvr>
                                        <p:cTn id="1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6" presetID="10" presetClass="exit" presetSubtype="0" fill="hold" grpId="25" nodeType="withEffect">
                                  <p:stCondLst>
                                    <p:cond delay="1446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9" presetID="10" presetClass="entr" presetSubtype="0" fill="hold" grpId="24" nodeType="withEffect">
                                  <p:stCondLst>
                                    <p:cond delay="144670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2" presetID="10" presetClass="exit" presetSubtype="0" fill="hold" grpId="25" nodeType="withEffect">
                                  <p:stCondLst>
                                    <p:cond delay="149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5" presetID="10" presetClass="entr" presetSubtype="0" fill="hold" grpId="24" nodeType="withEffect">
                                  <p:stCondLst>
                                    <p:cond delay="14467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8" presetID="10" presetClass="exit" presetSubtype="0" fill="hold" grpId="25" nodeType="withEffect">
                                  <p:stCondLst>
                                    <p:cond delay="149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1" presetID="10" presetClass="entr" presetSubtype="0" fill="hold" grpId="24" nodeType="withEffect">
                                  <p:stCondLst>
                                    <p:cond delay="14467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4" presetID="10" presetClass="exit" presetSubtype="0" fill="hold" grpId="25" nodeType="withEffect">
                                  <p:stCondLst>
                                    <p:cond delay="149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10" presetClass="entr" presetSubtype="0" fill="hold" grpId="24" nodeType="withEffect">
                                  <p:stCondLst>
                                    <p:cond delay="14467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0" presetID="10" presetClass="exit" presetSubtype="0" fill="hold" grpId="25" nodeType="withEffect">
                                  <p:stCondLst>
                                    <p:cond delay="149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3" presetID="10" presetClass="entr" presetSubtype="0" fill="hold" grpId="24" nodeType="withEffect">
                                  <p:stCondLst>
                                    <p:cond delay="14923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5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6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9" presetID="10" presetClass="entr" presetSubtype="0" fill="hold" grpId="24" nodeType="withEffect">
                                  <p:stCondLst>
                                    <p:cond delay="14923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2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5" presetID="10" presetClass="entr" presetSubtype="0" fill="hold" grpId="24" nodeType="withEffect">
                                  <p:stCondLst>
                                    <p:cond delay="149230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8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1" presetID="10" presetClass="entr" presetSubtype="0" fill="hold" grpId="24" nodeType="withEffect">
                                  <p:stCondLst>
                                    <p:cond delay="149230"/>
                                  </p:stCondLst>
                                  <p:childTnLst>
                                    <p:set>
                                      <p:cBhvr>
                                        <p:cTn id="1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4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7" presetID="10" presetClass="entr" presetSubtype="0" fill="hold" grpId="24" nodeType="withEffect">
                                  <p:stCondLst>
                                    <p:cond delay="152220"/>
                                  </p:stCondLst>
                                  <p:childTnLst>
                                    <p:set>
                                      <p:cBhvr>
                                        <p:cTn id="1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0" presetID="10" presetClass="exit" presetSubtype="0" fill="hold" grpId="25" nodeType="withEffect">
                                  <p:stCondLst>
                                    <p:cond delay="154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3" presetID="10" presetClass="entr" presetSubtype="0" fill="hold" grpId="26" nodeType="withEffect">
                                  <p:stCondLst>
                                    <p:cond delay="155300"/>
                                  </p:stCondLst>
                                  <p:childTnLst>
                                    <p:set>
                                      <p:cBhvr>
                                        <p:cTn id="1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6" presetID="10" presetClass="exit" presetSubtype="0" fill="hold" grpId="27" nodeType="withEffect">
                                  <p:stCondLst>
                                    <p:cond delay="15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9" presetID="10" presetClass="entr" presetSubtype="0" fill="hold" grpId="26" nodeType="withEffect">
                                  <p:stCondLst>
                                    <p:cond delay="155300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2" presetID="10" presetClass="exit" presetSubtype="0" fill="hold" grpId="27" nodeType="withEffect">
                                  <p:stCondLst>
                                    <p:cond delay="15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5" presetID="10" presetClass="entr" presetSubtype="0" fill="hold" grpId="26" nodeType="withEffect">
                                  <p:stCondLst>
                                    <p:cond delay="155300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8" presetID="10" presetClass="exit" presetSubtype="0" fill="hold" grpId="27" nodeType="withEffect">
                                  <p:stCondLst>
                                    <p:cond delay="15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1" presetID="10" presetClass="entr" presetSubtype="0" fill="hold" grpId="26" nodeType="withEffect">
                                  <p:stCondLst>
                                    <p:cond delay="155300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4" presetID="10" presetClass="exit" presetSubtype="0" fill="hold" grpId="27" nodeType="withEffect">
                                  <p:stCondLst>
                                    <p:cond delay="155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7" presetID="10" presetClass="entr" presetSubtype="0" fill="hold" grpId="26" nodeType="withEffect">
                                  <p:stCondLst>
                                    <p:cond delay="155950"/>
                                  </p:stCondLst>
                                  <p:childTnLst>
                                    <p:set>
                                      <p:cBhvr>
                                        <p:cTn id="1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0" presetID="10" presetClass="exit" presetSubtype="0" fill="hold" grpId="27" nodeType="withEffect">
                                  <p:stCondLst>
                                    <p:cond delay="156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3" presetID="10" presetClass="entr" presetSubtype="0" fill="hold" grpId="26" nodeType="withEffect">
                                  <p:stCondLst>
                                    <p:cond delay="155950"/>
                                  </p:stCondLst>
                                  <p:childTnLst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6" presetID="10" presetClass="exit" presetSubtype="0" fill="hold" grpId="27" nodeType="withEffect">
                                  <p:stCondLst>
                                    <p:cond delay="156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9" presetID="10" presetClass="entr" presetSubtype="0" fill="hold" grpId="26" nodeType="withEffect">
                                  <p:stCondLst>
                                    <p:cond delay="155950"/>
                                  </p:stCondLst>
                                  <p:childTnLst>
                                    <p:set>
                                      <p:cBhvr>
                                        <p:cTn id="1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2" presetID="10" presetClass="exit" presetSubtype="0" fill="hold" grpId="27" nodeType="withEffect">
                                  <p:stCondLst>
                                    <p:cond delay="156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5" presetID="10" presetClass="entr" presetSubtype="0" fill="hold" grpId="26" nodeType="withEffect">
                                  <p:stCondLst>
                                    <p:cond delay="155950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8" presetID="10" presetClass="exit" presetSubtype="0" fill="hold" grpId="27" nodeType="withEffect">
                                  <p:stCondLst>
                                    <p:cond delay="1565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1" presetID="10" presetClass="entr" presetSubtype="0" fill="hold" grpId="26" nodeType="withEffect">
                                  <p:stCondLst>
                                    <p:cond delay="156570"/>
                                  </p:stCondLst>
                                  <p:childTnLst>
                                    <p:set>
                                      <p:cBhvr>
                                        <p:cTn id="1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4" presetID="10" presetClass="exit" presetSubtype="0" fill="hold" grpId="27" nodeType="withEffect">
                                  <p:stCondLst>
                                    <p:cond delay="161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7" presetID="10" presetClass="entr" presetSubtype="0" fill="hold" grpId="26" nodeType="withEffect">
                                  <p:stCondLst>
                                    <p:cond delay="156570"/>
                                  </p:stCondLst>
                                  <p:childTnLst>
                                    <p:set>
                                      <p:cBhvr>
                                        <p:cTn id="1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0" presetID="10" presetClass="exit" presetSubtype="0" fill="hold" grpId="27" nodeType="withEffect">
                                  <p:stCondLst>
                                    <p:cond delay="161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3" presetID="10" presetClass="entr" presetSubtype="0" fill="hold" grpId="26" nodeType="withEffect">
                                  <p:stCondLst>
                                    <p:cond delay="156570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6" presetID="10" presetClass="exit" presetSubtype="0" fill="hold" grpId="27" nodeType="withEffect">
                                  <p:stCondLst>
                                    <p:cond delay="161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9" presetID="10" presetClass="entr" presetSubtype="0" fill="hold" grpId="26" nodeType="withEffect">
                                  <p:stCondLst>
                                    <p:cond delay="15657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2" presetID="10" presetClass="exit" presetSubtype="0" fill="hold" grpId="27" nodeType="withEffect">
                                  <p:stCondLst>
                                    <p:cond delay="1611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5" presetID="10" presetClass="entr" presetSubtype="0" fill="hold" grpId="26" nodeType="withEffect">
                                  <p:stCondLst>
                                    <p:cond delay="161130"/>
                                  </p:stCondLst>
                                  <p:childTnLst>
                                    <p:set>
                                      <p:cBhvr>
                                        <p:cTn id="1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8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1" presetID="10" presetClass="entr" presetSubtype="0" fill="hold" grpId="26" nodeType="withEffect">
                                  <p:stCondLst>
                                    <p:cond delay="16113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4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7" presetID="10" presetClass="entr" presetSubtype="0" fill="hold" grpId="26" nodeType="withEffect">
                                  <p:stCondLst>
                                    <p:cond delay="161130"/>
                                  </p:stCondLst>
                                  <p:childTnLst>
                                    <p:set>
                                      <p:cBhvr>
                                        <p:cTn id="1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0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3" presetID="10" presetClass="entr" presetSubtype="0" fill="hold" grpId="26" nodeType="withEffect">
                                  <p:stCondLst>
                                    <p:cond delay="161130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5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6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9" presetID="10" presetClass="entr" presetSubtype="0" fill="hold" grpId="26" nodeType="withEffect">
                                  <p:stCondLst>
                                    <p:cond delay="164120"/>
                                  </p:stCondLst>
                                  <p:childTnLst>
                                    <p:set>
                                      <p:cBhvr>
                                        <p:cTn id="1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1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2" presetID="10" presetClass="exit" presetSubtype="0" fill="hold" grpId="27" nodeType="withEffect">
                                  <p:stCondLst>
                                    <p:cond delay="166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5" presetID="10" presetClass="entr" presetSubtype="0" fill="hold" grpId="28" nodeType="withEffect">
                                  <p:stCondLst>
                                    <p:cond delay="167200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8" presetID="10" presetClass="exit" presetSubtype="0" fill="hold" grpId="29" nodeType="withEffect">
                                  <p:stCondLst>
                                    <p:cond delay="16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1" presetID="10" presetClass="entr" presetSubtype="0" fill="hold" grpId="28" nodeType="withEffect">
                                  <p:stCondLst>
                                    <p:cond delay="167200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4" presetID="10" presetClass="exit" presetSubtype="0" fill="hold" grpId="29" nodeType="withEffect">
                                  <p:stCondLst>
                                    <p:cond delay="16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7" presetID="10" presetClass="entr" presetSubtype="0" fill="hold" grpId="28" nodeType="withEffect">
                                  <p:stCondLst>
                                    <p:cond delay="167200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0" presetID="10" presetClass="exit" presetSubtype="0" fill="hold" grpId="29" nodeType="withEffect">
                                  <p:stCondLst>
                                    <p:cond delay="16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3" presetID="10" presetClass="entr" presetSubtype="0" fill="hold" grpId="28" nodeType="withEffect">
                                  <p:stCondLst>
                                    <p:cond delay="167200"/>
                                  </p:stCondLst>
                                  <p:childTnLst>
                                    <p:set>
                                      <p:cBhvr>
                                        <p:cTn id="1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6" presetID="10" presetClass="exit" presetSubtype="0" fill="hold" grpId="29" nodeType="withEffect">
                                  <p:stCondLst>
                                    <p:cond delay="167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9" presetID="10" presetClass="entr" presetSubtype="0" fill="hold" grpId="28" nodeType="withEffect">
                                  <p:stCondLst>
                                    <p:cond delay="167850"/>
                                  </p:stCondLst>
                                  <p:childTnLst>
                                    <p:set>
                                      <p:cBhvr>
                                        <p:cTn id="1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2" presetID="10" presetClass="exit" presetSubtype="0" fill="hold" grpId="29" nodeType="withEffect">
                                  <p:stCondLst>
                                    <p:cond delay="168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5" presetID="10" presetClass="entr" presetSubtype="0" fill="hold" grpId="28" nodeType="withEffect">
                                  <p:stCondLst>
                                    <p:cond delay="167850"/>
                                  </p:stCondLst>
                                  <p:childTnLst>
                                    <p:set>
                                      <p:cBhvr>
                                        <p:cTn id="1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8" presetID="10" presetClass="exit" presetSubtype="0" fill="hold" grpId="29" nodeType="withEffect">
                                  <p:stCondLst>
                                    <p:cond delay="168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1" presetID="10" presetClass="entr" presetSubtype="0" fill="hold" grpId="28" nodeType="withEffect">
                                  <p:stCondLst>
                                    <p:cond delay="167850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4" presetID="10" presetClass="exit" presetSubtype="0" fill="hold" grpId="29" nodeType="withEffect">
                                  <p:stCondLst>
                                    <p:cond delay="168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7" presetID="10" presetClass="entr" presetSubtype="0" fill="hold" grpId="28" nodeType="withEffect">
                                  <p:stCondLst>
                                    <p:cond delay="167850"/>
                                  </p:stCondLst>
                                  <p:childTnLst>
                                    <p:set>
                                      <p:cBhvr>
                                        <p:cTn id="1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9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0" presetID="10" presetClass="exit" presetSubtype="0" fill="hold" grpId="29" nodeType="withEffect">
                                  <p:stCondLst>
                                    <p:cond delay="1684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3" presetID="10" presetClass="entr" presetSubtype="0" fill="hold" grpId="28" nodeType="withEffect">
                                  <p:stCondLst>
                                    <p:cond delay="168470"/>
                                  </p:stCondLst>
                                  <p:childTnLst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5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6" presetID="10" presetClass="exit" presetSubtype="0" fill="hold" grpId="29" nodeType="withEffect">
                                  <p:stCondLst>
                                    <p:cond delay="173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9" presetID="10" presetClass="entr" presetSubtype="0" fill="hold" grpId="28" nodeType="withEffect">
                                  <p:stCondLst>
                                    <p:cond delay="168470"/>
                                  </p:stCondLst>
                                  <p:childTnLst>
                                    <p:set>
                                      <p:cBhvr>
                                        <p:cTn id="1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2" presetID="10" presetClass="exit" presetSubtype="0" fill="hold" grpId="29" nodeType="withEffect">
                                  <p:stCondLst>
                                    <p:cond delay="173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5" presetID="10" presetClass="entr" presetSubtype="0" fill="hold" grpId="28" nodeType="withEffect">
                                  <p:stCondLst>
                                    <p:cond delay="168470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8" presetID="10" presetClass="exit" presetSubtype="0" fill="hold" grpId="29" nodeType="withEffect">
                                  <p:stCondLst>
                                    <p:cond delay="173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1" presetID="10" presetClass="entr" presetSubtype="0" fill="hold" grpId="28" nodeType="withEffect">
                                  <p:stCondLst>
                                    <p:cond delay="168470"/>
                                  </p:stCondLst>
                                  <p:childTnLst>
                                    <p:set>
                                      <p:cBhvr>
                                        <p:cTn id="1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4" presetID="10" presetClass="exit" presetSubtype="0" fill="hold" grpId="29" nodeType="withEffect">
                                  <p:stCondLst>
                                    <p:cond delay="1730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7" presetID="10" presetClass="entr" presetSubtype="0" fill="hold" grpId="28" nodeType="withEffect">
                                  <p:stCondLst>
                                    <p:cond delay="173030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0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3" presetID="10" presetClass="entr" presetSubtype="0" fill="hold" grpId="28" nodeType="withEffect">
                                  <p:stCondLst>
                                    <p:cond delay="173030"/>
                                  </p:stCondLst>
                                  <p:childTnLst>
                                    <p:set>
                                      <p:cBhvr>
                                        <p:cTn id="1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5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6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9" presetID="10" presetClass="entr" presetSubtype="0" fill="hold" grpId="28" nodeType="withEffect">
                                  <p:stCondLst>
                                    <p:cond delay="173030"/>
                                  </p:stCondLst>
                                  <p:childTnLst>
                                    <p:set>
                                      <p:cBhvr>
                                        <p:cTn id="1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1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2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5" presetID="10" presetClass="entr" presetSubtype="0" fill="hold" grpId="28" nodeType="withEffect">
                                  <p:stCondLst>
                                    <p:cond delay="173030"/>
                                  </p:stCondLst>
                                  <p:childTnLst>
                                    <p:set>
                                      <p:cBhvr>
                                        <p:cTn id="1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8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1" presetID="10" presetClass="entr" presetSubtype="0" fill="hold" grpId="28" nodeType="withEffect">
                                  <p:stCondLst>
                                    <p:cond delay="176020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4" presetID="10" presetClass="exit" presetSubtype="0" fill="hold" grpId="29" nodeType="withEffect">
                                  <p:stCondLst>
                                    <p:cond delay="178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7" presetID="10" presetClass="entr" presetSubtype="0" fill="hold" grpId="30" nodeType="withEffect">
                                  <p:stCondLst>
                                    <p:cond delay="179100"/>
                                  </p:stCondLst>
                                  <p:childTnLst>
                                    <p:set>
                                      <p:cBhvr>
                                        <p:cTn id="1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0" presetID="10" presetClass="exit" presetSubtype="0" fill="hold" grpId="31" nodeType="withEffect">
                                  <p:stCondLst>
                                    <p:cond delay="179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3" presetID="10" presetClass="entr" presetSubtype="0" fill="hold" grpId="30" nodeType="withEffect">
                                  <p:stCondLst>
                                    <p:cond delay="179100"/>
                                  </p:stCondLst>
                                  <p:childTnLst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6" presetID="10" presetClass="exit" presetSubtype="0" fill="hold" grpId="31" nodeType="withEffect">
                                  <p:stCondLst>
                                    <p:cond delay="179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9" presetID="10" presetClass="entr" presetSubtype="0" fill="hold" grpId="30" nodeType="withEffect">
                                  <p:stCondLst>
                                    <p:cond delay="179100"/>
                                  </p:stCondLst>
                                  <p:childTnLst>
                                    <p:set>
                                      <p:cBhvr>
                                        <p:cTn id="1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2" presetID="10" presetClass="exit" presetSubtype="0" fill="hold" grpId="31" nodeType="withEffect">
                                  <p:stCondLst>
                                    <p:cond delay="179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5" presetID="10" presetClass="entr" presetSubtype="0" fill="hold" grpId="30" nodeType="withEffect">
                                  <p:stCondLst>
                                    <p:cond delay="179100"/>
                                  </p:stCondLst>
                                  <p:childTnLst>
                                    <p:set>
                                      <p:cBhvr>
                                        <p:cTn id="1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8" presetID="10" presetClass="exit" presetSubtype="0" fill="hold" grpId="31" nodeType="withEffect">
                                  <p:stCondLst>
                                    <p:cond delay="179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1" presetID="10" presetClass="entr" presetSubtype="0" fill="hold" grpId="30" nodeType="withEffect">
                                  <p:stCondLst>
                                    <p:cond delay="179750"/>
                                  </p:stCondLst>
                                  <p:childTnLst>
                                    <p:set>
                                      <p:cBhvr>
                                        <p:cTn id="1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4" presetID="10" presetClass="exit" presetSubtype="0" fill="hold" grpId="31" nodeType="withEffect">
                                  <p:stCondLst>
                                    <p:cond delay="180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7" presetID="10" presetClass="entr" presetSubtype="0" fill="hold" grpId="30" nodeType="withEffect">
                                  <p:stCondLst>
                                    <p:cond delay="179750"/>
                                  </p:stCondLst>
                                  <p:childTnLst>
                                    <p:set>
                                      <p:cBhvr>
                                        <p:cTn id="1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0" presetID="10" presetClass="exit" presetSubtype="0" fill="hold" grpId="31" nodeType="withEffect">
                                  <p:stCondLst>
                                    <p:cond delay="180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3" presetID="10" presetClass="entr" presetSubtype="0" fill="hold" grpId="30" nodeType="withEffect">
                                  <p:stCondLst>
                                    <p:cond delay="179750"/>
                                  </p:stCondLst>
                                  <p:childTnLst>
                                    <p:set>
                                      <p:cBhvr>
                                        <p:cTn id="1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6" presetID="10" presetClass="exit" presetSubtype="0" fill="hold" grpId="31" nodeType="withEffect">
                                  <p:stCondLst>
                                    <p:cond delay="180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9" presetID="10" presetClass="entr" presetSubtype="0" fill="hold" grpId="30" nodeType="withEffect">
                                  <p:stCondLst>
                                    <p:cond delay="179750"/>
                                  </p:stCondLst>
                                  <p:childTnLst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2" presetID="10" presetClass="exit" presetSubtype="0" fill="hold" grpId="31" nodeType="withEffect">
                                  <p:stCondLst>
                                    <p:cond delay="18037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5" presetID="10" presetClass="entr" presetSubtype="0" fill="hold" grpId="30" nodeType="withEffect">
                                  <p:stCondLst>
                                    <p:cond delay="180370"/>
                                  </p:stCondLst>
                                  <p:childTnLst>
                                    <p:set>
                                      <p:cBhvr>
                                        <p:cTn id="1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8" presetID="10" presetClass="exit" presetSubtype="0" fill="hold" grpId="31" nodeType="withEffect">
                                  <p:stCondLst>
                                    <p:cond delay="184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1" presetID="10" presetClass="entr" presetSubtype="0" fill="hold" grpId="30" nodeType="withEffect">
                                  <p:stCondLst>
                                    <p:cond delay="180370"/>
                                  </p:stCondLst>
                                  <p:childTnLst>
                                    <p:set>
                                      <p:cBhvr>
                                        <p:cTn id="1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4" presetID="10" presetClass="exit" presetSubtype="0" fill="hold" grpId="31" nodeType="withEffect">
                                  <p:stCondLst>
                                    <p:cond delay="184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7" presetID="10" presetClass="entr" presetSubtype="0" fill="hold" grpId="30" nodeType="withEffect">
                                  <p:stCondLst>
                                    <p:cond delay="180370"/>
                                  </p:stCondLst>
                                  <p:childTnLst>
                                    <p:set>
                                      <p:cBhvr>
                                        <p:cTn id="1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0" presetID="10" presetClass="exit" presetSubtype="0" fill="hold" grpId="31" nodeType="withEffect">
                                  <p:stCondLst>
                                    <p:cond delay="184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1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3" presetID="10" presetClass="entr" presetSubtype="0" fill="hold" grpId="30" nodeType="withEffect">
                                  <p:stCondLst>
                                    <p:cond delay="180370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5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6" presetID="10" presetClass="exit" presetSubtype="0" fill="hold" grpId="31" nodeType="withEffect">
                                  <p:stCondLst>
                                    <p:cond delay="1849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9" presetID="10" presetClass="entr" presetSubtype="0" fill="hold" grpId="30" nodeType="withEffect">
                                  <p:stCondLst>
                                    <p:cond delay="184930"/>
                                  </p:stCondLst>
                                  <p:childTnLst>
                                    <p:set>
                                      <p:cBhvr>
                                        <p:cTn id="1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2" presetID="10" presetClass="entr" presetSubtype="0" fill="hold" grpId="30" nodeType="withEffect">
                                  <p:stCondLst>
                                    <p:cond delay="184930"/>
                                  </p:stCondLst>
                                  <p:childTnLst>
                                    <p:set>
                                      <p:cBhvr>
                                        <p:cTn id="1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4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5" presetID="10" presetClass="entr" presetSubtype="0" fill="hold" grpId="30" nodeType="withEffect">
                                  <p:stCondLst>
                                    <p:cond delay="184930"/>
                                  </p:stCondLst>
                                  <p:childTnLst>
                                    <p:set>
                                      <p:cBhvr>
                                        <p:cTn id="1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8" presetID="10" presetClass="entr" presetSubtype="0" fill="hold" grpId="30" nodeType="withEffect">
                                  <p:stCondLst>
                                    <p:cond delay="184930"/>
                                  </p:stCondLst>
                                  <p:childTnLst>
                                    <p:set>
                                      <p:cBhvr>
                                        <p:cTn id="1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0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1" presetID="10" presetClass="entr" presetSubtype="0" fill="hold" grpId="30" nodeType="withEffect">
                                  <p:stCondLst>
                                    <p:cond delay="187920"/>
                                  </p:stCondLst>
                                  <p:childTnLst>
                                    <p:set>
                                      <p:cBhvr>
                                        <p:cTn id="1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3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9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4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9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9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4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4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684" repeatCount="indefinite" fill="hold" display="0">
                  <p:stCondLst>
                    <p:cond delay="indefinite"/>
                  </p:stCondLst>
                </p:cTn>
                <p:tgtEl>
                  <p:spTgt spid="43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5" grpId="0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8" grpId="9" animBg="1"/>
      <p:bldP spid="8" grpId="10" animBg="1"/>
      <p:bldP spid="8" grpId="11" animBg="1"/>
      <p:bldP spid="8" grpId="12" animBg="1"/>
      <p:bldP spid="8" grpId="13" animBg="1"/>
      <p:bldP spid="8" grpId="14" animBg="1"/>
      <p:bldP spid="8" grpId="15" animBg="1"/>
      <p:bldP spid="8" grpId="16" animBg="1"/>
      <p:bldP spid="8" grpId="17" animBg="1"/>
      <p:bldP spid="8" grpId="18" animBg="1"/>
      <p:bldP spid="8" grpId="19" animBg="1"/>
      <p:bldP spid="8" grpId="20" animBg="1"/>
      <p:bldP spid="8" grpId="21" animBg="1"/>
      <p:bldP spid="8" grpId="22" animBg="1"/>
      <p:bldP spid="8" grpId="23" animBg="1"/>
      <p:bldP spid="8" grpId="24" animBg="1"/>
      <p:bldP spid="8" grpId="25" animBg="1"/>
      <p:bldP spid="8" grpId="26" animBg="1"/>
      <p:bldP spid="8" grpId="27" animBg="1"/>
      <p:bldP spid="8" grpId="28" animBg="1"/>
      <p:bldP spid="8" grpId="29" animBg="1"/>
      <p:bldP spid="8" grpId="30" animBg="1"/>
      <p:bldP spid="8" grpId="31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1" grpId="20" animBg="1"/>
      <p:bldP spid="11" grpId="21" animBg="1"/>
      <p:bldP spid="11" grpId="22" animBg="1"/>
      <p:bldP spid="11" grpId="23" animBg="1"/>
      <p:bldP spid="11" grpId="24" animBg="1"/>
      <p:bldP spid="11" grpId="25" animBg="1"/>
      <p:bldP spid="11" grpId="26" animBg="1"/>
      <p:bldP spid="11" grpId="27" animBg="1"/>
      <p:bldP spid="11" grpId="28" animBg="1"/>
      <p:bldP spid="11" grpId="29" animBg="1"/>
      <p:bldP spid="11" grpId="30" animBg="1"/>
      <p:bldP spid="11" grpId="31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3" grpId="0" animBg="1"/>
      <p:bldP spid="16" grpId="0" animBg="1"/>
      <p:bldP spid="17" grpId="0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8" grpId="20" animBg="1"/>
      <p:bldP spid="18" grpId="21" animBg="1"/>
      <p:bldP spid="18" grpId="22" animBg="1"/>
      <p:bldP spid="18" grpId="23" animBg="1"/>
      <p:bldP spid="18" grpId="24" animBg="1"/>
      <p:bldP spid="18" grpId="25" animBg="1"/>
      <p:bldP spid="18" grpId="26" animBg="1"/>
      <p:bldP spid="18" grpId="27" animBg="1"/>
      <p:bldP spid="18" grpId="28" animBg="1"/>
      <p:bldP spid="18" grpId="29" animBg="1"/>
      <p:bldP spid="18" grpId="30" animBg="1"/>
      <p:bldP spid="18" grpId="31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  <p:bldP spid="22" grpId="20" animBg="1"/>
      <p:bldP spid="22" grpId="21" animBg="1"/>
      <p:bldP spid="22" grpId="22" animBg="1"/>
      <p:bldP spid="22" grpId="23" animBg="1"/>
      <p:bldP spid="22" grpId="24" animBg="1"/>
      <p:bldP spid="22" grpId="25" animBg="1"/>
      <p:bldP spid="22" grpId="26" animBg="1"/>
      <p:bldP spid="22" grpId="27" animBg="1"/>
      <p:bldP spid="22" grpId="28" animBg="1"/>
      <p:bldP spid="22" grpId="29" animBg="1"/>
      <p:bldP spid="22" grpId="30" animBg="1"/>
      <p:bldP spid="22" grpId="31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3" grpId="18" animBg="1"/>
      <p:bldP spid="23" grpId="19" animBg="1"/>
      <p:bldP spid="23" grpId="20" animBg="1"/>
      <p:bldP spid="23" grpId="21" animBg="1"/>
      <p:bldP spid="23" grpId="22" animBg="1"/>
      <p:bldP spid="23" grpId="23" animBg="1"/>
      <p:bldP spid="23" grpId="24" animBg="1"/>
      <p:bldP spid="23" grpId="25" animBg="1"/>
      <p:bldP spid="23" grpId="26" animBg="1"/>
      <p:bldP spid="23" grpId="27" animBg="1"/>
      <p:bldP spid="23" grpId="28" animBg="1"/>
      <p:bldP spid="23" grpId="29" animBg="1"/>
      <p:bldP spid="23" grpId="30" animBg="1"/>
      <p:bldP spid="23" grpId="31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6" grpId="0" animBg="1"/>
      <p:bldP spid="27" grpId="0" animBg="1"/>
      <p:bldP spid="28" grpId="0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0" grpId="12" animBg="1"/>
      <p:bldP spid="30" grpId="13" animBg="1"/>
      <p:bldP spid="30" grpId="14" animBg="1"/>
      <p:bldP spid="30" grpId="15" animBg="1"/>
      <p:bldP spid="30" grpId="16" animBg="1"/>
      <p:bldP spid="30" grpId="17" animBg="1"/>
      <p:bldP spid="30" grpId="18" animBg="1"/>
      <p:bldP spid="30" grpId="19" animBg="1"/>
      <p:bldP spid="30" grpId="20" animBg="1"/>
      <p:bldP spid="30" grpId="21" animBg="1"/>
      <p:bldP spid="30" grpId="22" animBg="1"/>
      <p:bldP spid="30" grpId="23" animBg="1"/>
      <p:bldP spid="30" grpId="24" animBg="1"/>
      <p:bldP spid="30" grpId="25" animBg="1"/>
      <p:bldP spid="30" grpId="26" animBg="1"/>
      <p:bldP spid="30" grpId="27" animBg="1"/>
      <p:bldP spid="30" grpId="28" animBg="1"/>
      <p:bldP spid="30" grpId="29" animBg="1"/>
      <p:bldP spid="30" grpId="30" animBg="1"/>
      <p:bldP spid="30" grpId="31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5" grpId="0" animBg="1"/>
      <p:bldP spid="36" grpId="0" animBg="1"/>
      <p:bldP spid="37" grpId="0" animBg="1"/>
      <p:bldP spid="38" grpId="0" animBg="1"/>
      <p:bldP spid="38" grpId="1" animBg="1"/>
      <p:bldP spid="38" grpId="2" animBg="1"/>
      <p:bldP spid="38" grpId="3" animBg="1"/>
      <p:bldP spid="38" grpId="4" animBg="1"/>
      <p:bldP spid="38" grpId="5" animBg="1"/>
      <p:bldP spid="38" grpId="6" animBg="1"/>
      <p:bldP spid="38" grpId="7" animBg="1"/>
      <p:bldP spid="38" grpId="8" animBg="1"/>
      <p:bldP spid="38" grpId="9" animBg="1"/>
      <p:bldP spid="38" grpId="10" animBg="1"/>
      <p:bldP spid="38" grpId="11" animBg="1"/>
      <p:bldP spid="38" grpId="12" animBg="1"/>
      <p:bldP spid="38" grpId="13" animBg="1"/>
      <p:bldP spid="38" grpId="14" animBg="1"/>
      <p:bldP spid="38" grpId="15" animBg="1"/>
      <p:bldP spid="38" grpId="16" animBg="1"/>
      <p:bldP spid="38" grpId="17" animBg="1"/>
      <p:bldP spid="38" grpId="18" animBg="1"/>
      <p:bldP spid="38" grpId="19" animBg="1"/>
      <p:bldP spid="38" grpId="20" animBg="1"/>
      <p:bldP spid="38" grpId="21" animBg="1"/>
      <p:bldP spid="38" grpId="22" animBg="1"/>
      <p:bldP spid="38" grpId="23" animBg="1"/>
      <p:bldP spid="38" grpId="24" animBg="1"/>
      <p:bldP spid="38" grpId="25" animBg="1"/>
      <p:bldP spid="38" grpId="26" animBg="1"/>
      <p:bldP spid="38" grpId="27" animBg="1"/>
      <p:bldP spid="38" grpId="28" animBg="1"/>
      <p:bldP spid="38" grpId="29" animBg="1"/>
      <p:bldP spid="38" grpId="30" animBg="1"/>
      <p:bldP spid="39" grpId="0" animBg="1"/>
      <p:bldP spid="39" grpId="1" animBg="1"/>
      <p:bldP spid="39" grpId="2" animBg="1"/>
      <p:bldP spid="39" grpId="3" animBg="1"/>
      <p:bldP spid="39" grpId="4" animBg="1"/>
      <p:bldP spid="39" grpId="5" animBg="1"/>
      <p:bldP spid="39" grpId="6" animBg="1"/>
      <p:bldP spid="39" grpId="7" animBg="1"/>
      <p:bldP spid="39" grpId="8" animBg="1"/>
      <p:bldP spid="39" grpId="9" animBg="1"/>
      <p:bldP spid="39" grpId="10" animBg="1"/>
      <p:bldP spid="39" grpId="11" animBg="1"/>
      <p:bldP spid="39" grpId="12" animBg="1"/>
      <p:bldP spid="39" grpId="13" animBg="1"/>
      <p:bldP spid="39" grpId="14" animBg="1"/>
      <p:bldP spid="39" grpId="15" animBg="1"/>
      <p:bldP spid="39" grpId="16" animBg="1"/>
      <p:bldP spid="39" grpId="17" animBg="1"/>
      <p:bldP spid="39" grpId="18" animBg="1"/>
      <p:bldP spid="39" grpId="19" animBg="1"/>
      <p:bldP spid="39" grpId="20" animBg="1"/>
      <p:bldP spid="39" grpId="21" animBg="1"/>
      <p:bldP spid="39" grpId="22" animBg="1"/>
      <p:bldP spid="39" grpId="23" animBg="1"/>
      <p:bldP spid="39" grpId="24" animBg="1"/>
      <p:bldP spid="39" grpId="25" animBg="1"/>
      <p:bldP spid="39" grpId="26" animBg="1"/>
      <p:bldP spid="39" grpId="27" animBg="1"/>
      <p:bldP spid="39" grpId="28" animBg="1"/>
      <p:bldP spid="39" grpId="29" animBg="1"/>
      <p:bldP spid="39" grpId="30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4" animBg="1"/>
      <p:bldP spid="40" grpId="15" animBg="1"/>
      <p:bldP spid="40" grpId="16" animBg="1"/>
      <p:bldP spid="40" grpId="17" animBg="1"/>
      <p:bldP spid="40" grpId="18" animBg="1"/>
      <p:bldP spid="40" grpId="19" animBg="1"/>
      <p:bldP spid="40" grpId="20" animBg="1"/>
      <p:bldP spid="40" grpId="21" animBg="1"/>
      <p:bldP spid="40" grpId="22" animBg="1"/>
      <p:bldP spid="40" grpId="23" animBg="1"/>
      <p:bldP spid="40" grpId="24" animBg="1"/>
      <p:bldP spid="40" grpId="25" animBg="1"/>
      <p:bldP spid="40" grpId="26" animBg="1"/>
      <p:bldP spid="40" grpId="27" animBg="1"/>
      <p:bldP spid="40" grpId="28" animBg="1"/>
      <p:bldP spid="40" grpId="29" animBg="1"/>
      <p:bldP spid="40" grpId="30" animBg="1"/>
      <p:bldP spid="41" grpId="0" animBg="1"/>
      <p:bldP spid="41" grpId="1" animBg="1"/>
      <p:bldP spid="41" grpId="2" animBg="1"/>
      <p:bldP spid="41" grpId="3" animBg="1"/>
      <p:bldP spid="41" grpId="4" animBg="1"/>
      <p:bldP spid="41" grpId="5" animBg="1"/>
      <p:bldP spid="41" grpId="6" animBg="1"/>
      <p:bldP spid="41" grpId="7" animBg="1"/>
      <p:bldP spid="41" grpId="8" animBg="1"/>
      <p:bldP spid="41" grpId="9" animBg="1"/>
      <p:bldP spid="41" grpId="10" animBg="1"/>
      <p:bldP spid="41" grpId="11" animBg="1"/>
      <p:bldP spid="41" grpId="12" animBg="1"/>
      <p:bldP spid="41" grpId="13" animBg="1"/>
      <p:bldP spid="41" grpId="14" animBg="1"/>
      <p:bldP spid="41" grpId="15" animBg="1"/>
      <p:bldP spid="41" grpId="16" animBg="1"/>
      <p:bldP spid="41" grpId="17" animBg="1"/>
      <p:bldP spid="41" grpId="18" animBg="1"/>
      <p:bldP spid="41" grpId="19" animBg="1"/>
      <p:bldP spid="41" grpId="20" animBg="1"/>
      <p:bldP spid="41" grpId="21" animBg="1"/>
      <p:bldP spid="41" grpId="22" animBg="1"/>
      <p:bldP spid="41" grpId="23" animBg="1"/>
      <p:bldP spid="41" grpId="24" animBg="1"/>
      <p:bldP spid="41" grpId="25" animBg="1"/>
      <p:bldP spid="41" grpId="26" animBg="1"/>
      <p:bldP spid="41" grpId="27" animBg="1"/>
      <p:bldP spid="41" grpId="28" animBg="1"/>
      <p:bldP spid="41" grpId="29" animBg="1"/>
      <p:bldP spid="41" grpId="30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2" grpId="6" animBg="1"/>
      <p:bldP spid="42" grpId="7" animBg="1"/>
      <p:bldP spid="42" grpId="8" animBg="1"/>
      <p:bldP spid="42" grpId="9" animBg="1"/>
      <p:bldP spid="42" grpId="10" animBg="1"/>
      <p:bldP spid="42" grpId="11" animBg="1"/>
      <p:bldP spid="42" grpId="12" animBg="1"/>
      <p:bldP spid="42" grpId="13" animBg="1"/>
      <p:bldP spid="42" grpId="14" animBg="1"/>
      <p:bldP spid="42" grpId="15" animBg="1"/>
      <p:bldP spid="42" grpId="16" animBg="1"/>
      <p:bldP spid="42" grpId="17" animBg="1"/>
      <p:bldP spid="42" grpId="18" animBg="1"/>
      <p:bldP spid="42" grpId="19" animBg="1"/>
      <p:bldP spid="42" grpId="20" animBg="1"/>
      <p:bldP spid="42" grpId="21" animBg="1"/>
      <p:bldP spid="42" grpId="22" animBg="1"/>
      <p:bldP spid="42" grpId="23" animBg="1"/>
      <p:bldP spid="42" grpId="24" animBg="1"/>
      <p:bldP spid="42" grpId="25" animBg="1"/>
      <p:bldP spid="42" grpId="26" animBg="1"/>
      <p:bldP spid="42" grpId="27" animBg="1"/>
      <p:bldP spid="42" grpId="28" animBg="1"/>
      <p:bldP spid="42" grpId="29" animBg="1"/>
      <p:bldP spid="42" grpId="3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A3A83-9CD1-4577-7C0A-AF7AA1E4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F35D827-562A-A9F5-935C-77177FB6F39B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維運與例外處理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990F15-9262-459D-1325-48D8604D8E9A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OPERATIONS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AA6BF0-F9D0-9736-2919-811707B125A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B5BAC43D-DF17-D6BF-B74C-9921EB6C1C5B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BC255CAE-A5C3-D2D9-7DEE-58383611F36C}"/>
              </a:ext>
            </a:extLst>
          </p:cNvPr>
          <p:cNvGrpSpPr/>
          <p:nvPr/>
        </p:nvGrpSpPr>
        <p:grpSpPr>
          <a:xfrm>
            <a:off x="758952" y="1790704"/>
            <a:ext cx="3285998" cy="4032000"/>
            <a:chOff x="758952" y="1790704"/>
            <a:chExt cx="3285998" cy="4032000"/>
          </a:xfrm>
        </p:grpSpPr>
        <p:sp useBgFill="1">
          <p:nvSpPr>
            <p:cNvPr id="34" name="Rectangle: Rounded Corners 21">
              <a:extLst>
                <a:ext uri="{FF2B5EF4-FFF2-40B4-BE49-F238E27FC236}">
                  <a16:creationId xmlns:a16="http://schemas.microsoft.com/office/drawing/2014/main" id="{DCE6472E-258F-65EA-E469-B3DF57005746}"/>
                </a:ext>
              </a:extLst>
            </p:cNvPr>
            <p:cNvSpPr/>
            <p:nvPr/>
          </p:nvSpPr>
          <p:spPr>
            <a:xfrm>
              <a:off x="758952" y="1790704"/>
              <a:ext cx="3285998" cy="4032000"/>
            </a:xfrm>
            <a:prstGeom prst="roundRect">
              <a:avLst>
                <a:gd name="adj" fmla="val 979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Graphic 18">
              <a:extLst>
                <a:ext uri="{FF2B5EF4-FFF2-40B4-BE49-F238E27FC236}">
                  <a16:creationId xmlns:a16="http://schemas.microsoft.com/office/drawing/2014/main" id="{5654A907-9ED3-600C-6BFD-C9C534C38F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3951" y="2007929"/>
              <a:ext cx="468000" cy="50968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46" name="線條 10">
              <a:extLst>
                <a:ext uri="{FF2B5EF4-FFF2-40B4-BE49-F238E27FC236}">
                  <a16:creationId xmlns:a16="http://schemas.microsoft.com/office/drawing/2014/main" id="{C0C2D724-CCEB-8C1B-D015-AD77461CF48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951" y="2714498"/>
              <a:ext cx="2736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48" name="文字 13">
              <a:extLst>
                <a:ext uri="{FF2B5EF4-FFF2-40B4-BE49-F238E27FC236}">
                  <a16:creationId xmlns:a16="http://schemas.microsoft.com/office/drawing/2014/main" id="{E20FDDBE-6700-11B7-324A-7AE138FEC84A}"/>
                </a:ext>
              </a:extLst>
            </p:cNvPr>
            <p:cNvSpPr txBox="1"/>
            <p:nvPr/>
          </p:nvSpPr>
          <p:spPr>
            <a:xfrm>
              <a:off x="1708150" y="1970161"/>
              <a:ext cx="161335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50" dirty="0">
                  <a:latin typeface="+mn-ea"/>
                </a:rPr>
                <a:t>裝置管理</a:t>
              </a:r>
            </a:p>
          </p:txBody>
        </p:sp>
        <p:sp>
          <p:nvSpPr>
            <p:cNvPr id="50" name="文字 14">
              <a:extLst>
                <a:ext uri="{FF2B5EF4-FFF2-40B4-BE49-F238E27FC236}">
                  <a16:creationId xmlns:a16="http://schemas.microsoft.com/office/drawing/2014/main" id="{8901D2DA-04BB-24D6-2D05-4C461E024BC8}"/>
                </a:ext>
              </a:extLst>
            </p:cNvPr>
            <p:cNvSpPr txBox="1"/>
            <p:nvPr/>
          </p:nvSpPr>
          <p:spPr>
            <a:xfrm>
              <a:off x="1033952" y="2774311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配對碼</a:t>
              </a:r>
            </a:p>
          </p:txBody>
        </p:sp>
        <p:sp>
          <p:nvSpPr>
            <p:cNvPr id="51" name="文字 14">
              <a:extLst>
                <a:ext uri="{FF2B5EF4-FFF2-40B4-BE49-F238E27FC236}">
                  <a16:creationId xmlns:a16="http://schemas.microsoft.com/office/drawing/2014/main" id="{4FA2AEF8-DB8E-8B91-6CC4-000F9FCC4EF5}"/>
                </a:ext>
              </a:extLst>
            </p:cNvPr>
            <p:cNvSpPr txBox="1"/>
            <p:nvPr/>
          </p:nvSpPr>
          <p:spPr>
            <a:xfrm>
              <a:off x="1033952" y="3162176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螢幕顯示，管理員後台輸入</a:t>
              </a:r>
            </a:p>
          </p:txBody>
        </p:sp>
        <p:sp>
          <p:nvSpPr>
            <p:cNvPr id="54" name="文字 14">
              <a:extLst>
                <a:ext uri="{FF2B5EF4-FFF2-40B4-BE49-F238E27FC236}">
                  <a16:creationId xmlns:a16="http://schemas.microsoft.com/office/drawing/2014/main" id="{8BF8E3E7-A9F1-5514-6CBA-D3E9C3F921B1}"/>
                </a:ext>
              </a:extLst>
            </p:cNvPr>
            <p:cNvSpPr txBox="1"/>
            <p:nvPr/>
          </p:nvSpPr>
          <p:spPr>
            <a:xfrm>
              <a:off x="1033952" y="3714724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遠端</a:t>
              </a:r>
            </a:p>
          </p:txBody>
        </p:sp>
        <p:sp>
          <p:nvSpPr>
            <p:cNvPr id="55" name="文字 14">
              <a:extLst>
                <a:ext uri="{FF2B5EF4-FFF2-40B4-BE49-F238E27FC236}">
                  <a16:creationId xmlns:a16="http://schemas.microsoft.com/office/drawing/2014/main" id="{9E5783A9-B01B-60E5-F5B3-6AD4E9DF6D00}"/>
                </a:ext>
              </a:extLst>
            </p:cNvPr>
            <p:cNvSpPr txBox="1"/>
            <p:nvPr/>
          </p:nvSpPr>
          <p:spPr>
            <a:xfrm>
              <a:off x="1033952" y="4102589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開櫃、調整螢幕亮度</a:t>
              </a:r>
            </a:p>
          </p:txBody>
        </p:sp>
        <p:sp>
          <p:nvSpPr>
            <p:cNvPr id="65" name="文字 14">
              <a:extLst>
                <a:ext uri="{FF2B5EF4-FFF2-40B4-BE49-F238E27FC236}">
                  <a16:creationId xmlns:a16="http://schemas.microsoft.com/office/drawing/2014/main" id="{6D3BB553-F6EB-01A6-EA0F-2B5947F1618D}"/>
                </a:ext>
              </a:extLst>
            </p:cNvPr>
            <p:cNvSpPr txBox="1"/>
            <p:nvPr/>
          </p:nvSpPr>
          <p:spPr>
            <a:xfrm>
              <a:off x="1033952" y="4655137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</a:t>
              </a:r>
              <a:r>
                <a:rPr lang="en-US" altLang="zh-TW" sz="11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zh-TW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年</a:t>
              </a:r>
            </a:p>
          </p:txBody>
        </p:sp>
        <p:sp>
          <p:nvSpPr>
            <p:cNvPr id="66" name="文字 14">
              <a:extLst>
                <a:ext uri="{FF2B5EF4-FFF2-40B4-BE49-F238E27FC236}">
                  <a16:creationId xmlns:a16="http://schemas.microsoft.com/office/drawing/2014/main" id="{B6BA11DD-6417-B0FB-9541-8E6981DB3E87}"/>
                </a:ext>
              </a:extLst>
            </p:cNvPr>
            <p:cNvSpPr txBox="1"/>
            <p:nvPr/>
          </p:nvSpPr>
          <p:spPr>
            <a:xfrm>
              <a:off x="1033952" y="5043002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開關門事件紀錄保存</a:t>
              </a:r>
            </a:p>
          </p:txBody>
        </p:sp>
        <p:pic>
          <p:nvPicPr>
            <p:cNvPr id="101" name="圖示 8">
              <a:extLst>
                <a:ext uri="{FF2B5EF4-FFF2-40B4-BE49-F238E27FC236}">
                  <a16:creationId xmlns:a16="http://schemas.microsoft.com/office/drawing/2014/main" id="{820FC7DC-6610-0D65-4A78-DD9C6FFB5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520" y="2120781"/>
              <a:ext cx="288000" cy="288000"/>
            </a:xfrm>
            <a:prstGeom prst="rect">
              <a:avLst/>
            </a:prstGeom>
          </p:spPr>
        </p:pic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7DF0D625-4BE9-598F-7FEB-FF88534F76AB}"/>
              </a:ext>
            </a:extLst>
          </p:cNvPr>
          <p:cNvGrpSpPr/>
          <p:nvPr/>
        </p:nvGrpSpPr>
        <p:grpSpPr>
          <a:xfrm>
            <a:off x="4451477" y="1790704"/>
            <a:ext cx="3285998" cy="4032000"/>
            <a:chOff x="4451477" y="1790704"/>
            <a:chExt cx="3285998" cy="4032000"/>
          </a:xfrm>
        </p:grpSpPr>
        <p:sp useBgFill="1">
          <p:nvSpPr>
            <p:cNvPr id="79" name="Rectangle: Rounded Corners 21">
              <a:extLst>
                <a:ext uri="{FF2B5EF4-FFF2-40B4-BE49-F238E27FC236}">
                  <a16:creationId xmlns:a16="http://schemas.microsoft.com/office/drawing/2014/main" id="{8A33A336-D64D-5720-4C26-B5D60BE3AC87}"/>
                </a:ext>
              </a:extLst>
            </p:cNvPr>
            <p:cNvSpPr/>
            <p:nvPr/>
          </p:nvSpPr>
          <p:spPr>
            <a:xfrm>
              <a:off x="4451477" y="1790704"/>
              <a:ext cx="3285998" cy="4032000"/>
            </a:xfrm>
            <a:prstGeom prst="roundRect">
              <a:avLst>
                <a:gd name="adj" fmla="val 979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Graphic 18">
              <a:extLst>
                <a:ext uri="{FF2B5EF4-FFF2-40B4-BE49-F238E27FC236}">
                  <a16:creationId xmlns:a16="http://schemas.microsoft.com/office/drawing/2014/main" id="{9EA971A3-3385-8A37-69FC-AFBD11C36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6476" y="2007929"/>
              <a:ext cx="468000" cy="50968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81" name="線條 10">
              <a:extLst>
                <a:ext uri="{FF2B5EF4-FFF2-40B4-BE49-F238E27FC236}">
                  <a16:creationId xmlns:a16="http://schemas.microsoft.com/office/drawing/2014/main" id="{DD38D412-5CCD-DE55-54D3-3CD23AB22ABF}"/>
                </a:ext>
              </a:extLst>
            </p:cNvPr>
            <p:cNvCxnSpPr>
              <a:cxnSpLocks/>
            </p:cNvCxnSpPr>
            <p:nvPr/>
          </p:nvCxnSpPr>
          <p:spPr>
            <a:xfrm>
              <a:off x="4726476" y="2714498"/>
              <a:ext cx="2736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82" name="文字 13">
              <a:extLst>
                <a:ext uri="{FF2B5EF4-FFF2-40B4-BE49-F238E27FC236}">
                  <a16:creationId xmlns:a16="http://schemas.microsoft.com/office/drawing/2014/main" id="{8B61CD5F-A726-F7D7-3462-2D0A8F927350}"/>
                </a:ext>
              </a:extLst>
            </p:cNvPr>
            <p:cNvSpPr txBox="1"/>
            <p:nvPr/>
          </p:nvSpPr>
          <p:spPr>
            <a:xfrm>
              <a:off x="5400675" y="1970161"/>
              <a:ext cx="161335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50" dirty="0">
                  <a:latin typeface="+mn-ea"/>
                </a:rPr>
                <a:t>異常處置</a:t>
              </a:r>
            </a:p>
          </p:txBody>
        </p:sp>
        <p:sp>
          <p:nvSpPr>
            <p:cNvPr id="83" name="文字 14">
              <a:extLst>
                <a:ext uri="{FF2B5EF4-FFF2-40B4-BE49-F238E27FC236}">
                  <a16:creationId xmlns:a16="http://schemas.microsoft.com/office/drawing/2014/main" id="{A8A593A4-17E4-4F30-833B-DD72C6287D49}"/>
                </a:ext>
              </a:extLst>
            </p:cNvPr>
            <p:cNvSpPr txBox="1"/>
            <p:nvPr/>
          </p:nvSpPr>
          <p:spPr>
            <a:xfrm>
              <a:off x="4726477" y="2774311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5</a:t>
              </a:r>
              <a:r>
                <a:rPr lang="en-US" altLang="zh-TW" sz="11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zh-TW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分鐘</a:t>
              </a:r>
            </a:p>
          </p:txBody>
        </p:sp>
        <p:sp>
          <p:nvSpPr>
            <p:cNvPr id="84" name="文字 14">
              <a:extLst>
                <a:ext uri="{FF2B5EF4-FFF2-40B4-BE49-F238E27FC236}">
                  <a16:creationId xmlns:a16="http://schemas.microsoft.com/office/drawing/2014/main" id="{AA12D14A-9E4B-E38B-0C6E-9150DFB9A9A4}"/>
                </a:ext>
              </a:extLst>
            </p:cNvPr>
            <p:cNvSpPr txBox="1"/>
            <p:nvPr/>
          </p:nvSpPr>
          <p:spPr>
            <a:xfrm>
              <a:off x="4726477" y="3162176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離線通知管理員</a:t>
              </a:r>
            </a:p>
          </p:txBody>
        </p:sp>
        <p:sp>
          <p:nvSpPr>
            <p:cNvPr id="85" name="文字 14">
              <a:extLst>
                <a:ext uri="{FF2B5EF4-FFF2-40B4-BE49-F238E27FC236}">
                  <a16:creationId xmlns:a16="http://schemas.microsoft.com/office/drawing/2014/main" id="{9B4BAEAE-F60F-6D5A-3ABE-BEA44466217F}"/>
                </a:ext>
              </a:extLst>
            </p:cNvPr>
            <p:cNvSpPr txBox="1"/>
            <p:nvPr/>
          </p:nvSpPr>
          <p:spPr>
            <a:xfrm>
              <a:off x="4726477" y="3714724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</a:t>
              </a:r>
              <a:r>
                <a:rPr lang="en-US" altLang="zh-TW" sz="11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zh-TW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分鐘</a:t>
              </a:r>
            </a:p>
          </p:txBody>
        </p:sp>
        <p:sp>
          <p:nvSpPr>
            <p:cNvPr id="86" name="文字 14">
              <a:extLst>
                <a:ext uri="{FF2B5EF4-FFF2-40B4-BE49-F238E27FC236}">
                  <a16:creationId xmlns:a16="http://schemas.microsoft.com/office/drawing/2014/main" id="{79B2DB93-A4C2-1263-780E-30F6B72A6CF9}"/>
                </a:ext>
              </a:extLst>
            </p:cNvPr>
            <p:cNvSpPr txBox="1"/>
            <p:nvPr/>
          </p:nvSpPr>
          <p:spPr>
            <a:xfrm>
              <a:off x="4726477" y="4102589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故障改為手動回報</a:t>
              </a:r>
            </a:p>
          </p:txBody>
        </p:sp>
        <p:sp>
          <p:nvSpPr>
            <p:cNvPr id="87" name="文字 14">
              <a:extLst>
                <a:ext uri="{FF2B5EF4-FFF2-40B4-BE49-F238E27FC236}">
                  <a16:creationId xmlns:a16="http://schemas.microsoft.com/office/drawing/2014/main" id="{B3314296-3CD2-BDED-6747-A31344B5415E}"/>
                </a:ext>
              </a:extLst>
            </p:cNvPr>
            <p:cNvSpPr txBox="1"/>
            <p:nvPr/>
          </p:nvSpPr>
          <p:spPr>
            <a:xfrm>
              <a:off x="4726477" y="4655137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ja-JP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確認</a:t>
              </a:r>
            </a:p>
          </p:txBody>
        </p:sp>
        <p:sp>
          <p:nvSpPr>
            <p:cNvPr id="88" name="文字 14">
              <a:extLst>
                <a:ext uri="{FF2B5EF4-FFF2-40B4-BE49-F238E27FC236}">
                  <a16:creationId xmlns:a16="http://schemas.microsoft.com/office/drawing/2014/main" id="{5CB879DF-234C-B090-B668-1466A850EAC5}"/>
                </a:ext>
              </a:extLst>
            </p:cNvPr>
            <p:cNvSpPr txBox="1"/>
            <p:nvPr/>
          </p:nvSpPr>
          <p:spPr>
            <a:xfrm>
              <a:off x="4726477" y="5043002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手動回報須管理員確認</a:t>
              </a:r>
            </a:p>
          </p:txBody>
        </p:sp>
        <p:pic>
          <p:nvPicPr>
            <p:cNvPr id="102" name="圖示 19">
              <a:extLst>
                <a:ext uri="{FF2B5EF4-FFF2-40B4-BE49-F238E27FC236}">
                  <a16:creationId xmlns:a16="http://schemas.microsoft.com/office/drawing/2014/main" id="{9FB7EFBA-2D08-3995-13C2-5344B7A24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6426" y="2120781"/>
              <a:ext cx="288000" cy="288000"/>
            </a:xfrm>
            <a:prstGeom prst="rect">
              <a:avLst/>
            </a:prstGeom>
          </p:spPr>
        </p:pic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4A05FA49-BADB-6F89-78B4-64922B4130A2}"/>
              </a:ext>
            </a:extLst>
          </p:cNvPr>
          <p:cNvGrpSpPr/>
          <p:nvPr/>
        </p:nvGrpSpPr>
        <p:grpSpPr>
          <a:xfrm>
            <a:off x="8144002" y="1790704"/>
            <a:ext cx="3285998" cy="4032000"/>
            <a:chOff x="8144002" y="1790704"/>
            <a:chExt cx="3285998" cy="4032000"/>
          </a:xfrm>
        </p:grpSpPr>
        <p:sp useBgFill="1">
          <p:nvSpPr>
            <p:cNvPr id="90" name="Rectangle: Rounded Corners 21">
              <a:extLst>
                <a:ext uri="{FF2B5EF4-FFF2-40B4-BE49-F238E27FC236}">
                  <a16:creationId xmlns:a16="http://schemas.microsoft.com/office/drawing/2014/main" id="{A2EFB2B0-9115-82F6-02ED-06AA90E644A0}"/>
                </a:ext>
              </a:extLst>
            </p:cNvPr>
            <p:cNvSpPr/>
            <p:nvPr/>
          </p:nvSpPr>
          <p:spPr>
            <a:xfrm>
              <a:off x="8144002" y="1790704"/>
              <a:ext cx="3285998" cy="4032000"/>
            </a:xfrm>
            <a:prstGeom prst="roundRect">
              <a:avLst>
                <a:gd name="adj" fmla="val 979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Graphic 18">
              <a:extLst>
                <a:ext uri="{FF2B5EF4-FFF2-40B4-BE49-F238E27FC236}">
                  <a16:creationId xmlns:a16="http://schemas.microsoft.com/office/drawing/2014/main" id="{3032CE86-2F98-5498-CB32-14559D81DE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19001" y="2007929"/>
              <a:ext cx="468000" cy="50968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92" name="線條 10">
              <a:extLst>
                <a:ext uri="{FF2B5EF4-FFF2-40B4-BE49-F238E27FC236}">
                  <a16:creationId xmlns:a16="http://schemas.microsoft.com/office/drawing/2014/main" id="{CF9ED0AB-63F4-54F5-1D10-CC5DC3D2A79B}"/>
                </a:ext>
              </a:extLst>
            </p:cNvPr>
            <p:cNvCxnSpPr>
              <a:cxnSpLocks/>
            </p:cNvCxnSpPr>
            <p:nvPr/>
          </p:nvCxnSpPr>
          <p:spPr>
            <a:xfrm>
              <a:off x="8419001" y="2714498"/>
              <a:ext cx="2736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93" name="文字 13">
              <a:extLst>
                <a:ext uri="{FF2B5EF4-FFF2-40B4-BE49-F238E27FC236}">
                  <a16:creationId xmlns:a16="http://schemas.microsoft.com/office/drawing/2014/main" id="{003F4C75-2B58-707A-5F2C-48363354ACDB}"/>
                </a:ext>
              </a:extLst>
            </p:cNvPr>
            <p:cNvSpPr txBox="1"/>
            <p:nvPr/>
          </p:nvSpPr>
          <p:spPr>
            <a:xfrm>
              <a:off x="9093200" y="1970161"/>
              <a:ext cx="161335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50" dirty="0">
                  <a:latin typeface="+mn-ea"/>
                </a:rPr>
                <a:t>逾期處理</a:t>
              </a:r>
            </a:p>
          </p:txBody>
        </p:sp>
        <p:sp>
          <p:nvSpPr>
            <p:cNvPr id="94" name="文字 14">
              <a:extLst>
                <a:ext uri="{FF2B5EF4-FFF2-40B4-BE49-F238E27FC236}">
                  <a16:creationId xmlns:a16="http://schemas.microsoft.com/office/drawing/2014/main" id="{B3B7D091-387D-0722-B5C2-74CBEEF90123}"/>
                </a:ext>
              </a:extLst>
            </p:cNvPr>
            <p:cNvSpPr txBox="1"/>
            <p:nvPr/>
          </p:nvSpPr>
          <p:spPr>
            <a:xfrm>
              <a:off x="8419002" y="2774311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7</a:t>
              </a:r>
              <a:r>
                <a:rPr lang="en-US" altLang="zh-TW" sz="11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zh-TW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天</a:t>
              </a:r>
            </a:p>
          </p:txBody>
        </p:sp>
        <p:sp>
          <p:nvSpPr>
            <p:cNvPr id="95" name="文字 14">
              <a:extLst>
                <a:ext uri="{FF2B5EF4-FFF2-40B4-BE49-F238E27FC236}">
                  <a16:creationId xmlns:a16="http://schemas.microsoft.com/office/drawing/2014/main" id="{1F0324E8-0712-8765-A72C-9BD52923E10C}"/>
                </a:ext>
              </a:extLst>
            </p:cNvPr>
            <p:cNvSpPr txBox="1"/>
            <p:nvPr/>
          </p:nvSpPr>
          <p:spPr>
            <a:xfrm>
              <a:off x="8419002" y="3162176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未存書或未取書，取消退款</a:t>
              </a:r>
            </a:p>
          </p:txBody>
        </p:sp>
        <p:sp>
          <p:nvSpPr>
            <p:cNvPr id="96" name="文字 14">
              <a:extLst>
                <a:ext uri="{FF2B5EF4-FFF2-40B4-BE49-F238E27FC236}">
                  <a16:creationId xmlns:a16="http://schemas.microsoft.com/office/drawing/2014/main" id="{4E420799-CCE9-E279-A457-040F623FA9A4}"/>
                </a:ext>
              </a:extLst>
            </p:cNvPr>
            <p:cNvSpPr txBox="1"/>
            <p:nvPr/>
          </p:nvSpPr>
          <p:spPr>
            <a:xfrm>
              <a:off x="8419002" y="3714724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14</a:t>
              </a:r>
              <a:r>
                <a:rPr lang="en-US" altLang="zh-TW" sz="11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zh-TW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天</a:t>
              </a:r>
            </a:p>
          </p:txBody>
        </p:sp>
        <p:sp>
          <p:nvSpPr>
            <p:cNvPr id="97" name="文字 14">
              <a:extLst>
                <a:ext uri="{FF2B5EF4-FFF2-40B4-BE49-F238E27FC236}">
                  <a16:creationId xmlns:a16="http://schemas.microsoft.com/office/drawing/2014/main" id="{2C15464C-9C74-299D-7457-2C5DDA5EA85E}"/>
                </a:ext>
              </a:extLst>
            </p:cNvPr>
            <p:cNvSpPr txBox="1"/>
            <p:nvPr/>
          </p:nvSpPr>
          <p:spPr>
            <a:xfrm>
              <a:off x="8419002" y="4102589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先行存書由平台取出</a:t>
              </a:r>
            </a:p>
          </p:txBody>
        </p:sp>
        <p:sp>
          <p:nvSpPr>
            <p:cNvPr id="98" name="文字 14">
              <a:extLst>
                <a:ext uri="{FF2B5EF4-FFF2-40B4-BE49-F238E27FC236}">
                  <a16:creationId xmlns:a16="http://schemas.microsoft.com/office/drawing/2014/main" id="{781D5198-1324-E3F4-3035-C52B165675DF}"/>
                </a:ext>
              </a:extLst>
            </p:cNvPr>
            <p:cNvSpPr txBox="1"/>
            <p:nvPr/>
          </p:nvSpPr>
          <p:spPr>
            <a:xfrm>
              <a:off x="8419002" y="4655137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ja-JP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30</a:t>
              </a:r>
              <a:r>
                <a:rPr lang="en-US" altLang="ja-JP" sz="11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ja-JP" altLang="en-US" sz="22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天</a:t>
              </a:r>
            </a:p>
          </p:txBody>
        </p:sp>
        <p:sp>
          <p:nvSpPr>
            <p:cNvPr id="99" name="文字 14">
              <a:extLst>
                <a:ext uri="{FF2B5EF4-FFF2-40B4-BE49-F238E27FC236}">
                  <a16:creationId xmlns:a16="http://schemas.microsoft.com/office/drawing/2014/main" id="{D79C49AE-A326-1941-FD72-FFC961BE58ED}"/>
                </a:ext>
              </a:extLst>
            </p:cNvPr>
            <p:cNvSpPr txBox="1"/>
            <p:nvPr/>
          </p:nvSpPr>
          <p:spPr>
            <a:xfrm>
              <a:off x="8419002" y="5043002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平台保管期限</a:t>
              </a:r>
            </a:p>
          </p:txBody>
        </p:sp>
        <p:pic>
          <p:nvPicPr>
            <p:cNvPr id="103" name="圖示 30">
              <a:extLst>
                <a:ext uri="{FF2B5EF4-FFF2-40B4-BE49-F238E27FC236}">
                  <a16:creationId xmlns:a16="http://schemas.microsoft.com/office/drawing/2014/main" id="{89F9C29A-F06D-DFC4-AD79-ABD008988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09332" y="2120781"/>
              <a:ext cx="288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4797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8FC00-DD58-29BB-C574-186CCA02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47BA81B4-6960-0DCA-AC01-7F0EDF99E76F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05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7EB43AA-C85D-013F-FA54-F58611175C6B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成果與未來展望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3C6DDD6-A94D-8A2F-5D27-C64DDC4BC29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江芸萱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530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07384 L 2.5E-6 -4.0740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8CF16-8DE6-468B-ED9D-AB5CAEDDA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E35960A6-D56B-343C-4B03-D2B3F3824AB5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成果總結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CE311B-620E-2D95-FD45-FD7AFAD3AE25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RESULTS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7C19F99-50D6-196F-F722-C28FEFC7C26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3B6801FB-3BB7-2FFD-CABA-35159B108183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25" name="Shape 2">
            <a:extLst>
              <a:ext uri="{FF2B5EF4-FFF2-40B4-BE49-F238E27FC236}">
                <a16:creationId xmlns:a16="http://schemas.microsoft.com/office/drawing/2014/main" id="{DB7CF383-811D-8930-DF7D-8D4C7ABBCD9D}"/>
              </a:ext>
            </a:extLst>
          </p:cNvPr>
          <p:cNvSpPr/>
          <p:nvPr/>
        </p:nvSpPr>
        <p:spPr>
          <a:xfrm>
            <a:off x="758952" y="1343254"/>
            <a:ext cx="10671048" cy="0"/>
          </a:xfrm>
          <a:prstGeom prst="line">
            <a:avLst/>
          </a:prstGeom>
          <a:noFill/>
          <a:ln w="9525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ADD3B4F5-308C-E566-1D94-E9C64D8F44A4}"/>
              </a:ext>
            </a:extLst>
          </p:cNvPr>
          <p:cNvGrpSpPr/>
          <p:nvPr/>
        </p:nvGrpSpPr>
        <p:grpSpPr>
          <a:xfrm>
            <a:off x="548456" y="1750842"/>
            <a:ext cx="3557016" cy="1773936"/>
            <a:chOff x="758952" y="1691640"/>
            <a:chExt cx="3557016" cy="1773936"/>
          </a:xfrm>
        </p:grpSpPr>
        <p:sp>
          <p:nvSpPr>
            <p:cNvPr id="27" name="Text 3">
              <a:extLst>
                <a:ext uri="{FF2B5EF4-FFF2-40B4-BE49-F238E27FC236}">
                  <a16:creationId xmlns:a16="http://schemas.microsoft.com/office/drawing/2014/main" id="{0CE32C31-3FBA-B06A-FEAF-D8AAC4A10729}"/>
                </a:ext>
              </a:extLst>
            </p:cNvPr>
            <p:cNvSpPr txBox="1"/>
            <p:nvPr/>
          </p:nvSpPr>
          <p:spPr>
            <a:xfrm>
              <a:off x="758952" y="169164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indent="0" algn="ctr">
                <a:buNone/>
              </a:pPr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301</a:t>
              </a:r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4425A010-9645-37C2-41FB-36CA9EAADD34}"/>
                </a:ext>
              </a:extLst>
            </p:cNvPr>
            <p:cNvSpPr txBox="1"/>
            <p:nvPr/>
          </p:nvSpPr>
          <p:spPr>
            <a:xfrm>
              <a:off x="758952" y="274320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API</a:t>
              </a:r>
              <a:r>
                <a:rPr lang="en-US" sz="800" b="1" spc="100" dirty="0">
                  <a:solidFill>
                    <a:srgbClr val="1F2A30"/>
                  </a:solidFill>
                  <a:cs typeface="Manrope" pitchFamily="34" charset="-120"/>
                </a:rPr>
                <a:t> </a:t>
              </a: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端點</a:t>
              </a:r>
              <a:endParaRPr lang="en-US" sz="2200" b="1" spc="100" dirty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315BF7C0-2F61-1AAE-1267-2FC3ED8497D5}"/>
                </a:ext>
              </a:extLst>
            </p:cNvPr>
            <p:cNvSpPr txBox="1"/>
            <p:nvPr/>
          </p:nvSpPr>
          <p:spPr>
            <a:xfrm>
              <a:off x="758952" y="315468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727D81"/>
                  </a:solidFill>
                  <a:cs typeface="Manrope" pitchFamily="34" charset="-120"/>
                </a:rPr>
                <a:t>RESTful API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862F984B-F89E-1244-4076-2E530B5F660E}"/>
              </a:ext>
            </a:extLst>
          </p:cNvPr>
          <p:cNvGrpSpPr/>
          <p:nvPr/>
        </p:nvGrpSpPr>
        <p:grpSpPr>
          <a:xfrm>
            <a:off x="4315968" y="1750842"/>
            <a:ext cx="3557016" cy="1773936"/>
            <a:chOff x="4315968" y="1691640"/>
            <a:chExt cx="3557016" cy="1773936"/>
          </a:xfrm>
        </p:grpSpPr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55086A97-671E-C451-534E-D0C894EC658D}"/>
                </a:ext>
              </a:extLst>
            </p:cNvPr>
            <p:cNvSpPr txBox="1"/>
            <p:nvPr/>
          </p:nvSpPr>
          <p:spPr>
            <a:xfrm>
              <a:off x="4315968" y="169164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1,558</a:t>
              </a:r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F39C220C-BEC0-2015-320A-B6ED9AAF455B}"/>
                </a:ext>
              </a:extLst>
            </p:cNvPr>
            <p:cNvSpPr txBox="1"/>
            <p:nvPr/>
          </p:nvSpPr>
          <p:spPr>
            <a:xfrm>
              <a:off x="4315968" y="274320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後端測試</a:t>
              </a:r>
              <a:endParaRPr lang="en-US" sz="2200" b="1" spc="100" dirty="0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8E8F21E3-184F-D990-00AD-38F72D232076}"/>
                </a:ext>
              </a:extLst>
            </p:cNvPr>
            <p:cNvSpPr txBox="1"/>
            <p:nvPr/>
          </p:nvSpPr>
          <p:spPr>
            <a:xfrm>
              <a:off x="4315968" y="315468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 err="1">
                  <a:solidFill>
                    <a:srgbClr val="727D81"/>
                  </a:solidFill>
                  <a:cs typeface="Manrope" pitchFamily="34" charset="-120"/>
                </a:rPr>
                <a:t>全數通過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F5FA9570-1661-D1B5-A6A8-BAFBEFBC1743}"/>
              </a:ext>
            </a:extLst>
          </p:cNvPr>
          <p:cNvGrpSpPr/>
          <p:nvPr/>
        </p:nvGrpSpPr>
        <p:grpSpPr>
          <a:xfrm>
            <a:off x="8083480" y="1750842"/>
            <a:ext cx="3557016" cy="1773936"/>
            <a:chOff x="7872984" y="1691640"/>
            <a:chExt cx="3557016" cy="1773936"/>
          </a:xfrm>
        </p:grpSpPr>
        <p:sp>
          <p:nvSpPr>
            <p:cNvPr id="39" name="Text 9">
              <a:extLst>
                <a:ext uri="{FF2B5EF4-FFF2-40B4-BE49-F238E27FC236}">
                  <a16:creationId xmlns:a16="http://schemas.microsoft.com/office/drawing/2014/main" id="{8A711A6C-C43B-C9C3-F18D-881447321B85}"/>
                </a:ext>
              </a:extLst>
            </p:cNvPr>
            <p:cNvSpPr txBox="1"/>
            <p:nvPr/>
          </p:nvSpPr>
          <p:spPr>
            <a:xfrm>
              <a:off x="7872984" y="169164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2,571</a:t>
              </a:r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94D43965-B7C6-27A8-A3FF-5893B41E4096}"/>
                </a:ext>
              </a:extLst>
            </p:cNvPr>
            <p:cNvSpPr txBox="1"/>
            <p:nvPr/>
          </p:nvSpPr>
          <p:spPr>
            <a:xfrm>
              <a:off x="7872984" y="274320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App</a:t>
              </a:r>
              <a:r>
                <a:rPr lang="en-US" sz="800" b="1" spc="100" dirty="0">
                  <a:solidFill>
                    <a:srgbClr val="1F2A30"/>
                  </a:solidFill>
                  <a:cs typeface="Manrope" pitchFamily="34" charset="-120"/>
                </a:rPr>
                <a:t> </a:t>
              </a: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測試</a:t>
              </a:r>
              <a:endParaRPr lang="en-US" sz="2200" b="1" spc="100" dirty="0"/>
            </a:p>
          </p:txBody>
        </p:sp>
        <p:sp>
          <p:nvSpPr>
            <p:cNvPr id="43" name="Text 11">
              <a:extLst>
                <a:ext uri="{FF2B5EF4-FFF2-40B4-BE49-F238E27FC236}">
                  <a16:creationId xmlns:a16="http://schemas.microsoft.com/office/drawing/2014/main" id="{5CCF4D5C-38EB-0F7C-AF0B-6E5108DD735E}"/>
                </a:ext>
              </a:extLst>
            </p:cNvPr>
            <p:cNvSpPr txBox="1"/>
            <p:nvPr/>
          </p:nvSpPr>
          <p:spPr>
            <a:xfrm>
              <a:off x="7872984" y="315468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727D81"/>
                  </a:solidFill>
                  <a:cs typeface="Manrope" pitchFamily="34" charset="-120"/>
                </a:rPr>
                <a:t>全數通過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F3A8AEE4-DDF7-B776-6095-1603ADF4680E}"/>
              </a:ext>
            </a:extLst>
          </p:cNvPr>
          <p:cNvGrpSpPr/>
          <p:nvPr/>
        </p:nvGrpSpPr>
        <p:grpSpPr>
          <a:xfrm>
            <a:off x="2432212" y="3853962"/>
            <a:ext cx="3557016" cy="1773936"/>
            <a:chOff x="2537460" y="3794760"/>
            <a:chExt cx="3557016" cy="1773936"/>
          </a:xfrm>
        </p:grpSpPr>
        <p:sp>
          <p:nvSpPr>
            <p:cNvPr id="45" name="Text 12">
              <a:extLst>
                <a:ext uri="{FF2B5EF4-FFF2-40B4-BE49-F238E27FC236}">
                  <a16:creationId xmlns:a16="http://schemas.microsoft.com/office/drawing/2014/main" id="{AB852297-2377-1A84-E2F3-F6C78E48ABED}"/>
                </a:ext>
              </a:extLst>
            </p:cNvPr>
            <p:cNvSpPr txBox="1"/>
            <p:nvPr/>
          </p:nvSpPr>
          <p:spPr>
            <a:xfrm>
              <a:off x="2537460" y="379476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7</a:t>
              </a:r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38C600AE-8B1D-D4FC-A329-034F823020EF}"/>
                </a:ext>
              </a:extLst>
            </p:cNvPr>
            <p:cNvSpPr txBox="1"/>
            <p:nvPr/>
          </p:nvSpPr>
          <p:spPr>
            <a:xfrm>
              <a:off x="2537460" y="484632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項</a:t>
              </a:r>
              <a:r>
                <a:rPr lang="en-US" sz="800" b="1" spc="100" dirty="0">
                  <a:solidFill>
                    <a:srgbClr val="1F2A30"/>
                  </a:solidFill>
                  <a:cs typeface="Manrope" pitchFamily="34" charset="-120"/>
                </a:rPr>
                <a:t> </a:t>
              </a: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AI</a:t>
              </a:r>
              <a:r>
                <a:rPr lang="en-US" sz="800" b="1" spc="100" dirty="0">
                  <a:solidFill>
                    <a:srgbClr val="1F2A30"/>
                  </a:solidFill>
                  <a:cs typeface="Manrope" pitchFamily="34" charset="-120"/>
                </a:rPr>
                <a:t> </a:t>
              </a: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服務</a:t>
              </a:r>
              <a:endParaRPr lang="en-US" sz="2200" b="1" spc="100" dirty="0"/>
            </a:p>
          </p:txBody>
        </p: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DB1689F9-7CE9-CCE8-1FF3-7D53CE7ED1C9}"/>
                </a:ext>
              </a:extLst>
            </p:cNvPr>
            <p:cNvSpPr txBox="1"/>
            <p:nvPr/>
          </p:nvSpPr>
          <p:spPr>
            <a:xfrm>
              <a:off x="2537460" y="525780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727D81"/>
                  </a:solidFill>
                  <a:cs typeface="Manrope" pitchFamily="34" charset="-120"/>
                </a:rPr>
                <a:t>上架到售後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8E27F30B-4EDB-A661-65A8-3DAAAAFEC074}"/>
              </a:ext>
            </a:extLst>
          </p:cNvPr>
          <p:cNvGrpSpPr/>
          <p:nvPr/>
        </p:nvGrpSpPr>
        <p:grpSpPr>
          <a:xfrm>
            <a:off x="6199724" y="3853962"/>
            <a:ext cx="3557016" cy="1773936"/>
            <a:chOff x="6094476" y="3794760"/>
            <a:chExt cx="3557016" cy="1773936"/>
          </a:xfrm>
        </p:grpSpPr>
        <p:sp>
          <p:nvSpPr>
            <p:cNvPr id="51" name="Text 15">
              <a:extLst>
                <a:ext uri="{FF2B5EF4-FFF2-40B4-BE49-F238E27FC236}">
                  <a16:creationId xmlns:a16="http://schemas.microsoft.com/office/drawing/2014/main" id="{186F1017-B9CB-A088-A6DD-4342C2ED928C}"/>
                </a:ext>
              </a:extLst>
            </p:cNvPr>
            <p:cNvSpPr txBox="1"/>
            <p:nvPr/>
          </p:nvSpPr>
          <p:spPr>
            <a:xfrm>
              <a:off x="6094476" y="3794760"/>
              <a:ext cx="3557016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algn="ctr"/>
              <a:r>
                <a:rPr lang="en-US" sz="6000" b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75000">
                        <a:schemeClr val="accent1"/>
                      </a:gs>
                    </a:gsLst>
                    <a:path path="circle">
                      <a:fillToRect l="100000" t="100000"/>
                    </a:path>
                  </a:gradFill>
                  <a:latin typeface="+mj-lt"/>
                </a:rPr>
                <a:t>3</a:t>
              </a:r>
            </a:p>
          </p:txBody>
        </p:sp>
        <p:sp>
          <p:nvSpPr>
            <p:cNvPr id="53" name="Text 16">
              <a:extLst>
                <a:ext uri="{FF2B5EF4-FFF2-40B4-BE49-F238E27FC236}">
                  <a16:creationId xmlns:a16="http://schemas.microsoft.com/office/drawing/2014/main" id="{19113FD1-9921-754A-6F67-34D14B99935A}"/>
                </a:ext>
              </a:extLst>
            </p:cNvPr>
            <p:cNvSpPr txBox="1"/>
            <p:nvPr/>
          </p:nvSpPr>
          <p:spPr>
            <a:xfrm>
              <a:off x="6094476" y="4846320"/>
              <a:ext cx="3557016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200" b="1" spc="100" dirty="0">
                  <a:solidFill>
                    <a:srgbClr val="1F2A30"/>
                  </a:solidFill>
                  <a:cs typeface="Manrope" pitchFamily="34" charset="-120"/>
                </a:rPr>
                <a:t>種裝置</a:t>
              </a:r>
              <a:endParaRPr lang="en-US" sz="2200" b="1" spc="100" dirty="0"/>
            </a:p>
          </p:txBody>
        </p:sp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0FFC85DC-2ABE-6601-CC53-D6A7A4BF09DC}"/>
                </a:ext>
              </a:extLst>
            </p:cNvPr>
            <p:cNvSpPr txBox="1"/>
            <p:nvPr/>
          </p:nvSpPr>
          <p:spPr>
            <a:xfrm>
              <a:off x="6094476" y="5257800"/>
              <a:ext cx="355701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727D81"/>
                  </a:solidFill>
                  <a:cs typeface="Manrope" pitchFamily="34" charset="-120"/>
                </a:rPr>
                <a:t>iPhone・iPad・Android</a:t>
              </a:r>
              <a:endParaRPr lang="en-US" sz="1600" dirty="0">
                <a:solidFill>
                  <a:srgbClr val="727D8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94806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24" dur="750" spd="-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29" dur="750" spd="-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D7825-A69F-8DA8-97E0-2484C00A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73D23989-F01E-F8D2-D394-C1A0C0251A99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未來展望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4699710-D8DC-6D02-612A-0DA0B2C28A9B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FUTURE OUTLOOK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87229B9-3EFA-252C-8B7B-017747B7D6D1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26387E00-2989-38B2-FA32-201D4B4A0783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sp>
        <p:nvSpPr>
          <p:cNvPr id="25" name="Shape 2">
            <a:extLst>
              <a:ext uri="{FF2B5EF4-FFF2-40B4-BE49-F238E27FC236}">
                <a16:creationId xmlns:a16="http://schemas.microsoft.com/office/drawing/2014/main" id="{404A15A4-3310-1A5E-1BB5-A9921109A52A}"/>
              </a:ext>
            </a:extLst>
          </p:cNvPr>
          <p:cNvSpPr/>
          <p:nvPr/>
        </p:nvSpPr>
        <p:spPr>
          <a:xfrm>
            <a:off x="758952" y="1343254"/>
            <a:ext cx="10671048" cy="0"/>
          </a:xfrm>
          <a:prstGeom prst="line">
            <a:avLst/>
          </a:prstGeom>
          <a:noFill/>
          <a:ln w="9525">
            <a:solidFill>
              <a:srgbClr val="D5DE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D32A7FB0-EC9C-98E5-D0B6-1F21A9A15FA4}"/>
              </a:ext>
            </a:extLst>
          </p:cNvPr>
          <p:cNvGrpSpPr/>
          <p:nvPr/>
        </p:nvGrpSpPr>
        <p:grpSpPr>
          <a:xfrm>
            <a:off x="6808925" y="3990518"/>
            <a:ext cx="2106257" cy="1115721"/>
            <a:chOff x="7521106" y="3389304"/>
            <a:chExt cx="2106257" cy="1115721"/>
          </a:xfrm>
        </p:grpSpPr>
        <p:sp>
          <p:nvSpPr>
            <p:cNvPr id="4" name="TextBox 55">
              <a:extLst>
                <a:ext uri="{FF2B5EF4-FFF2-40B4-BE49-F238E27FC236}">
                  <a16:creationId xmlns:a16="http://schemas.microsoft.com/office/drawing/2014/main" id="{31A8BC6A-CD5F-7E3B-429F-4AF8F2AF7319}"/>
                </a:ext>
              </a:extLst>
            </p:cNvPr>
            <p:cNvSpPr txBox="1"/>
            <p:nvPr/>
          </p:nvSpPr>
          <p:spPr>
            <a:xfrm>
              <a:off x="7521106" y="3389304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ja-JP" altLang="en-US" sz="2000" b="1" spc="50" dirty="0">
                  <a:solidFill>
                    <a:schemeClr val="accent6"/>
                  </a:solidFill>
                </a:rPr>
                <a:t>場域擴充</a:t>
              </a:r>
            </a:p>
          </p:txBody>
        </p:sp>
        <p:sp>
          <p:nvSpPr>
            <p:cNvPr id="5" name="TextBox 56">
              <a:extLst>
                <a:ext uri="{FF2B5EF4-FFF2-40B4-BE49-F238E27FC236}">
                  <a16:creationId xmlns:a16="http://schemas.microsoft.com/office/drawing/2014/main" id="{E829EE61-A5E0-E909-4182-1B92EE130506}"/>
                </a:ext>
              </a:extLst>
            </p:cNvPr>
            <p:cNvSpPr txBox="1"/>
            <p:nvPr/>
          </p:nvSpPr>
          <p:spPr>
            <a:xfrm>
              <a:off x="7533555" y="3799575"/>
              <a:ext cx="2093808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dirty="0">
                  <a:solidFill>
                    <a:schemeClr val="tx2"/>
                  </a:solidFill>
                </a:rPr>
                <a:t>拓展至更多校園</a:t>
              </a:r>
              <a:br>
                <a:rPr lang="zh-TW" altLang="en-US" sz="1600" dirty="0">
                  <a:solidFill>
                    <a:schemeClr val="tx2"/>
                  </a:solidFill>
                </a:rPr>
              </a:br>
              <a:r>
                <a:rPr lang="zh-TW" altLang="en-US" sz="1600" dirty="0">
                  <a:solidFill>
                    <a:schemeClr val="tx2"/>
                  </a:solidFill>
                </a:rPr>
                <a:t>與公共場域</a:t>
              </a:r>
            </a:p>
          </p:txBody>
        </p:sp>
      </p:grp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B81A8B92-A2DF-930B-80CC-DE5EAA843511}"/>
              </a:ext>
            </a:extLst>
          </p:cNvPr>
          <p:cNvSpPr/>
          <p:nvPr/>
        </p:nvSpPr>
        <p:spPr>
          <a:xfrm>
            <a:off x="0" y="2312307"/>
            <a:ext cx="12431950" cy="2538971"/>
          </a:xfrm>
          <a:custGeom>
            <a:avLst/>
            <a:gdLst>
              <a:gd name="csX0" fmla="*/ 0 w 12363856"/>
              <a:gd name="csY0" fmla="*/ 2049041 h 2410566"/>
              <a:gd name="csX1" fmla="*/ 2548647 w 12363856"/>
              <a:gd name="csY1" fmla="*/ 2408965 h 2410566"/>
              <a:gd name="csX2" fmla="*/ 6196519 w 12363856"/>
              <a:gd name="csY2" fmla="*/ 1922582 h 2410566"/>
              <a:gd name="csX3" fmla="*/ 9153728 w 12363856"/>
              <a:gd name="csY3" fmla="*/ 84054 h 2410566"/>
              <a:gd name="csX4" fmla="*/ 11128443 w 12363856"/>
              <a:gd name="csY4" fmla="*/ 298062 h 2410566"/>
              <a:gd name="csX5" fmla="*/ 12363856 w 12363856"/>
              <a:gd name="csY5" fmla="*/ 181331 h 2410566"/>
              <a:gd name="csX0" fmla="*/ 0 w 12363856"/>
              <a:gd name="csY0" fmla="*/ 2049041 h 2409709"/>
              <a:gd name="csX1" fmla="*/ 2548647 w 12363856"/>
              <a:gd name="csY1" fmla="*/ 2408965 h 2409709"/>
              <a:gd name="csX2" fmla="*/ 6196519 w 12363856"/>
              <a:gd name="csY2" fmla="*/ 1922582 h 2409709"/>
              <a:gd name="csX3" fmla="*/ 9153728 w 12363856"/>
              <a:gd name="csY3" fmla="*/ 84054 h 2409709"/>
              <a:gd name="csX4" fmla="*/ 11128443 w 12363856"/>
              <a:gd name="csY4" fmla="*/ 298062 h 2409709"/>
              <a:gd name="csX5" fmla="*/ 12363856 w 12363856"/>
              <a:gd name="csY5" fmla="*/ 181331 h 2409709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84009"/>
              <a:gd name="csX1" fmla="*/ 2548647 w 12363856"/>
              <a:gd name="csY1" fmla="*/ 2408965 h 2584009"/>
              <a:gd name="csX2" fmla="*/ 6196519 w 12363856"/>
              <a:gd name="csY2" fmla="*/ 1922582 h 2584009"/>
              <a:gd name="csX3" fmla="*/ 9153728 w 12363856"/>
              <a:gd name="csY3" fmla="*/ 84054 h 2584009"/>
              <a:gd name="csX4" fmla="*/ 11128443 w 12363856"/>
              <a:gd name="csY4" fmla="*/ 298062 h 2584009"/>
              <a:gd name="csX5" fmla="*/ 12363856 w 12363856"/>
              <a:gd name="csY5" fmla="*/ 181331 h 2584009"/>
              <a:gd name="csX0" fmla="*/ 0 w 12363856"/>
              <a:gd name="csY0" fmla="*/ 2049041 h 2609762"/>
              <a:gd name="csX1" fmla="*/ 2548647 w 12363856"/>
              <a:gd name="csY1" fmla="*/ 2408965 h 2609762"/>
              <a:gd name="csX2" fmla="*/ 6196519 w 12363856"/>
              <a:gd name="csY2" fmla="*/ 1922582 h 2609762"/>
              <a:gd name="csX3" fmla="*/ 9153728 w 12363856"/>
              <a:gd name="csY3" fmla="*/ 84054 h 2609762"/>
              <a:gd name="csX4" fmla="*/ 11128443 w 12363856"/>
              <a:gd name="csY4" fmla="*/ 298062 h 2609762"/>
              <a:gd name="csX5" fmla="*/ 12363856 w 12363856"/>
              <a:gd name="csY5" fmla="*/ 181331 h 2609762"/>
              <a:gd name="csX0" fmla="*/ 0 w 12363856"/>
              <a:gd name="csY0" fmla="*/ 2109620 h 2670341"/>
              <a:gd name="csX1" fmla="*/ 2548647 w 12363856"/>
              <a:gd name="csY1" fmla="*/ 2469544 h 2670341"/>
              <a:gd name="csX2" fmla="*/ 6196519 w 12363856"/>
              <a:gd name="csY2" fmla="*/ 1983161 h 2670341"/>
              <a:gd name="csX3" fmla="*/ 9153728 w 12363856"/>
              <a:gd name="csY3" fmla="*/ 144633 h 2670341"/>
              <a:gd name="csX4" fmla="*/ 11128443 w 12363856"/>
              <a:gd name="csY4" fmla="*/ 358641 h 2670341"/>
              <a:gd name="csX5" fmla="*/ 12363856 w 12363856"/>
              <a:gd name="csY5" fmla="*/ 241910 h 2670341"/>
              <a:gd name="csX0" fmla="*/ 0 w 12363856"/>
              <a:gd name="csY0" fmla="*/ 2117868 h 2678589"/>
              <a:gd name="csX1" fmla="*/ 2548647 w 12363856"/>
              <a:gd name="csY1" fmla="*/ 2477792 h 2678589"/>
              <a:gd name="csX2" fmla="*/ 6196519 w 12363856"/>
              <a:gd name="csY2" fmla="*/ 1991409 h 2678589"/>
              <a:gd name="csX3" fmla="*/ 9153728 w 12363856"/>
              <a:gd name="csY3" fmla="*/ 152881 h 2678589"/>
              <a:gd name="csX4" fmla="*/ 11128443 w 12363856"/>
              <a:gd name="csY4" fmla="*/ 366889 h 2678589"/>
              <a:gd name="csX5" fmla="*/ 12363856 w 12363856"/>
              <a:gd name="csY5" fmla="*/ 250158 h 2678589"/>
              <a:gd name="csX0" fmla="*/ 0 w 12363856"/>
              <a:gd name="csY0" fmla="*/ 2041817 h 2602538"/>
              <a:gd name="csX1" fmla="*/ 2548647 w 12363856"/>
              <a:gd name="csY1" fmla="*/ 2401741 h 2602538"/>
              <a:gd name="csX2" fmla="*/ 6196519 w 12363856"/>
              <a:gd name="csY2" fmla="*/ 1915358 h 2602538"/>
              <a:gd name="csX3" fmla="*/ 9153728 w 12363856"/>
              <a:gd name="csY3" fmla="*/ 76830 h 2602538"/>
              <a:gd name="csX4" fmla="*/ 11400817 w 12363856"/>
              <a:gd name="csY4" fmla="*/ 329749 h 2602538"/>
              <a:gd name="csX5" fmla="*/ 12363856 w 12363856"/>
              <a:gd name="csY5" fmla="*/ 174107 h 2602538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2045636 h 2692321"/>
              <a:gd name="csX1" fmla="*/ 2548647 w 12363856"/>
              <a:gd name="csY1" fmla="*/ 2405560 h 2692321"/>
              <a:gd name="csX2" fmla="*/ 6196519 w 12363856"/>
              <a:gd name="csY2" fmla="*/ 1919177 h 2692321"/>
              <a:gd name="csX3" fmla="*/ 9153728 w 12363856"/>
              <a:gd name="csY3" fmla="*/ 80649 h 2692321"/>
              <a:gd name="csX4" fmla="*/ 11400817 w 12363856"/>
              <a:gd name="csY4" fmla="*/ 333568 h 2692321"/>
              <a:gd name="csX5" fmla="*/ 12363856 w 12363856"/>
              <a:gd name="csY5" fmla="*/ 177926 h 2692321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531119"/>
              <a:gd name="csX1" fmla="*/ 2548647 w 12363856"/>
              <a:gd name="csY1" fmla="*/ 2328671 h 2531119"/>
              <a:gd name="csX2" fmla="*/ 6196519 w 12363856"/>
              <a:gd name="csY2" fmla="*/ 1842288 h 2531119"/>
              <a:gd name="csX3" fmla="*/ 7859949 w 12363856"/>
              <a:gd name="csY3" fmla="*/ 490143 h 2531119"/>
              <a:gd name="csX4" fmla="*/ 9153728 w 12363856"/>
              <a:gd name="csY4" fmla="*/ 3760 h 2531119"/>
              <a:gd name="csX5" fmla="*/ 11400817 w 12363856"/>
              <a:gd name="csY5" fmla="*/ 256679 h 2531119"/>
              <a:gd name="csX6" fmla="*/ 12363856 w 12363856"/>
              <a:gd name="csY6" fmla="*/ 101037 h 2531119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46558"/>
              <a:gd name="csX1" fmla="*/ 2548647 w 12363856"/>
              <a:gd name="csY1" fmla="*/ 2328671 h 2546558"/>
              <a:gd name="csX2" fmla="*/ 6196519 w 12363856"/>
              <a:gd name="csY2" fmla="*/ 1842288 h 2546558"/>
              <a:gd name="csX3" fmla="*/ 7859949 w 12363856"/>
              <a:gd name="csY3" fmla="*/ 490143 h 2546558"/>
              <a:gd name="csX4" fmla="*/ 9153728 w 12363856"/>
              <a:gd name="csY4" fmla="*/ 3760 h 2546558"/>
              <a:gd name="csX5" fmla="*/ 11400817 w 12363856"/>
              <a:gd name="csY5" fmla="*/ 256679 h 2546558"/>
              <a:gd name="csX6" fmla="*/ 12363856 w 12363856"/>
              <a:gd name="csY6" fmla="*/ 101037 h 2546558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72618 h 2542581"/>
              <a:gd name="csX1" fmla="*/ 2548647 w 12363856"/>
              <a:gd name="csY1" fmla="*/ 2332542 h 2542581"/>
              <a:gd name="csX2" fmla="*/ 6196519 w 12363856"/>
              <a:gd name="csY2" fmla="*/ 1846159 h 2542581"/>
              <a:gd name="csX3" fmla="*/ 7859949 w 12363856"/>
              <a:gd name="csY3" fmla="*/ 494014 h 2542581"/>
              <a:gd name="csX4" fmla="*/ 9153728 w 12363856"/>
              <a:gd name="csY4" fmla="*/ 7631 h 2542581"/>
              <a:gd name="csX5" fmla="*/ 11400817 w 12363856"/>
              <a:gd name="csY5" fmla="*/ 260550 h 2542581"/>
              <a:gd name="csX6" fmla="*/ 12363856 w 12363856"/>
              <a:gd name="csY6" fmla="*/ 104908 h 2542581"/>
              <a:gd name="csX0" fmla="*/ 0 w 12363856"/>
              <a:gd name="csY0" fmla="*/ 1867710 h 2437673"/>
              <a:gd name="csX1" fmla="*/ 2548647 w 12363856"/>
              <a:gd name="csY1" fmla="*/ 2227634 h 2437673"/>
              <a:gd name="csX2" fmla="*/ 6196519 w 12363856"/>
              <a:gd name="csY2" fmla="*/ 1741251 h 2437673"/>
              <a:gd name="csX3" fmla="*/ 7859949 w 12363856"/>
              <a:gd name="csY3" fmla="*/ 389106 h 2437673"/>
              <a:gd name="csX4" fmla="*/ 11400817 w 12363856"/>
              <a:gd name="csY4" fmla="*/ 155642 h 2437673"/>
              <a:gd name="csX5" fmla="*/ 12363856 w 12363856"/>
              <a:gd name="csY5" fmla="*/ 0 h 2437673"/>
              <a:gd name="csX0" fmla="*/ 0 w 12363856"/>
              <a:gd name="csY0" fmla="*/ 1980025 h 2549988"/>
              <a:gd name="csX1" fmla="*/ 2548647 w 12363856"/>
              <a:gd name="csY1" fmla="*/ 2339949 h 2549988"/>
              <a:gd name="csX2" fmla="*/ 6196519 w 12363856"/>
              <a:gd name="csY2" fmla="*/ 1853566 h 2549988"/>
              <a:gd name="csX3" fmla="*/ 7859949 w 12363856"/>
              <a:gd name="csY3" fmla="*/ 501421 h 2549988"/>
              <a:gd name="csX4" fmla="*/ 11400817 w 12363856"/>
              <a:gd name="csY4" fmla="*/ 267957 h 2549988"/>
              <a:gd name="csX5" fmla="*/ 12363856 w 12363856"/>
              <a:gd name="csY5" fmla="*/ 112315 h 2549988"/>
              <a:gd name="csX0" fmla="*/ 0 w 12363856"/>
              <a:gd name="csY0" fmla="*/ 1964318 h 2534281"/>
              <a:gd name="csX1" fmla="*/ 2548647 w 12363856"/>
              <a:gd name="csY1" fmla="*/ 2324242 h 2534281"/>
              <a:gd name="csX2" fmla="*/ 6196519 w 12363856"/>
              <a:gd name="csY2" fmla="*/ 1837859 h 2534281"/>
              <a:gd name="csX3" fmla="*/ 7859949 w 12363856"/>
              <a:gd name="csY3" fmla="*/ 485714 h 2534281"/>
              <a:gd name="csX4" fmla="*/ 11400817 w 12363856"/>
              <a:gd name="csY4" fmla="*/ 252250 h 2534281"/>
              <a:gd name="csX5" fmla="*/ 12363856 w 12363856"/>
              <a:gd name="csY5" fmla="*/ 96608 h 2534281"/>
              <a:gd name="csX0" fmla="*/ 0 w 12363856"/>
              <a:gd name="csY0" fmla="*/ 1977213 h 2547176"/>
              <a:gd name="csX1" fmla="*/ 2548647 w 12363856"/>
              <a:gd name="csY1" fmla="*/ 2337137 h 2547176"/>
              <a:gd name="csX2" fmla="*/ 6196519 w 12363856"/>
              <a:gd name="csY2" fmla="*/ 1850754 h 2547176"/>
              <a:gd name="csX3" fmla="*/ 7859949 w 12363856"/>
              <a:gd name="csY3" fmla="*/ 498609 h 2547176"/>
              <a:gd name="csX4" fmla="*/ 11400817 w 12363856"/>
              <a:gd name="csY4" fmla="*/ 265145 h 2547176"/>
              <a:gd name="csX5" fmla="*/ 12363856 w 12363856"/>
              <a:gd name="csY5" fmla="*/ 109503 h 2547176"/>
              <a:gd name="csX0" fmla="*/ 0 w 12431950"/>
              <a:gd name="csY0" fmla="*/ 1977213 h 2547176"/>
              <a:gd name="csX1" fmla="*/ 2548647 w 12431950"/>
              <a:gd name="csY1" fmla="*/ 2337137 h 2547176"/>
              <a:gd name="csX2" fmla="*/ 6196519 w 12431950"/>
              <a:gd name="csY2" fmla="*/ 1850754 h 2547176"/>
              <a:gd name="csX3" fmla="*/ 7859949 w 12431950"/>
              <a:gd name="csY3" fmla="*/ 498609 h 2547176"/>
              <a:gd name="csX4" fmla="*/ 11400817 w 12431950"/>
              <a:gd name="csY4" fmla="*/ 265145 h 2547176"/>
              <a:gd name="csX5" fmla="*/ 12431950 w 12431950"/>
              <a:gd name="csY5" fmla="*/ 148414 h 25471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9324"/>
              <a:gd name="csX1" fmla="*/ 2548647 w 12431950"/>
              <a:gd name="csY1" fmla="*/ 2341437 h 2559324"/>
              <a:gd name="csX2" fmla="*/ 6196519 w 12431950"/>
              <a:gd name="csY2" fmla="*/ 1855054 h 2559324"/>
              <a:gd name="csX3" fmla="*/ 7859949 w 12431950"/>
              <a:gd name="csY3" fmla="*/ 502909 h 2559324"/>
              <a:gd name="csX4" fmla="*/ 11400817 w 12431950"/>
              <a:gd name="csY4" fmla="*/ 269445 h 2559324"/>
              <a:gd name="csX5" fmla="*/ 12431950 w 12431950"/>
              <a:gd name="csY5" fmla="*/ 152714 h 2559324"/>
              <a:gd name="csX0" fmla="*/ 0 w 12431950"/>
              <a:gd name="csY0" fmla="*/ 1981513 h 2554064"/>
              <a:gd name="csX1" fmla="*/ 2548647 w 12431950"/>
              <a:gd name="csY1" fmla="*/ 2341437 h 2554064"/>
              <a:gd name="csX2" fmla="*/ 6196519 w 12431950"/>
              <a:gd name="csY2" fmla="*/ 1855054 h 2554064"/>
              <a:gd name="csX3" fmla="*/ 7859949 w 12431950"/>
              <a:gd name="csY3" fmla="*/ 502909 h 2554064"/>
              <a:gd name="csX4" fmla="*/ 11400817 w 12431950"/>
              <a:gd name="csY4" fmla="*/ 269445 h 2554064"/>
              <a:gd name="csX5" fmla="*/ 12431950 w 12431950"/>
              <a:gd name="csY5" fmla="*/ 152714 h 2554064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34174"/>
              <a:gd name="csX1" fmla="*/ 2548647 w 12431950"/>
              <a:gd name="csY1" fmla="*/ 2341437 h 2534174"/>
              <a:gd name="csX2" fmla="*/ 6196519 w 12431950"/>
              <a:gd name="csY2" fmla="*/ 1855054 h 2534174"/>
              <a:gd name="csX3" fmla="*/ 7859949 w 12431950"/>
              <a:gd name="csY3" fmla="*/ 502909 h 2534174"/>
              <a:gd name="csX4" fmla="*/ 11400817 w 12431950"/>
              <a:gd name="csY4" fmla="*/ 269445 h 2534174"/>
              <a:gd name="csX5" fmla="*/ 12431950 w 12431950"/>
              <a:gd name="csY5" fmla="*/ 152714 h 2534174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12003"/>
              <a:gd name="csX1" fmla="*/ 2548647 w 12431950"/>
              <a:gd name="csY1" fmla="*/ 2341437 h 2512003"/>
              <a:gd name="csX2" fmla="*/ 6196519 w 12431950"/>
              <a:gd name="csY2" fmla="*/ 1855054 h 2512003"/>
              <a:gd name="csX3" fmla="*/ 7859949 w 12431950"/>
              <a:gd name="csY3" fmla="*/ 502909 h 2512003"/>
              <a:gd name="csX4" fmla="*/ 11400817 w 12431950"/>
              <a:gd name="csY4" fmla="*/ 269445 h 2512003"/>
              <a:gd name="csX5" fmla="*/ 12431950 w 12431950"/>
              <a:gd name="csY5" fmla="*/ 152714 h 2512003"/>
              <a:gd name="csX0" fmla="*/ 0 w 12431950"/>
              <a:gd name="csY0" fmla="*/ 1981513 h 2543885"/>
              <a:gd name="csX1" fmla="*/ 2548647 w 12431950"/>
              <a:gd name="csY1" fmla="*/ 2341437 h 2543885"/>
              <a:gd name="csX2" fmla="*/ 6196519 w 12431950"/>
              <a:gd name="csY2" fmla="*/ 1855054 h 2543885"/>
              <a:gd name="csX3" fmla="*/ 7859949 w 12431950"/>
              <a:gd name="csY3" fmla="*/ 502909 h 2543885"/>
              <a:gd name="csX4" fmla="*/ 11400817 w 12431950"/>
              <a:gd name="csY4" fmla="*/ 269445 h 2543885"/>
              <a:gd name="csX5" fmla="*/ 12431950 w 12431950"/>
              <a:gd name="csY5" fmla="*/ 152714 h 2543885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38971"/>
              <a:gd name="csX1" fmla="*/ 2548647 w 12431950"/>
              <a:gd name="csY1" fmla="*/ 2341437 h 2538971"/>
              <a:gd name="csX2" fmla="*/ 6196519 w 12431950"/>
              <a:gd name="csY2" fmla="*/ 1855054 h 2538971"/>
              <a:gd name="csX3" fmla="*/ 7859949 w 12431950"/>
              <a:gd name="csY3" fmla="*/ 502909 h 2538971"/>
              <a:gd name="csX4" fmla="*/ 11400817 w 12431950"/>
              <a:gd name="csY4" fmla="*/ 269445 h 2538971"/>
              <a:gd name="csX5" fmla="*/ 12431950 w 12431950"/>
              <a:gd name="csY5" fmla="*/ 152714 h 25389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431950" h="2538971">
                <a:moveTo>
                  <a:pt x="0" y="1981513"/>
                </a:moveTo>
                <a:cubicBezTo>
                  <a:pt x="942773" y="1977459"/>
                  <a:pt x="1253247" y="1983134"/>
                  <a:pt x="2548647" y="2341437"/>
                </a:cubicBezTo>
                <a:cubicBezTo>
                  <a:pt x="3844047" y="2699740"/>
                  <a:pt x="5145932" y="2589493"/>
                  <a:pt x="6196519" y="1855054"/>
                </a:cubicBezTo>
                <a:cubicBezTo>
                  <a:pt x="7247106" y="1120615"/>
                  <a:pt x="6637506" y="1480539"/>
                  <a:pt x="7859949" y="502909"/>
                </a:cubicBezTo>
                <a:cubicBezTo>
                  <a:pt x="8192310" y="316462"/>
                  <a:pt x="8938098" y="-375823"/>
                  <a:pt x="11400817" y="269445"/>
                </a:cubicBezTo>
                <a:cubicBezTo>
                  <a:pt x="12081752" y="382935"/>
                  <a:pt x="12235776" y="159199"/>
                  <a:pt x="12431950" y="152714"/>
                </a:cubicBezTo>
              </a:path>
            </a:pathLst>
          </a:custGeom>
          <a:noFill/>
          <a:ln w="101600"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50000">
                  <a:schemeClr val="tx2"/>
                </a:gs>
                <a:gs pos="85000">
                  <a:schemeClr val="accent1"/>
                </a:gs>
                <a:gs pos="15000">
                  <a:schemeClr val="accent1"/>
                </a:gs>
                <a:gs pos="100000">
                  <a:schemeClr val="accent3">
                    <a:alpha val="0"/>
                  </a:schemeClr>
                </a:gs>
              </a:gsLst>
              <a:lin ang="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3523161294">
                  <a:custGeom>
                    <a:avLst/>
                    <a:gdLst>
                      <a:gd name="csX0" fmla="*/ 0 w 12431950"/>
                      <a:gd name="csY0" fmla="*/ 1981513 h 2538971"/>
                      <a:gd name="csX1" fmla="*/ 2548647 w 12431950"/>
                      <a:gd name="csY1" fmla="*/ 2341437 h 2538971"/>
                      <a:gd name="csX2" fmla="*/ 6196519 w 12431950"/>
                      <a:gd name="csY2" fmla="*/ 1855054 h 2538971"/>
                      <a:gd name="csX3" fmla="*/ 7859949 w 12431950"/>
                      <a:gd name="csY3" fmla="*/ 502909 h 2538971"/>
                      <a:gd name="csX4" fmla="*/ 11400817 w 12431950"/>
                      <a:gd name="csY4" fmla="*/ 269445 h 2538971"/>
                      <a:gd name="csX5" fmla="*/ 12431950 w 12431950"/>
                      <a:gd name="csY5" fmla="*/ 152714 h 253897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12431950" h="2538971" extrusionOk="0">
                        <a:moveTo>
                          <a:pt x="0" y="1981513"/>
                        </a:moveTo>
                        <a:cubicBezTo>
                          <a:pt x="872249" y="1939802"/>
                          <a:pt x="1217872" y="1936617"/>
                          <a:pt x="2548647" y="2341437"/>
                        </a:cubicBezTo>
                        <a:cubicBezTo>
                          <a:pt x="3794264" y="2788847"/>
                          <a:pt x="5214231" y="2439267"/>
                          <a:pt x="6196519" y="1855054"/>
                        </a:cubicBezTo>
                        <a:cubicBezTo>
                          <a:pt x="7192206" y="1129619"/>
                          <a:pt x="6701712" y="1466954"/>
                          <a:pt x="7859949" y="502909"/>
                        </a:cubicBezTo>
                        <a:cubicBezTo>
                          <a:pt x="8215779" y="316916"/>
                          <a:pt x="8827787" y="-92530"/>
                          <a:pt x="11400817" y="269445"/>
                        </a:cubicBezTo>
                        <a:cubicBezTo>
                          <a:pt x="12124504" y="420188"/>
                          <a:pt x="12246530" y="142432"/>
                          <a:pt x="12431950" y="152714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5542A16-B147-C01C-15C0-07E8DCE23222}"/>
              </a:ext>
            </a:extLst>
          </p:cNvPr>
          <p:cNvGrpSpPr/>
          <p:nvPr/>
        </p:nvGrpSpPr>
        <p:grpSpPr>
          <a:xfrm>
            <a:off x="910184" y="2656954"/>
            <a:ext cx="2073349" cy="1115721"/>
            <a:chOff x="758890" y="2656954"/>
            <a:chExt cx="2073349" cy="1115721"/>
          </a:xfrm>
        </p:grpSpPr>
        <p:sp>
          <p:nvSpPr>
            <p:cNvPr id="11" name="TextBox 55">
              <a:extLst>
                <a:ext uri="{FF2B5EF4-FFF2-40B4-BE49-F238E27FC236}">
                  <a16:creationId xmlns:a16="http://schemas.microsoft.com/office/drawing/2014/main" id="{4930493F-45F7-B8C6-B372-2B4E4B1C1700}"/>
                </a:ext>
              </a:extLst>
            </p:cNvPr>
            <p:cNvSpPr txBox="1"/>
            <p:nvPr/>
          </p:nvSpPr>
          <p:spPr>
            <a:xfrm>
              <a:off x="758890" y="2656954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2000" b="1" spc="50" dirty="0">
                  <a:solidFill>
                    <a:schemeClr val="accent6"/>
                  </a:solidFill>
                </a:rPr>
                <a:t>第三方支付</a:t>
              </a:r>
            </a:p>
          </p:txBody>
        </p:sp>
        <p:sp>
          <p:nvSpPr>
            <p:cNvPr id="12" name="TextBox 56">
              <a:extLst>
                <a:ext uri="{FF2B5EF4-FFF2-40B4-BE49-F238E27FC236}">
                  <a16:creationId xmlns:a16="http://schemas.microsoft.com/office/drawing/2014/main" id="{0743C0AE-DBC0-209B-F895-FAFD72469A42}"/>
                </a:ext>
              </a:extLst>
            </p:cNvPr>
            <p:cNvSpPr txBox="1"/>
            <p:nvPr/>
          </p:nvSpPr>
          <p:spPr>
            <a:xfrm>
              <a:off x="771339" y="3067225"/>
              <a:ext cx="2060900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串接合法金流</a:t>
              </a:r>
              <a:br>
                <a:rPr lang="zh-TW" altLang="en-US" sz="1600" spc="50" dirty="0">
                  <a:solidFill>
                    <a:schemeClr val="tx2"/>
                  </a:solidFill>
                </a:rPr>
              </a:br>
              <a:r>
                <a:rPr lang="zh-TW" altLang="en-US" sz="1600" spc="50" dirty="0">
                  <a:solidFill>
                    <a:schemeClr val="tx2"/>
                  </a:solidFill>
                </a:rPr>
                <a:t>提供儲值與提領</a:t>
              </a:r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4BAAD41-661C-797E-8770-3B9EED5F5EEA}"/>
              </a:ext>
            </a:extLst>
          </p:cNvPr>
          <p:cNvGrpSpPr/>
          <p:nvPr/>
        </p:nvGrpSpPr>
        <p:grpSpPr>
          <a:xfrm>
            <a:off x="3767313" y="3091873"/>
            <a:ext cx="3420261" cy="1115721"/>
            <a:chOff x="3074521" y="3050121"/>
            <a:chExt cx="3420261" cy="1115721"/>
          </a:xfrm>
        </p:grpSpPr>
        <p:sp>
          <p:nvSpPr>
            <p:cNvPr id="14" name="TextBox 55">
              <a:extLst>
                <a:ext uri="{FF2B5EF4-FFF2-40B4-BE49-F238E27FC236}">
                  <a16:creationId xmlns:a16="http://schemas.microsoft.com/office/drawing/2014/main" id="{1755EB73-7797-7599-CC46-4AA3103A632F}"/>
                </a:ext>
              </a:extLst>
            </p:cNvPr>
            <p:cNvSpPr txBox="1"/>
            <p:nvPr/>
          </p:nvSpPr>
          <p:spPr>
            <a:xfrm>
              <a:off x="3074521" y="3050121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altLang="zh-TW" sz="2000" b="1" spc="50" dirty="0">
                  <a:solidFill>
                    <a:schemeClr val="accent6"/>
                  </a:solidFill>
                </a:rPr>
                <a:t>App </a:t>
              </a:r>
              <a:r>
                <a:rPr lang="zh-TW" altLang="en-US" sz="2000" b="1" spc="50" dirty="0">
                  <a:solidFill>
                    <a:schemeClr val="accent6"/>
                  </a:solidFill>
                </a:rPr>
                <a:t>正式上架</a:t>
              </a:r>
            </a:p>
          </p:txBody>
        </p:sp>
        <p:sp>
          <p:nvSpPr>
            <p:cNvPr id="15" name="TextBox 56">
              <a:extLst>
                <a:ext uri="{FF2B5EF4-FFF2-40B4-BE49-F238E27FC236}">
                  <a16:creationId xmlns:a16="http://schemas.microsoft.com/office/drawing/2014/main" id="{3D7EA8B6-2191-E6AA-61D6-ECF388358344}"/>
                </a:ext>
              </a:extLst>
            </p:cNvPr>
            <p:cNvSpPr txBox="1"/>
            <p:nvPr/>
          </p:nvSpPr>
          <p:spPr>
            <a:xfrm>
              <a:off x="3086969" y="3460392"/>
              <a:ext cx="3407813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上架 </a:t>
              </a:r>
              <a:r>
                <a:rPr lang="en-US" altLang="zh-TW" sz="1600" spc="50" dirty="0">
                  <a:solidFill>
                    <a:schemeClr val="tx2"/>
                  </a:solidFill>
                </a:rPr>
                <a:t>App Store</a:t>
              </a:r>
              <a:br>
                <a:rPr lang="en-US" altLang="zh-TW" sz="1600" spc="50" dirty="0">
                  <a:solidFill>
                    <a:schemeClr val="tx2"/>
                  </a:solidFill>
                </a:rPr>
              </a:br>
              <a:r>
                <a:rPr lang="zh-TW" altLang="en-US" sz="1600" spc="50" dirty="0">
                  <a:solidFill>
                    <a:schemeClr val="tx2"/>
                  </a:solidFill>
                </a:rPr>
                <a:t>與 </a:t>
              </a:r>
              <a:r>
                <a:rPr lang="en-US" altLang="zh-TW" sz="1600" spc="50" dirty="0">
                  <a:solidFill>
                    <a:schemeClr val="tx2"/>
                  </a:solidFill>
                </a:rPr>
                <a:t>Google Play</a:t>
              </a:r>
            </a:p>
          </p:txBody>
        </p:sp>
      </p:grp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479D0535-3F58-85FD-4D43-A7C3BF524F8E}"/>
              </a:ext>
            </a:extLst>
          </p:cNvPr>
          <p:cNvGrpSpPr/>
          <p:nvPr/>
        </p:nvGrpSpPr>
        <p:grpSpPr>
          <a:xfrm>
            <a:off x="3873251" y="4510232"/>
            <a:ext cx="602076" cy="655695"/>
            <a:chOff x="3741691" y="4510232"/>
            <a:chExt cx="602076" cy="655695"/>
          </a:xfrm>
        </p:grpSpPr>
        <p:sp>
          <p:nvSpPr>
            <p:cNvPr id="23" name="Graphic 18">
              <a:extLst>
                <a:ext uri="{FF2B5EF4-FFF2-40B4-BE49-F238E27FC236}">
                  <a16:creationId xmlns:a16="http://schemas.microsoft.com/office/drawing/2014/main" id="{67D32459-DBFF-5313-9AB6-687FC38D666D}"/>
                </a:ext>
              </a:extLst>
            </p:cNvPr>
            <p:cNvSpPr/>
            <p:nvPr/>
          </p:nvSpPr>
          <p:spPr>
            <a:xfrm>
              <a:off x="3741691" y="4510232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30" name="圖形 29">
              <a:extLst>
                <a:ext uri="{FF2B5EF4-FFF2-40B4-BE49-F238E27FC236}">
                  <a16:creationId xmlns:a16="http://schemas.microsoft.com/office/drawing/2014/main" id="{8392D101-BE25-098F-E23A-6E7C84FCCF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26729" y="4622079"/>
              <a:ext cx="432000" cy="432000"/>
            </a:xfrm>
            <a:prstGeom prst="rect">
              <a:avLst/>
            </a:prstGeom>
          </p:spPr>
        </p:pic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8EA08C1D-3EB5-3A77-3771-13443FE78AFD}"/>
              </a:ext>
            </a:extLst>
          </p:cNvPr>
          <p:cNvGrpSpPr/>
          <p:nvPr/>
        </p:nvGrpSpPr>
        <p:grpSpPr>
          <a:xfrm>
            <a:off x="9609805" y="2953071"/>
            <a:ext cx="1962150" cy="1115721"/>
            <a:chOff x="5389687" y="4946559"/>
            <a:chExt cx="1962150" cy="1115721"/>
          </a:xfrm>
        </p:grpSpPr>
        <p:sp>
          <p:nvSpPr>
            <p:cNvPr id="40" name="TextBox 55">
              <a:extLst>
                <a:ext uri="{FF2B5EF4-FFF2-40B4-BE49-F238E27FC236}">
                  <a16:creationId xmlns:a16="http://schemas.microsoft.com/office/drawing/2014/main" id="{0F26ACC3-CCF0-66E6-0393-C4DE06BB0372}"/>
                </a:ext>
              </a:extLst>
            </p:cNvPr>
            <p:cNvSpPr txBox="1"/>
            <p:nvPr/>
          </p:nvSpPr>
          <p:spPr>
            <a:xfrm>
              <a:off x="5389687" y="4946559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2000" b="1" spc="50" dirty="0">
                  <a:solidFill>
                    <a:schemeClr val="accent6"/>
                  </a:solidFill>
                </a:rPr>
                <a:t>盈利模式</a:t>
              </a:r>
            </a:p>
          </p:txBody>
        </p:sp>
        <p:sp>
          <p:nvSpPr>
            <p:cNvPr id="42" name="TextBox 56">
              <a:extLst>
                <a:ext uri="{FF2B5EF4-FFF2-40B4-BE49-F238E27FC236}">
                  <a16:creationId xmlns:a16="http://schemas.microsoft.com/office/drawing/2014/main" id="{579BD085-705A-A944-6299-87C0A29A373F}"/>
                </a:ext>
              </a:extLst>
            </p:cNvPr>
            <p:cNvSpPr txBox="1"/>
            <p:nvPr/>
          </p:nvSpPr>
          <p:spPr>
            <a:xfrm>
              <a:off x="5402136" y="5356830"/>
              <a:ext cx="1751304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廣告置入與</a:t>
              </a:r>
            </a:p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交易服務費等</a:t>
              </a:r>
            </a:p>
          </p:txBody>
        </p: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D6510ACE-8B26-6C80-7396-3757A96EEF14}"/>
              </a:ext>
            </a:extLst>
          </p:cNvPr>
          <p:cNvGrpSpPr/>
          <p:nvPr/>
        </p:nvGrpSpPr>
        <p:grpSpPr>
          <a:xfrm>
            <a:off x="6914936" y="3053001"/>
            <a:ext cx="602076" cy="655695"/>
            <a:chOff x="6724173" y="3270077"/>
            <a:chExt cx="602076" cy="655695"/>
          </a:xfrm>
        </p:grpSpPr>
        <p:sp>
          <p:nvSpPr>
            <p:cNvPr id="28" name="Graphic 18">
              <a:extLst>
                <a:ext uri="{FF2B5EF4-FFF2-40B4-BE49-F238E27FC236}">
                  <a16:creationId xmlns:a16="http://schemas.microsoft.com/office/drawing/2014/main" id="{83789E31-1A46-00DE-C63A-23705BC63AD3}"/>
                </a:ext>
              </a:extLst>
            </p:cNvPr>
            <p:cNvSpPr/>
            <p:nvPr/>
          </p:nvSpPr>
          <p:spPr>
            <a:xfrm>
              <a:off x="6724173" y="3270077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48" name="圖形 47">
              <a:extLst>
                <a:ext uri="{FF2B5EF4-FFF2-40B4-BE49-F238E27FC236}">
                  <a16:creationId xmlns:a16="http://schemas.microsoft.com/office/drawing/2014/main" id="{0B265B98-3BBD-A865-BFFB-4890D43DBA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09211" y="3381924"/>
              <a:ext cx="432000" cy="432000"/>
            </a:xfrm>
            <a:prstGeom prst="rect">
              <a:avLst/>
            </a:prstGeom>
          </p:spPr>
        </p:pic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2322C5C5-AC79-6DEA-C639-67CD0656A9C0}"/>
              </a:ext>
            </a:extLst>
          </p:cNvPr>
          <p:cNvGrpSpPr/>
          <p:nvPr/>
        </p:nvGrpSpPr>
        <p:grpSpPr>
          <a:xfrm>
            <a:off x="1016514" y="4040692"/>
            <a:ext cx="602076" cy="655695"/>
            <a:chOff x="865220" y="4040692"/>
            <a:chExt cx="602076" cy="655695"/>
          </a:xfrm>
        </p:grpSpPr>
        <p:sp>
          <p:nvSpPr>
            <p:cNvPr id="20" name="Graphic 18">
              <a:extLst>
                <a:ext uri="{FF2B5EF4-FFF2-40B4-BE49-F238E27FC236}">
                  <a16:creationId xmlns:a16="http://schemas.microsoft.com/office/drawing/2014/main" id="{EA070A35-D20A-F87F-AFA3-950AC99219E8}"/>
                </a:ext>
              </a:extLst>
            </p:cNvPr>
            <p:cNvSpPr/>
            <p:nvPr/>
          </p:nvSpPr>
          <p:spPr>
            <a:xfrm>
              <a:off x="865220" y="4040692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66" name="圖形 65">
              <a:extLst>
                <a:ext uri="{FF2B5EF4-FFF2-40B4-BE49-F238E27FC236}">
                  <a16:creationId xmlns:a16="http://schemas.microsoft.com/office/drawing/2014/main" id="{31DC1E95-33CE-BFEB-69DB-D71ED0F47C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0258" y="4152539"/>
              <a:ext cx="432000" cy="432000"/>
            </a:xfrm>
            <a:prstGeom prst="rect">
              <a:avLst/>
            </a:prstGeom>
          </p:spPr>
        </p:pic>
      </p:grp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B7ABEC4F-4688-8172-A578-C28350BDCC9A}"/>
              </a:ext>
            </a:extLst>
          </p:cNvPr>
          <p:cNvGrpSpPr/>
          <p:nvPr/>
        </p:nvGrpSpPr>
        <p:grpSpPr>
          <a:xfrm>
            <a:off x="9712822" y="1989378"/>
            <a:ext cx="602076" cy="655695"/>
            <a:chOff x="9561528" y="1989378"/>
            <a:chExt cx="602076" cy="655695"/>
          </a:xfrm>
        </p:grpSpPr>
        <p:sp>
          <p:nvSpPr>
            <p:cNvPr id="46" name="Graphic 18">
              <a:extLst>
                <a:ext uri="{FF2B5EF4-FFF2-40B4-BE49-F238E27FC236}">
                  <a16:creationId xmlns:a16="http://schemas.microsoft.com/office/drawing/2014/main" id="{D2DFEBCF-A019-4B59-83B2-13AEDAE4AA4F}"/>
                </a:ext>
              </a:extLst>
            </p:cNvPr>
            <p:cNvSpPr/>
            <p:nvPr/>
          </p:nvSpPr>
          <p:spPr>
            <a:xfrm>
              <a:off x="9561528" y="1989378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68" name="圖形 67">
              <a:extLst>
                <a:ext uri="{FF2B5EF4-FFF2-40B4-BE49-F238E27FC236}">
                  <a16:creationId xmlns:a16="http://schemas.microsoft.com/office/drawing/2014/main" id="{D0924898-7599-F91A-5C02-A5930676E0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646566" y="2101225"/>
              <a:ext cx="432000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9876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accel="14000" decel="86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58333E-6 0 L 4.58333E-6 -0.11852 " pathEditMode="relative" rAng="0" ptsTypes="AA">
                                      <p:cBhvr>
                                        <p:cTn id="12" dur="12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2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14000" decel="86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25E-6 4.07407E-6 L 1.25E-6 -0.11852 " pathEditMode="relative" rAng="0" ptsTypes="AA">
                                      <p:cBhvr>
                                        <p:cTn id="17" dur="12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2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accel="14000" decel="86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1.66667E-6 -4.44444E-6 L -1.66667E-6 0.13311 " pathEditMode="relative" rAng="0" ptsTypes="AA">
                                      <p:cBhvr>
                                        <p:cTn id="22" dur="12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accel="14000" decel="86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2.08333E-7 4.44444E-6 L 2.08333E-7 0.1331 " pathEditMode="relative" rAng="0" ptsTypes="AA">
                                      <p:cBhvr>
                                        <p:cTn id="27" dur="125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44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path" presetSubtype="0" accel="26000" decel="74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5117 0.16666 L 0.02631 0.16666 C 0.01563 0.16666 -2.91667E-6 0.1206 -2.91667E-6 0.08287 L -2.91667E-6 4.44444E-6 " pathEditMode="relative" rAng="0" ptsTypes="AAAA">
                                      <p:cBhvr>
                                        <p:cTn id="3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path" presetSubtype="0" accel="26000" decel="7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5117 0.16667 L 0.0263 0.16667 C 0.01562 0.16667 2.29167E-6 0.12061 2.29167E-6 0.08287 L 2.29167E-6 -4.07407E-6 " pathEditMode="relative" rAng="0" ptsTypes="AAAA">
                                      <p:cBhvr>
                                        <p:cTn id="3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0" presetClass="path" presetSubtype="0" accel="26000" decel="74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5117 0.16667 L 0.0263 0.16667 C 0.01562 0.16667 3.125E-6 0.12061 3.125E-6 0.08287 L 3.125E-6 -4.07407E-6 " pathEditMode="relative" rAng="0" ptsTypes="AAAA">
                                      <p:cBhvr>
                                        <p:cTn id="4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0" presetClass="path" presetSubtype="0" accel="26000" decel="74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5118 0.16667 L 0.02631 0.16667 C 0.01563 0.16667 -4.16667E-6 0.1206 -4.16667E-6 0.08287 L -4.16667E-6 -1.48148E-6 " pathEditMode="relative" rAng="0" ptsTypes="AAAA">
                                      <p:cBhvr>
                                        <p:cTn id="4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D6145-EDE9-853B-7D71-722BA076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6717BD2-9D24-AB27-F1B5-7358EEEA5518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spc="100" dirty="0">
                <a:latin typeface="+mn-ea"/>
              </a:rPr>
              <a:t>GitHub</a:t>
            </a:r>
            <a:r>
              <a:rPr lang="en-US" altLang="zh-TW" b="1" spc="10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開發貢獻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8785D12-623D-947B-12F4-2D3185943475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CONTRIBUTIONS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73A5685-8CF4-2BF9-1C4A-07A83B2F2639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0E83A7CD-BCD6-918D-ECF7-8E4B4C464C7D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7F866844-ABDF-6D7B-CC82-91AA2DDEF51E}"/>
              </a:ext>
            </a:extLst>
          </p:cNvPr>
          <p:cNvGrpSpPr/>
          <p:nvPr/>
        </p:nvGrpSpPr>
        <p:grpSpPr>
          <a:xfrm>
            <a:off x="758952" y="1653944"/>
            <a:ext cx="2743200" cy="2011680"/>
            <a:chOff x="758952" y="1653944"/>
            <a:chExt cx="2743200" cy="2011680"/>
          </a:xfrm>
        </p:grpSpPr>
        <p:sp>
          <p:nvSpPr>
            <p:cNvPr id="116" name="Rectangle: Rounded Corners 4">
              <a:extLst>
                <a:ext uri="{FF2B5EF4-FFF2-40B4-BE49-F238E27FC236}">
                  <a16:creationId xmlns:a16="http://schemas.microsoft.com/office/drawing/2014/main" id="{B7C08DD7-5AD2-FA85-5206-6745230B25CE}"/>
                </a:ext>
              </a:extLst>
            </p:cNvPr>
            <p:cNvSpPr/>
            <p:nvPr/>
          </p:nvSpPr>
          <p:spPr>
            <a:xfrm>
              <a:off x="758952" y="1653944"/>
              <a:ext cx="2743200" cy="201168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提交標籤 7">
              <a:extLst>
                <a:ext uri="{FF2B5EF4-FFF2-40B4-BE49-F238E27FC236}">
                  <a16:creationId xmlns:a16="http://schemas.microsoft.com/office/drawing/2014/main" id="{4B892184-A0D7-B5EC-5D1B-4FC47B4DAA85}"/>
                </a:ext>
              </a:extLst>
            </p:cNvPr>
            <p:cNvSpPr txBox="1"/>
            <p:nvPr/>
          </p:nvSpPr>
          <p:spPr>
            <a:xfrm>
              <a:off x="1033272" y="189168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300" spc="50" dirty="0">
                  <a:solidFill>
                    <a:srgbClr val="727D81"/>
                  </a:solidFill>
                  <a:latin typeface="Noto Sans TC Medium" panose="020B0200000000000000" pitchFamily="34" charset="-128"/>
                  <a:ea typeface="Noto Sans TC Medium" panose="020B0200000000000000" pitchFamily="34" charset="-128"/>
                </a:rPr>
                <a:t>總提交次數</a:t>
              </a:r>
            </a:p>
          </p:txBody>
        </p:sp>
        <p:sp>
          <p:nvSpPr>
            <p:cNvPr id="122" name="提交總數 8">
              <a:extLst>
                <a:ext uri="{FF2B5EF4-FFF2-40B4-BE49-F238E27FC236}">
                  <a16:creationId xmlns:a16="http://schemas.microsoft.com/office/drawing/2014/main" id="{F3BF7525-92F7-7462-F138-6EF793FE1DAF}"/>
                </a:ext>
              </a:extLst>
            </p:cNvPr>
            <p:cNvSpPr txBox="1"/>
            <p:nvPr/>
          </p:nvSpPr>
          <p:spPr>
            <a:xfrm>
              <a:off x="1033272" y="2151406"/>
              <a:ext cx="219456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5400" b="1" dirty="0">
                  <a:solidFill>
                    <a:schemeClr val="accent1"/>
                  </a:solidFill>
                  <a:cs typeface="Manrope"/>
                </a:rPr>
                <a:t>555</a:t>
              </a:r>
              <a:endParaRPr lang="zh-TW" altLang="en-US" sz="1600" dirty="0">
                <a:solidFill>
                  <a:schemeClr val="accent1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endParaRPr>
            </a:p>
          </p:txBody>
        </p:sp>
        <p:cxnSp>
          <p:nvCxnSpPr>
            <p:cNvPr id="123" name="提交分隔 9">
              <a:extLst>
                <a:ext uri="{FF2B5EF4-FFF2-40B4-BE49-F238E27FC236}">
                  <a16:creationId xmlns:a16="http://schemas.microsoft.com/office/drawing/2014/main" id="{C878B5C8-7132-7DE1-9D58-B3C2918AF350}"/>
                </a:ext>
              </a:extLst>
            </p:cNvPr>
            <p:cNvCxnSpPr/>
            <p:nvPr/>
          </p:nvCxnSpPr>
          <p:spPr>
            <a:xfrm>
              <a:off x="1033272" y="3091466"/>
              <a:ext cx="219456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125" name="統計期間 11">
              <a:extLst>
                <a:ext uri="{FF2B5EF4-FFF2-40B4-BE49-F238E27FC236}">
                  <a16:creationId xmlns:a16="http://schemas.microsoft.com/office/drawing/2014/main" id="{F51EE0FB-A19C-D377-39B5-1C2FA4E1EFDB}"/>
                </a:ext>
              </a:extLst>
            </p:cNvPr>
            <p:cNvSpPr txBox="1"/>
            <p:nvPr/>
          </p:nvSpPr>
          <p:spPr>
            <a:xfrm>
              <a:off x="1033272" y="3241782"/>
              <a:ext cx="2194560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>
                <a:buNone/>
              </a:pPr>
              <a:r>
                <a:rPr lang="zh-TW" altLang="en-US" sz="1400" b="1" dirty="0">
                  <a:solidFill>
                    <a:schemeClr val="accent1"/>
                  </a:solidFill>
                  <a:cs typeface="Manrope"/>
                </a:rPr>
                <a:t>2026/3/15  –  2026/10/4</a:t>
              </a:r>
              <a:endParaRPr lang="zh-TW" altLang="en-US" sz="14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71" name="群組 170">
            <a:extLst>
              <a:ext uri="{FF2B5EF4-FFF2-40B4-BE49-F238E27FC236}">
                <a16:creationId xmlns:a16="http://schemas.microsoft.com/office/drawing/2014/main" id="{4A865EE6-6C6C-A4A7-982E-F2E2F2D0A1C2}"/>
              </a:ext>
            </a:extLst>
          </p:cNvPr>
          <p:cNvGrpSpPr/>
          <p:nvPr/>
        </p:nvGrpSpPr>
        <p:grpSpPr>
          <a:xfrm>
            <a:off x="3703320" y="1653944"/>
            <a:ext cx="7725600" cy="2011677"/>
            <a:chOff x="3703320" y="1653944"/>
            <a:chExt cx="7725600" cy="2011677"/>
          </a:xfrm>
        </p:grpSpPr>
        <p:sp>
          <p:nvSpPr>
            <p:cNvPr id="115" name="Rectangle: Rounded Corners 4">
              <a:extLst>
                <a:ext uri="{FF2B5EF4-FFF2-40B4-BE49-F238E27FC236}">
                  <a16:creationId xmlns:a16="http://schemas.microsoft.com/office/drawing/2014/main" id="{CC999323-960E-C983-8AFA-155AD09134D7}"/>
                </a:ext>
              </a:extLst>
            </p:cNvPr>
            <p:cNvSpPr/>
            <p:nvPr/>
          </p:nvSpPr>
          <p:spPr>
            <a:xfrm>
              <a:off x="3703320" y="1653944"/>
              <a:ext cx="7725600" cy="2011677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28" name="提交長條圖 15" descr="每週提交次數（GitHub）">
              <a:extLst>
                <a:ext uri="{FF2B5EF4-FFF2-40B4-BE49-F238E27FC236}">
                  <a16:creationId xmlns:a16="http://schemas.microsoft.com/office/drawing/2014/main" id="{1EC156F0-8DC6-9569-A77E-96BF4BFA9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1920" y="1847476"/>
              <a:ext cx="7269480" cy="1599907"/>
            </a:xfrm>
            <a:prstGeom prst="rect">
              <a:avLst/>
            </a:prstGeom>
          </p:spPr>
        </p:pic>
      </p:grpSp>
      <p:grpSp>
        <p:nvGrpSpPr>
          <p:cNvPr id="172" name="群組 171">
            <a:extLst>
              <a:ext uri="{FF2B5EF4-FFF2-40B4-BE49-F238E27FC236}">
                <a16:creationId xmlns:a16="http://schemas.microsoft.com/office/drawing/2014/main" id="{67BAD14B-CFC5-F552-C8A9-F77D8D4557FB}"/>
              </a:ext>
            </a:extLst>
          </p:cNvPr>
          <p:cNvGrpSpPr/>
          <p:nvPr/>
        </p:nvGrpSpPr>
        <p:grpSpPr>
          <a:xfrm>
            <a:off x="758952" y="3894218"/>
            <a:ext cx="2530800" cy="1940400"/>
            <a:chOff x="758952" y="3894218"/>
            <a:chExt cx="2530800" cy="1940400"/>
          </a:xfrm>
        </p:grpSpPr>
        <p:sp>
          <p:nvSpPr>
            <p:cNvPr id="120" name="Rectangle: Rounded Corners 4">
              <a:extLst>
                <a:ext uri="{FF2B5EF4-FFF2-40B4-BE49-F238E27FC236}">
                  <a16:creationId xmlns:a16="http://schemas.microsoft.com/office/drawing/2014/main" id="{D63398D0-E6B0-E3DE-E2CC-4B342CFDA6BF}"/>
                </a:ext>
              </a:extLst>
            </p:cNvPr>
            <p:cNvSpPr/>
            <p:nvPr/>
          </p:nvSpPr>
          <p:spPr>
            <a:xfrm>
              <a:off x="758952" y="3894218"/>
              <a:ext cx="2530800" cy="194040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33" name="組員頭像 21">
              <a:extLst>
                <a:ext uri="{FF2B5EF4-FFF2-40B4-BE49-F238E27FC236}">
                  <a16:creationId xmlns:a16="http://schemas.microsoft.com/office/drawing/2014/main" id="{A48F00AE-EAAF-84C8-719F-3DAB6F5AF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1832" y="4077098"/>
              <a:ext cx="432000" cy="432000"/>
            </a:xfrm>
            <a:prstGeom prst="rect">
              <a:avLst/>
            </a:prstGeom>
          </p:spPr>
        </p:pic>
        <p:sp>
          <p:nvSpPr>
            <p:cNvPr id="134" name="頭像框 22">
              <a:extLst>
                <a:ext uri="{FF2B5EF4-FFF2-40B4-BE49-F238E27FC236}">
                  <a16:creationId xmlns:a16="http://schemas.microsoft.com/office/drawing/2014/main" id="{2E717A93-6ECA-F7C6-72EF-321147D4FA40}"/>
                </a:ext>
              </a:extLst>
            </p:cNvPr>
            <p:cNvSpPr/>
            <p:nvPr/>
          </p:nvSpPr>
          <p:spPr>
            <a:xfrm>
              <a:off x="941832" y="4077098"/>
              <a:ext cx="432000" cy="432000"/>
            </a:xfrm>
            <a:prstGeom prst="ellipse">
              <a:avLst/>
            </a:prstGeom>
            <a:noFill/>
            <a:ln w="12700">
              <a:solidFill>
                <a:srgbClr val="D5DEE2"/>
              </a:solidFill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35" name="組員姓名 23">
              <a:extLst>
                <a:ext uri="{FF2B5EF4-FFF2-40B4-BE49-F238E27FC236}">
                  <a16:creationId xmlns:a16="http://schemas.microsoft.com/office/drawing/2014/main" id="{E411E528-E56B-4825-23D3-1175844997C7}"/>
                </a:ext>
              </a:extLst>
            </p:cNvPr>
            <p:cNvSpPr txBox="1"/>
            <p:nvPr/>
          </p:nvSpPr>
          <p:spPr>
            <a:xfrm>
              <a:off x="1545336" y="4049666"/>
              <a:ext cx="115900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500" b="1" spc="50" dirty="0">
                  <a:solidFill>
                    <a:schemeClr val="tx2"/>
                  </a:solidFill>
                </a:rPr>
                <a:t>許凱俊</a:t>
              </a:r>
              <a:endParaRPr lang="zh-TW" altLang="en-US" sz="1500" spc="50" dirty="0">
                <a:solidFill>
                  <a:schemeClr val="tx2"/>
                </a:solidFill>
              </a:endParaRPr>
            </a:p>
          </p:txBody>
        </p:sp>
        <p:sp>
          <p:nvSpPr>
            <p:cNvPr id="136" name="組員學號 24">
              <a:extLst>
                <a:ext uri="{FF2B5EF4-FFF2-40B4-BE49-F238E27FC236}">
                  <a16:creationId xmlns:a16="http://schemas.microsoft.com/office/drawing/2014/main" id="{CA0BE3EF-B6A6-E154-630B-27A8FDEE5E9D}"/>
                </a:ext>
              </a:extLst>
            </p:cNvPr>
            <p:cNvSpPr txBox="1"/>
            <p:nvPr/>
          </p:nvSpPr>
          <p:spPr>
            <a:xfrm>
              <a:off x="1545336" y="4333130"/>
              <a:ext cx="1159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050" b="0" dirty="0">
                  <a:solidFill>
                    <a:srgbClr val="727D81"/>
                  </a:solidFill>
                  <a:cs typeface="Manrope"/>
                </a:rPr>
                <a:t>11246063</a:t>
              </a:r>
              <a:endParaRPr lang="zh-TW" altLang="en-US" sz="1050" dirty="0">
                <a:solidFill>
                  <a:srgbClr val="727D81"/>
                </a:solidFill>
              </a:endParaRPr>
            </a:p>
          </p:txBody>
        </p:sp>
        <p:sp>
          <p:nvSpPr>
            <p:cNvPr id="137" name="排名 25">
              <a:extLst>
                <a:ext uri="{FF2B5EF4-FFF2-40B4-BE49-F238E27FC236}">
                  <a16:creationId xmlns:a16="http://schemas.microsoft.com/office/drawing/2014/main" id="{82299E7E-F499-D03C-7225-21F45EF1F4B8}"/>
                </a:ext>
              </a:extLst>
            </p:cNvPr>
            <p:cNvSpPr/>
            <p:nvPr/>
          </p:nvSpPr>
          <p:spPr>
            <a:xfrm>
              <a:off x="2667762" y="4122818"/>
              <a:ext cx="438912" cy="246888"/>
            </a:xfrm>
            <a:prstGeom prst="roundRect">
              <a:avLst>
                <a:gd name="adj" fmla="val 50000"/>
              </a:avLst>
            </a:prstGeom>
            <a:solidFill>
              <a:srgbClr val="B48A4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None/>
              </a:pPr>
              <a:r>
                <a:rPr lang="zh-TW" altLang="en-US" sz="1100" b="1" dirty="0">
                  <a:solidFill>
                    <a:srgbClr val="FFFFFF"/>
                  </a:solidFill>
                  <a:cs typeface="Manrope"/>
                </a:rPr>
                <a:t>#1</a:t>
              </a:r>
              <a:endParaRPr lang="zh-TW" altLang="en-US" sz="1100" dirty="0"/>
            </a:p>
          </p:txBody>
        </p:sp>
        <p:sp>
          <p:nvSpPr>
            <p:cNvPr id="138" name="組員提交 26">
              <a:extLst>
                <a:ext uri="{FF2B5EF4-FFF2-40B4-BE49-F238E27FC236}">
                  <a16:creationId xmlns:a16="http://schemas.microsoft.com/office/drawing/2014/main" id="{47EB68AB-7CC8-4012-5B8F-675EEB53B870}"/>
                </a:ext>
              </a:extLst>
            </p:cNvPr>
            <p:cNvSpPr txBox="1"/>
            <p:nvPr/>
          </p:nvSpPr>
          <p:spPr>
            <a:xfrm>
              <a:off x="941832" y="4606004"/>
              <a:ext cx="13258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2200" b="1" dirty="0">
                  <a:solidFill>
                    <a:schemeClr val="accent1"/>
                  </a:solidFill>
                  <a:cs typeface="Manrope"/>
                </a:rPr>
                <a:t>295</a:t>
              </a:r>
              <a:r>
                <a:rPr lang="zh-TW" altLang="en-US" sz="1150" b="1" dirty="0">
                  <a:solidFill>
                    <a:srgbClr val="55636A"/>
                  </a:solidFill>
                </a:rPr>
                <a:t> </a:t>
              </a:r>
              <a:r>
                <a:rPr lang="zh-TW" altLang="en-US" sz="1150" dirty="0">
                  <a:solidFill>
                    <a:schemeClr val="tx2"/>
                  </a:solidFill>
                </a:rPr>
                <a:t>次提交</a:t>
              </a:r>
              <a:endParaRPr lang="zh-TW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39" name="增刪行數 27">
              <a:extLst>
                <a:ext uri="{FF2B5EF4-FFF2-40B4-BE49-F238E27FC236}">
                  <a16:creationId xmlns:a16="http://schemas.microsoft.com/office/drawing/2014/main" id="{01BC6DF5-04A5-F78C-95B3-E527E3E3D087}"/>
                </a:ext>
              </a:extLst>
            </p:cNvPr>
            <p:cNvSpPr txBox="1"/>
            <p:nvPr/>
          </p:nvSpPr>
          <p:spPr>
            <a:xfrm>
              <a:off x="2055114" y="4657182"/>
              <a:ext cx="1051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050" b="1" dirty="0">
                  <a:solidFill>
                    <a:srgbClr val="2E7D4F"/>
                  </a:solidFill>
                  <a:cs typeface="Manrope"/>
                </a:rPr>
                <a:t>+566,786</a:t>
              </a:r>
              <a:endParaRPr lang="zh-TW" altLang="en-US" sz="1050" b="1" dirty="0"/>
            </a:p>
            <a:p>
              <a:pPr algn="r">
                <a:buNone/>
              </a:pPr>
              <a:r>
                <a:rPr lang="zh-TW" altLang="en-US" sz="1050" b="1" dirty="0">
                  <a:solidFill>
                    <a:srgbClr val="B4423E"/>
                  </a:solidFill>
                  <a:cs typeface="Manrope"/>
                </a:rPr>
                <a:t>−155,400</a:t>
              </a:r>
              <a:endParaRPr lang="zh-TW" altLang="en-US" sz="1050" b="1" dirty="0"/>
            </a:p>
          </p:txBody>
        </p:sp>
        <p:pic>
          <p:nvPicPr>
            <p:cNvPr id="140" name="組員長條圖 28" descr="許凱俊 每週提交次數">
              <a:extLst>
                <a:ext uri="{FF2B5EF4-FFF2-40B4-BE49-F238E27FC236}">
                  <a16:creationId xmlns:a16="http://schemas.microsoft.com/office/drawing/2014/main" id="{E211C00A-A102-E27D-EAAF-D4A9E135E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6112" y="5020442"/>
              <a:ext cx="2256282" cy="689420"/>
            </a:xfrm>
            <a:prstGeom prst="rect">
              <a:avLst/>
            </a:prstGeom>
          </p:spPr>
        </p:pic>
      </p:grpSp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E5C83870-FEA9-02C9-B5CD-D95CCC141609}"/>
              </a:ext>
            </a:extLst>
          </p:cNvPr>
          <p:cNvGrpSpPr/>
          <p:nvPr/>
        </p:nvGrpSpPr>
        <p:grpSpPr>
          <a:xfrm>
            <a:off x="3472368" y="3894218"/>
            <a:ext cx="2530800" cy="1940400"/>
            <a:chOff x="3472368" y="3894218"/>
            <a:chExt cx="2530800" cy="1940400"/>
          </a:xfrm>
        </p:grpSpPr>
        <p:sp>
          <p:nvSpPr>
            <p:cNvPr id="119" name="Rectangle: Rounded Corners 4">
              <a:extLst>
                <a:ext uri="{FF2B5EF4-FFF2-40B4-BE49-F238E27FC236}">
                  <a16:creationId xmlns:a16="http://schemas.microsoft.com/office/drawing/2014/main" id="{1D895746-0D57-18B7-F87F-D92CEDF95A8C}"/>
                </a:ext>
              </a:extLst>
            </p:cNvPr>
            <p:cNvSpPr/>
            <p:nvPr/>
          </p:nvSpPr>
          <p:spPr>
            <a:xfrm>
              <a:off x="3472368" y="3894218"/>
              <a:ext cx="2530800" cy="194040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41" name="組員頭像 30">
              <a:extLst>
                <a:ext uri="{FF2B5EF4-FFF2-40B4-BE49-F238E27FC236}">
                  <a16:creationId xmlns:a16="http://schemas.microsoft.com/office/drawing/2014/main" id="{C27CDD9C-FFCB-E2B1-9131-F8F339FB4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55314" y="4077098"/>
              <a:ext cx="432000" cy="432000"/>
            </a:xfrm>
            <a:prstGeom prst="rect">
              <a:avLst/>
            </a:prstGeom>
          </p:spPr>
        </p:pic>
        <p:sp>
          <p:nvSpPr>
            <p:cNvPr id="142" name="頭像框 31">
              <a:extLst>
                <a:ext uri="{FF2B5EF4-FFF2-40B4-BE49-F238E27FC236}">
                  <a16:creationId xmlns:a16="http://schemas.microsoft.com/office/drawing/2014/main" id="{D4855C05-3A38-D065-16CE-DC00CB447AF1}"/>
                </a:ext>
              </a:extLst>
            </p:cNvPr>
            <p:cNvSpPr/>
            <p:nvPr/>
          </p:nvSpPr>
          <p:spPr>
            <a:xfrm>
              <a:off x="3655314" y="4077098"/>
              <a:ext cx="432000" cy="432000"/>
            </a:xfrm>
            <a:prstGeom prst="ellipse">
              <a:avLst/>
            </a:prstGeom>
            <a:noFill/>
            <a:ln w="12700">
              <a:solidFill>
                <a:srgbClr val="D5DEE2"/>
              </a:solidFill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43" name="組員姓名 32">
              <a:extLst>
                <a:ext uri="{FF2B5EF4-FFF2-40B4-BE49-F238E27FC236}">
                  <a16:creationId xmlns:a16="http://schemas.microsoft.com/office/drawing/2014/main" id="{FA822808-642F-DDC0-22BB-1910CD2ADB78}"/>
                </a:ext>
              </a:extLst>
            </p:cNvPr>
            <p:cNvSpPr txBox="1"/>
            <p:nvPr/>
          </p:nvSpPr>
          <p:spPr>
            <a:xfrm>
              <a:off x="4258818" y="4049666"/>
              <a:ext cx="115900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500" b="1" spc="50" dirty="0">
                  <a:solidFill>
                    <a:schemeClr val="tx2"/>
                  </a:solidFill>
                </a:rPr>
                <a:t>陳秉鴻</a:t>
              </a:r>
              <a:endParaRPr lang="zh-TW" altLang="en-US" sz="1500" spc="50" dirty="0">
                <a:solidFill>
                  <a:schemeClr val="tx2"/>
                </a:solidFill>
              </a:endParaRPr>
            </a:p>
          </p:txBody>
        </p:sp>
        <p:sp>
          <p:nvSpPr>
            <p:cNvPr id="144" name="組員學號 33">
              <a:extLst>
                <a:ext uri="{FF2B5EF4-FFF2-40B4-BE49-F238E27FC236}">
                  <a16:creationId xmlns:a16="http://schemas.microsoft.com/office/drawing/2014/main" id="{1CC4ADFC-A0C2-C89F-95AA-60CEFF1C148F}"/>
                </a:ext>
              </a:extLst>
            </p:cNvPr>
            <p:cNvSpPr txBox="1"/>
            <p:nvPr/>
          </p:nvSpPr>
          <p:spPr>
            <a:xfrm>
              <a:off x="4258818" y="4333130"/>
              <a:ext cx="1159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050" b="0" dirty="0">
                  <a:solidFill>
                    <a:srgbClr val="727D81"/>
                  </a:solidFill>
                  <a:cs typeface="Manrope"/>
                </a:rPr>
                <a:t>11246065</a:t>
              </a:r>
              <a:endParaRPr lang="zh-TW" altLang="en-US" sz="1050" dirty="0">
                <a:solidFill>
                  <a:srgbClr val="727D81"/>
                </a:solidFill>
              </a:endParaRPr>
            </a:p>
          </p:txBody>
        </p:sp>
        <p:sp>
          <p:nvSpPr>
            <p:cNvPr id="145" name="排名 34">
              <a:extLst>
                <a:ext uri="{FF2B5EF4-FFF2-40B4-BE49-F238E27FC236}">
                  <a16:creationId xmlns:a16="http://schemas.microsoft.com/office/drawing/2014/main" id="{2D19ACB4-2506-FBAA-3296-E88EB27756C5}"/>
                </a:ext>
              </a:extLst>
            </p:cNvPr>
            <p:cNvSpPr/>
            <p:nvPr/>
          </p:nvSpPr>
          <p:spPr>
            <a:xfrm>
              <a:off x="5381244" y="4122818"/>
              <a:ext cx="438912" cy="246888"/>
            </a:xfrm>
            <a:prstGeom prst="roundRect">
              <a:avLst>
                <a:gd name="adj" fmla="val 50000"/>
              </a:avLst>
            </a:prstGeom>
            <a:solidFill>
              <a:srgbClr val="E7ECEE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None/>
              </a:pPr>
              <a:r>
                <a:rPr lang="zh-TW" altLang="en-US" sz="1100" b="1" dirty="0">
                  <a:solidFill>
                    <a:srgbClr val="46555C"/>
                  </a:solidFill>
                  <a:cs typeface="Manrope"/>
                </a:rPr>
                <a:t>#2</a:t>
              </a:r>
              <a:endParaRPr lang="zh-TW" altLang="en-US" sz="1100" dirty="0"/>
            </a:p>
          </p:txBody>
        </p:sp>
        <p:sp>
          <p:nvSpPr>
            <p:cNvPr id="146" name="組員提交 35">
              <a:extLst>
                <a:ext uri="{FF2B5EF4-FFF2-40B4-BE49-F238E27FC236}">
                  <a16:creationId xmlns:a16="http://schemas.microsoft.com/office/drawing/2014/main" id="{0FC8A706-781D-B14C-0FF4-5D475706B6E9}"/>
                </a:ext>
              </a:extLst>
            </p:cNvPr>
            <p:cNvSpPr txBox="1"/>
            <p:nvPr/>
          </p:nvSpPr>
          <p:spPr>
            <a:xfrm>
              <a:off x="3655314" y="4606004"/>
              <a:ext cx="13258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2200" b="1" dirty="0">
                  <a:solidFill>
                    <a:schemeClr val="accent1"/>
                  </a:solidFill>
                  <a:cs typeface="Manrope"/>
                </a:rPr>
                <a:t>144</a:t>
              </a:r>
              <a:r>
                <a:rPr lang="zh-TW" altLang="en-US" sz="1150" b="1" dirty="0">
                  <a:solidFill>
                    <a:schemeClr val="accent1"/>
                  </a:solidFill>
                </a:rPr>
                <a:t> </a:t>
              </a:r>
              <a:r>
                <a:rPr lang="zh-TW" altLang="en-US" sz="1150" dirty="0">
                  <a:solidFill>
                    <a:schemeClr val="tx2"/>
                  </a:solidFill>
                </a:rPr>
                <a:t>次提交</a:t>
              </a:r>
              <a:endParaRPr lang="zh-TW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47" name="增刪行數 36">
              <a:extLst>
                <a:ext uri="{FF2B5EF4-FFF2-40B4-BE49-F238E27FC236}">
                  <a16:creationId xmlns:a16="http://schemas.microsoft.com/office/drawing/2014/main" id="{F00F674F-858E-49C2-CA17-AC5B35D47251}"/>
                </a:ext>
              </a:extLst>
            </p:cNvPr>
            <p:cNvSpPr txBox="1"/>
            <p:nvPr/>
          </p:nvSpPr>
          <p:spPr>
            <a:xfrm>
              <a:off x="4768596" y="4657182"/>
              <a:ext cx="1051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050" b="1" dirty="0">
                  <a:solidFill>
                    <a:srgbClr val="2E7D4F"/>
                  </a:solidFill>
                  <a:cs typeface="Manrope"/>
                </a:rPr>
                <a:t>+302,626</a:t>
              </a:r>
              <a:endParaRPr lang="zh-TW" altLang="en-US" sz="1050" b="1" dirty="0"/>
            </a:p>
            <a:p>
              <a:pPr algn="r">
                <a:buNone/>
              </a:pPr>
              <a:r>
                <a:rPr lang="zh-TW" altLang="en-US" sz="1050" b="1" dirty="0">
                  <a:solidFill>
                    <a:srgbClr val="B4423E"/>
                  </a:solidFill>
                  <a:cs typeface="Manrope"/>
                </a:rPr>
                <a:t>−165,716</a:t>
              </a:r>
              <a:endParaRPr lang="zh-TW" altLang="en-US" sz="1050" b="1" dirty="0"/>
            </a:p>
          </p:txBody>
        </p:sp>
        <p:pic>
          <p:nvPicPr>
            <p:cNvPr id="148" name="組員長條圖 37" descr="陳秉鴻 每週提交次數">
              <a:extLst>
                <a:ext uri="{FF2B5EF4-FFF2-40B4-BE49-F238E27FC236}">
                  <a16:creationId xmlns:a16="http://schemas.microsoft.com/office/drawing/2014/main" id="{12BA365F-C095-3322-98C0-2D39F2DB6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09594" y="5020442"/>
              <a:ext cx="2256282" cy="689420"/>
            </a:xfrm>
            <a:prstGeom prst="rect">
              <a:avLst/>
            </a:prstGeom>
          </p:spPr>
        </p:pic>
      </p:grp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CA163FB2-0660-C6E4-D73E-563610657989}"/>
              </a:ext>
            </a:extLst>
          </p:cNvPr>
          <p:cNvGrpSpPr/>
          <p:nvPr/>
        </p:nvGrpSpPr>
        <p:grpSpPr>
          <a:xfrm>
            <a:off x="6185784" y="3894218"/>
            <a:ext cx="2530800" cy="1940400"/>
            <a:chOff x="6185784" y="3894218"/>
            <a:chExt cx="2530800" cy="1940400"/>
          </a:xfrm>
        </p:grpSpPr>
        <p:sp>
          <p:nvSpPr>
            <p:cNvPr id="118" name="Rectangle: Rounded Corners 4">
              <a:extLst>
                <a:ext uri="{FF2B5EF4-FFF2-40B4-BE49-F238E27FC236}">
                  <a16:creationId xmlns:a16="http://schemas.microsoft.com/office/drawing/2014/main" id="{33BF17E3-3606-D767-A148-B0D884C6E33A}"/>
                </a:ext>
              </a:extLst>
            </p:cNvPr>
            <p:cNvSpPr/>
            <p:nvPr/>
          </p:nvSpPr>
          <p:spPr>
            <a:xfrm>
              <a:off x="6185784" y="3894218"/>
              <a:ext cx="2530800" cy="194040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49" name="組員頭像 39">
              <a:extLst>
                <a:ext uri="{FF2B5EF4-FFF2-40B4-BE49-F238E27FC236}">
                  <a16:creationId xmlns:a16="http://schemas.microsoft.com/office/drawing/2014/main" id="{6AB9D087-3D9E-C74A-F553-44FC299E1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68796" y="4077098"/>
              <a:ext cx="432000" cy="432000"/>
            </a:xfrm>
            <a:prstGeom prst="rect">
              <a:avLst/>
            </a:prstGeom>
          </p:spPr>
        </p:pic>
        <p:sp>
          <p:nvSpPr>
            <p:cNvPr id="150" name="頭像框 40">
              <a:extLst>
                <a:ext uri="{FF2B5EF4-FFF2-40B4-BE49-F238E27FC236}">
                  <a16:creationId xmlns:a16="http://schemas.microsoft.com/office/drawing/2014/main" id="{12904A6C-CC07-FE9C-2BFA-E5DF7B97E3CC}"/>
                </a:ext>
              </a:extLst>
            </p:cNvPr>
            <p:cNvSpPr/>
            <p:nvPr/>
          </p:nvSpPr>
          <p:spPr>
            <a:xfrm>
              <a:off x="6368796" y="4077098"/>
              <a:ext cx="432000" cy="432000"/>
            </a:xfrm>
            <a:prstGeom prst="ellipse">
              <a:avLst/>
            </a:prstGeom>
            <a:noFill/>
            <a:ln w="12700">
              <a:solidFill>
                <a:srgbClr val="D5DEE2"/>
              </a:solidFill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51" name="組員姓名 41">
              <a:extLst>
                <a:ext uri="{FF2B5EF4-FFF2-40B4-BE49-F238E27FC236}">
                  <a16:creationId xmlns:a16="http://schemas.microsoft.com/office/drawing/2014/main" id="{3DB96A26-9283-B78A-C9E8-F5E5F2DC83B7}"/>
                </a:ext>
              </a:extLst>
            </p:cNvPr>
            <p:cNvSpPr txBox="1"/>
            <p:nvPr/>
          </p:nvSpPr>
          <p:spPr>
            <a:xfrm>
              <a:off x="6972300" y="4049666"/>
              <a:ext cx="115900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500" b="1" spc="50" dirty="0">
                  <a:solidFill>
                    <a:schemeClr val="tx2"/>
                  </a:solidFill>
                </a:rPr>
                <a:t>江芸萱</a:t>
              </a:r>
              <a:endParaRPr lang="zh-TW" altLang="en-US" sz="1500" spc="50" dirty="0">
                <a:solidFill>
                  <a:schemeClr val="tx2"/>
                </a:solidFill>
              </a:endParaRPr>
            </a:p>
          </p:txBody>
        </p:sp>
        <p:sp>
          <p:nvSpPr>
            <p:cNvPr id="152" name="組員學號 42">
              <a:extLst>
                <a:ext uri="{FF2B5EF4-FFF2-40B4-BE49-F238E27FC236}">
                  <a16:creationId xmlns:a16="http://schemas.microsoft.com/office/drawing/2014/main" id="{1135E5A4-D9AF-75DE-11D0-810A984320F7}"/>
                </a:ext>
              </a:extLst>
            </p:cNvPr>
            <p:cNvSpPr txBox="1"/>
            <p:nvPr/>
          </p:nvSpPr>
          <p:spPr>
            <a:xfrm>
              <a:off x="6972300" y="4333130"/>
              <a:ext cx="1159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050" b="0" dirty="0">
                  <a:solidFill>
                    <a:srgbClr val="727D81"/>
                  </a:solidFill>
                  <a:cs typeface="Manrope"/>
                </a:rPr>
                <a:t>11246074</a:t>
              </a:r>
              <a:endParaRPr lang="zh-TW" altLang="en-US" sz="1050" dirty="0">
                <a:solidFill>
                  <a:srgbClr val="727D81"/>
                </a:solidFill>
              </a:endParaRPr>
            </a:p>
          </p:txBody>
        </p:sp>
        <p:sp>
          <p:nvSpPr>
            <p:cNvPr id="153" name="排名 43">
              <a:extLst>
                <a:ext uri="{FF2B5EF4-FFF2-40B4-BE49-F238E27FC236}">
                  <a16:creationId xmlns:a16="http://schemas.microsoft.com/office/drawing/2014/main" id="{0C3CE531-544C-7767-BDB2-F13D2B1287B8}"/>
                </a:ext>
              </a:extLst>
            </p:cNvPr>
            <p:cNvSpPr/>
            <p:nvPr/>
          </p:nvSpPr>
          <p:spPr>
            <a:xfrm>
              <a:off x="8094726" y="4122818"/>
              <a:ext cx="438912" cy="246888"/>
            </a:xfrm>
            <a:prstGeom prst="roundRect">
              <a:avLst>
                <a:gd name="adj" fmla="val 50000"/>
              </a:avLst>
            </a:prstGeom>
            <a:solidFill>
              <a:srgbClr val="E7ECEE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None/>
              </a:pPr>
              <a:r>
                <a:rPr lang="zh-TW" altLang="en-US" sz="1100" b="1" dirty="0">
                  <a:solidFill>
                    <a:srgbClr val="46555C"/>
                  </a:solidFill>
                  <a:cs typeface="Manrope"/>
                </a:rPr>
                <a:t>#3</a:t>
              </a:r>
              <a:endParaRPr lang="zh-TW" altLang="en-US" sz="1100" dirty="0"/>
            </a:p>
          </p:txBody>
        </p:sp>
        <p:sp>
          <p:nvSpPr>
            <p:cNvPr id="154" name="組員提交 44">
              <a:extLst>
                <a:ext uri="{FF2B5EF4-FFF2-40B4-BE49-F238E27FC236}">
                  <a16:creationId xmlns:a16="http://schemas.microsoft.com/office/drawing/2014/main" id="{E7B14152-515A-663E-EDD5-8B83D09B7F6D}"/>
                </a:ext>
              </a:extLst>
            </p:cNvPr>
            <p:cNvSpPr txBox="1"/>
            <p:nvPr/>
          </p:nvSpPr>
          <p:spPr>
            <a:xfrm>
              <a:off x="6368796" y="4606004"/>
              <a:ext cx="13258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2200" b="1" dirty="0">
                  <a:solidFill>
                    <a:schemeClr val="accent1"/>
                  </a:solidFill>
                  <a:cs typeface="Manrope"/>
                </a:rPr>
                <a:t>61</a:t>
              </a:r>
              <a:r>
                <a:rPr lang="zh-TW" altLang="en-US" sz="1150" dirty="0">
                  <a:solidFill>
                    <a:schemeClr val="tx2"/>
                  </a:solidFill>
                </a:rPr>
                <a:t> 次提交</a:t>
              </a:r>
              <a:endParaRPr lang="zh-TW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55" name="增刪行數 45">
              <a:extLst>
                <a:ext uri="{FF2B5EF4-FFF2-40B4-BE49-F238E27FC236}">
                  <a16:creationId xmlns:a16="http://schemas.microsoft.com/office/drawing/2014/main" id="{B5268F31-888A-5D3E-D7EF-82557A197B91}"/>
                </a:ext>
              </a:extLst>
            </p:cNvPr>
            <p:cNvSpPr txBox="1"/>
            <p:nvPr/>
          </p:nvSpPr>
          <p:spPr>
            <a:xfrm>
              <a:off x="7482078" y="4657182"/>
              <a:ext cx="1051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050" b="1" dirty="0">
                  <a:solidFill>
                    <a:srgbClr val="2E7D4F"/>
                  </a:solidFill>
                  <a:cs typeface="Manrope"/>
                </a:rPr>
                <a:t>+174,347</a:t>
              </a:r>
              <a:endParaRPr lang="zh-TW" altLang="en-US" sz="1050" b="1" dirty="0"/>
            </a:p>
            <a:p>
              <a:pPr algn="r">
                <a:buNone/>
              </a:pPr>
              <a:r>
                <a:rPr lang="zh-TW" altLang="en-US" sz="1050" b="1" dirty="0">
                  <a:solidFill>
                    <a:srgbClr val="B4423E"/>
                  </a:solidFill>
                  <a:cs typeface="Manrope"/>
                </a:rPr>
                <a:t>−37,689</a:t>
              </a:r>
              <a:endParaRPr lang="zh-TW" altLang="en-US" sz="1050" b="1" dirty="0"/>
            </a:p>
          </p:txBody>
        </p:sp>
        <p:pic>
          <p:nvPicPr>
            <p:cNvPr id="156" name="組員長條圖 46" descr="江芸萱 每週提交次數">
              <a:extLst>
                <a:ext uri="{FF2B5EF4-FFF2-40B4-BE49-F238E27FC236}">
                  <a16:creationId xmlns:a16="http://schemas.microsoft.com/office/drawing/2014/main" id="{28B1FB57-63D0-A17A-630E-8FBB62D67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23076" y="5020442"/>
              <a:ext cx="2256282" cy="689420"/>
            </a:xfrm>
            <a:prstGeom prst="rect">
              <a:avLst/>
            </a:prstGeom>
          </p:spPr>
        </p:pic>
      </p:grpSp>
      <p:grpSp>
        <p:nvGrpSpPr>
          <p:cNvPr id="175" name="群組 174">
            <a:extLst>
              <a:ext uri="{FF2B5EF4-FFF2-40B4-BE49-F238E27FC236}">
                <a16:creationId xmlns:a16="http://schemas.microsoft.com/office/drawing/2014/main" id="{DC8A6C6B-B873-9CED-0D9C-2C0E7FE1739E}"/>
              </a:ext>
            </a:extLst>
          </p:cNvPr>
          <p:cNvGrpSpPr/>
          <p:nvPr/>
        </p:nvGrpSpPr>
        <p:grpSpPr>
          <a:xfrm>
            <a:off x="8899200" y="3894218"/>
            <a:ext cx="2530800" cy="1940400"/>
            <a:chOff x="8899200" y="3894218"/>
            <a:chExt cx="2530800" cy="1940400"/>
          </a:xfrm>
        </p:grpSpPr>
        <p:sp>
          <p:nvSpPr>
            <p:cNvPr id="117" name="Rectangle: Rounded Corners 4">
              <a:extLst>
                <a:ext uri="{FF2B5EF4-FFF2-40B4-BE49-F238E27FC236}">
                  <a16:creationId xmlns:a16="http://schemas.microsoft.com/office/drawing/2014/main" id="{6ABF12BB-AF32-1EED-069B-63228DCDB2B4}"/>
                </a:ext>
              </a:extLst>
            </p:cNvPr>
            <p:cNvSpPr/>
            <p:nvPr/>
          </p:nvSpPr>
          <p:spPr>
            <a:xfrm>
              <a:off x="8899200" y="3894218"/>
              <a:ext cx="2530800" cy="1940400"/>
            </a:xfrm>
            <a:prstGeom prst="roundRect">
              <a:avLst>
                <a:gd name="adj" fmla="val 10322"/>
              </a:avLst>
            </a:prstGeom>
            <a:solidFill>
              <a:srgbClr val="FFFFFF"/>
            </a:solidFill>
            <a:ln>
              <a:noFill/>
            </a:ln>
            <a:effectLst>
              <a:outerShdw blurRad="342900" dist="57150" dir="5400000" algn="t" rotWithShape="0">
                <a:srgbClr val="1F2A30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157" name="組員頭像 48">
              <a:extLst>
                <a:ext uri="{FF2B5EF4-FFF2-40B4-BE49-F238E27FC236}">
                  <a16:creationId xmlns:a16="http://schemas.microsoft.com/office/drawing/2014/main" id="{7D736E66-5C1F-4501-E323-20E612EF9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82278" y="4077098"/>
              <a:ext cx="432000" cy="432000"/>
            </a:xfrm>
            <a:prstGeom prst="rect">
              <a:avLst/>
            </a:prstGeom>
          </p:spPr>
        </p:pic>
        <p:sp>
          <p:nvSpPr>
            <p:cNvPr id="158" name="頭像框 49">
              <a:extLst>
                <a:ext uri="{FF2B5EF4-FFF2-40B4-BE49-F238E27FC236}">
                  <a16:creationId xmlns:a16="http://schemas.microsoft.com/office/drawing/2014/main" id="{B9430966-A312-FB7F-5404-5AFB8C713FAD}"/>
                </a:ext>
              </a:extLst>
            </p:cNvPr>
            <p:cNvSpPr/>
            <p:nvPr/>
          </p:nvSpPr>
          <p:spPr>
            <a:xfrm>
              <a:off x="9082278" y="4077098"/>
              <a:ext cx="432000" cy="432000"/>
            </a:xfrm>
            <a:prstGeom prst="ellipse">
              <a:avLst/>
            </a:prstGeom>
            <a:noFill/>
            <a:ln w="12700">
              <a:solidFill>
                <a:srgbClr val="D5DEE2"/>
              </a:solidFill>
            </a:ln>
          </p:spPr>
          <p:txBody>
            <a:bodyPr rtlCol="0" anchor="ctr"/>
            <a:lstStyle/>
            <a:p>
              <a:endParaRPr lang="zh-TW"/>
            </a:p>
          </p:txBody>
        </p:sp>
        <p:sp>
          <p:nvSpPr>
            <p:cNvPr id="159" name="組員姓名 50">
              <a:extLst>
                <a:ext uri="{FF2B5EF4-FFF2-40B4-BE49-F238E27FC236}">
                  <a16:creationId xmlns:a16="http://schemas.microsoft.com/office/drawing/2014/main" id="{5107B76D-17B8-6C11-1703-3E256B270414}"/>
                </a:ext>
              </a:extLst>
            </p:cNvPr>
            <p:cNvSpPr txBox="1"/>
            <p:nvPr/>
          </p:nvSpPr>
          <p:spPr>
            <a:xfrm>
              <a:off x="9685782" y="4049666"/>
              <a:ext cx="115900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500" b="1" spc="50" dirty="0">
                  <a:solidFill>
                    <a:schemeClr val="tx2"/>
                  </a:solidFill>
                </a:rPr>
                <a:t>連卉媗</a:t>
              </a:r>
              <a:endParaRPr lang="zh-TW" altLang="en-US" sz="1500" spc="50" dirty="0">
                <a:solidFill>
                  <a:schemeClr val="tx2"/>
                </a:solidFill>
              </a:endParaRPr>
            </a:p>
          </p:txBody>
        </p:sp>
        <p:sp>
          <p:nvSpPr>
            <p:cNvPr id="160" name="組員學號 51">
              <a:extLst>
                <a:ext uri="{FF2B5EF4-FFF2-40B4-BE49-F238E27FC236}">
                  <a16:creationId xmlns:a16="http://schemas.microsoft.com/office/drawing/2014/main" id="{755ACF80-528A-58AC-3E90-EE2CCC8554FF}"/>
                </a:ext>
              </a:extLst>
            </p:cNvPr>
            <p:cNvSpPr txBox="1"/>
            <p:nvPr/>
          </p:nvSpPr>
          <p:spPr>
            <a:xfrm>
              <a:off x="9685782" y="4333130"/>
              <a:ext cx="11590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buNone/>
              </a:pPr>
              <a:r>
                <a:rPr lang="zh-TW" altLang="en-US" sz="1050" b="0" dirty="0">
                  <a:solidFill>
                    <a:srgbClr val="727D81"/>
                  </a:solidFill>
                  <a:cs typeface="Manrope"/>
                </a:rPr>
                <a:t>11246072</a:t>
              </a:r>
              <a:endParaRPr lang="zh-TW" altLang="en-US" sz="1050" dirty="0">
                <a:solidFill>
                  <a:srgbClr val="727D81"/>
                </a:solidFill>
              </a:endParaRPr>
            </a:p>
          </p:txBody>
        </p:sp>
        <p:sp>
          <p:nvSpPr>
            <p:cNvPr id="161" name="排名 52">
              <a:extLst>
                <a:ext uri="{FF2B5EF4-FFF2-40B4-BE49-F238E27FC236}">
                  <a16:creationId xmlns:a16="http://schemas.microsoft.com/office/drawing/2014/main" id="{F940F7B8-2534-6667-B4AC-695AE5FF2620}"/>
                </a:ext>
              </a:extLst>
            </p:cNvPr>
            <p:cNvSpPr/>
            <p:nvPr/>
          </p:nvSpPr>
          <p:spPr>
            <a:xfrm>
              <a:off x="10808208" y="4122818"/>
              <a:ext cx="438912" cy="246888"/>
            </a:xfrm>
            <a:prstGeom prst="roundRect">
              <a:avLst>
                <a:gd name="adj" fmla="val 50000"/>
              </a:avLst>
            </a:prstGeom>
            <a:solidFill>
              <a:srgbClr val="E7ECEE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buNone/>
              </a:pPr>
              <a:r>
                <a:rPr lang="zh-TW" altLang="en-US" sz="1100" b="1" dirty="0">
                  <a:solidFill>
                    <a:srgbClr val="46555C"/>
                  </a:solidFill>
                  <a:cs typeface="Manrope"/>
                </a:rPr>
                <a:t>#4</a:t>
              </a:r>
              <a:endParaRPr lang="zh-TW" altLang="en-US" sz="1100" dirty="0"/>
            </a:p>
          </p:txBody>
        </p:sp>
        <p:sp>
          <p:nvSpPr>
            <p:cNvPr id="162" name="組員提交 53">
              <a:extLst>
                <a:ext uri="{FF2B5EF4-FFF2-40B4-BE49-F238E27FC236}">
                  <a16:creationId xmlns:a16="http://schemas.microsoft.com/office/drawing/2014/main" id="{6BD4FAE8-F5D8-2EC9-DBB3-EBE3386A0C73}"/>
                </a:ext>
              </a:extLst>
            </p:cNvPr>
            <p:cNvSpPr txBox="1"/>
            <p:nvPr/>
          </p:nvSpPr>
          <p:spPr>
            <a:xfrm>
              <a:off x="9082278" y="4606004"/>
              <a:ext cx="13258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/>
            <a:p>
              <a:pPr algn="l">
                <a:buNone/>
              </a:pPr>
              <a:r>
                <a:rPr lang="zh-TW" altLang="en-US" sz="2200" b="1" dirty="0">
                  <a:solidFill>
                    <a:schemeClr val="accent1"/>
                  </a:solidFill>
                  <a:cs typeface="Manrope"/>
                </a:rPr>
                <a:t>55</a:t>
              </a:r>
              <a:r>
                <a:rPr lang="zh-TW" altLang="en-US" sz="1150" b="1" dirty="0">
                  <a:solidFill>
                    <a:schemeClr val="accent1"/>
                  </a:solidFill>
                </a:rPr>
                <a:t> </a:t>
              </a:r>
              <a:r>
                <a:rPr lang="zh-TW" altLang="en-US" sz="1150" dirty="0">
                  <a:solidFill>
                    <a:schemeClr val="tx2"/>
                  </a:solidFill>
                </a:rPr>
                <a:t>次提交</a:t>
              </a:r>
              <a:endParaRPr lang="zh-TW" altLang="en-US" sz="1600" dirty="0">
                <a:solidFill>
                  <a:schemeClr val="tx2"/>
                </a:solidFill>
              </a:endParaRPr>
            </a:p>
          </p:txBody>
        </p:sp>
        <p:sp>
          <p:nvSpPr>
            <p:cNvPr id="163" name="增刪行數 54">
              <a:extLst>
                <a:ext uri="{FF2B5EF4-FFF2-40B4-BE49-F238E27FC236}">
                  <a16:creationId xmlns:a16="http://schemas.microsoft.com/office/drawing/2014/main" id="{C6D9E668-0E13-078C-827E-A29C90897DCC}"/>
                </a:ext>
              </a:extLst>
            </p:cNvPr>
            <p:cNvSpPr txBox="1"/>
            <p:nvPr/>
          </p:nvSpPr>
          <p:spPr>
            <a:xfrm>
              <a:off x="10195560" y="4657182"/>
              <a:ext cx="105156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buNone/>
              </a:pPr>
              <a:r>
                <a:rPr lang="zh-TW" altLang="en-US" sz="1050" b="1" dirty="0">
                  <a:solidFill>
                    <a:srgbClr val="2E7D4F"/>
                  </a:solidFill>
                  <a:cs typeface="Manrope"/>
                </a:rPr>
                <a:t>+115,368</a:t>
              </a:r>
              <a:endParaRPr lang="zh-TW" altLang="en-US" sz="1050" b="1" dirty="0"/>
            </a:p>
            <a:p>
              <a:pPr algn="r">
                <a:buNone/>
              </a:pPr>
              <a:r>
                <a:rPr lang="zh-TW" altLang="en-US" sz="1050" b="1" dirty="0">
                  <a:solidFill>
                    <a:srgbClr val="B4423E"/>
                  </a:solidFill>
                  <a:cs typeface="Manrope"/>
                </a:rPr>
                <a:t>−29,734</a:t>
              </a:r>
              <a:endParaRPr lang="zh-TW" altLang="en-US" sz="1050" b="1" dirty="0"/>
            </a:p>
          </p:txBody>
        </p:sp>
        <p:pic>
          <p:nvPicPr>
            <p:cNvPr id="164" name="組員長條圖 55" descr="連卉媗 每週提交次數">
              <a:extLst>
                <a:ext uri="{FF2B5EF4-FFF2-40B4-BE49-F238E27FC236}">
                  <a16:creationId xmlns:a16="http://schemas.microsoft.com/office/drawing/2014/main" id="{002FA3BB-F7D0-5FEC-A4A3-95143E361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36558" y="5020442"/>
              <a:ext cx="2256282" cy="689420"/>
            </a:xfrm>
            <a:prstGeom prst="rect">
              <a:avLst/>
            </a:prstGeom>
          </p:spPr>
        </p:pic>
      </p:grpSp>
      <p:sp>
        <p:nvSpPr>
          <p:cNvPr id="176" name="文字方塊 175">
            <a:extLst>
              <a:ext uri="{FF2B5EF4-FFF2-40B4-BE49-F238E27FC236}">
                <a16:creationId xmlns:a16="http://schemas.microsoft.com/office/drawing/2014/main" id="{5EA84D26-7BE1-5F09-D485-AF9FFA2CA77B}"/>
              </a:ext>
            </a:extLst>
          </p:cNvPr>
          <p:cNvSpPr txBox="1"/>
          <p:nvPr/>
        </p:nvSpPr>
        <p:spPr>
          <a:xfrm>
            <a:off x="381548" y="19011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086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8DC7-E360-91C6-DD7D-269B32FE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8">
            <a:extLst>
              <a:ext uri="{FF2B5EF4-FFF2-40B4-BE49-F238E27FC236}">
                <a16:creationId xmlns:a16="http://schemas.microsoft.com/office/drawing/2014/main" id="{663D3380-3B68-2991-FECC-EDCFEAC9FBD4}"/>
              </a:ext>
            </a:extLst>
          </p:cNvPr>
          <p:cNvSpPr/>
          <p:nvPr/>
        </p:nvSpPr>
        <p:spPr>
          <a:xfrm>
            <a:off x="3134678" y="0"/>
            <a:ext cx="5922645" cy="3200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963AF71F-6ED2-7CCD-1715-A85D69909E94}"/>
              </a:ext>
            </a:extLst>
          </p:cNvPr>
          <p:cNvSpPr/>
          <p:nvPr/>
        </p:nvSpPr>
        <p:spPr>
          <a:xfrm>
            <a:off x="-1047666" y="-925805"/>
            <a:ext cx="2493008" cy="2493006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633360C0-B41F-147E-9EE9-5A6EF7537B6D}"/>
              </a:ext>
            </a:extLst>
          </p:cNvPr>
          <p:cNvSpPr/>
          <p:nvPr/>
        </p:nvSpPr>
        <p:spPr>
          <a:xfrm>
            <a:off x="6698064" y="-2017352"/>
            <a:ext cx="3278956" cy="3278954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05ABAA79-9A86-56CB-C5FF-5BC890095B2D}"/>
              </a:ext>
            </a:extLst>
          </p:cNvPr>
          <p:cNvSpPr/>
          <p:nvPr/>
        </p:nvSpPr>
        <p:spPr>
          <a:xfrm>
            <a:off x="10058483" y="3728128"/>
            <a:ext cx="4871045" cy="4871042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F5C2317-19C2-95FB-07C2-014365E5BE50}"/>
              </a:ext>
            </a:extLst>
          </p:cNvPr>
          <p:cNvSpPr txBox="1"/>
          <p:nvPr/>
        </p:nvSpPr>
        <p:spPr>
          <a:xfrm>
            <a:off x="4201891" y="2490014"/>
            <a:ext cx="378821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6200" b="1" kern="0" spc="1000" dirty="0">
                <a:solidFill>
                  <a:schemeClr val="tx2"/>
                </a:solidFill>
                <a:latin typeface="+mj-ea"/>
                <a:ea typeface="+mj-ea"/>
              </a:rPr>
              <a:t>感謝聆</a:t>
            </a:r>
            <a:r>
              <a:rPr lang="zh-TW" altLang="en-US" sz="6200" b="1" kern="0" spc="300" dirty="0">
                <a:solidFill>
                  <a:schemeClr val="tx2"/>
                </a:solidFill>
                <a:latin typeface="+mj-ea"/>
                <a:ea typeface="+mj-ea"/>
              </a:rPr>
              <a:t>聽</a:t>
            </a:r>
            <a:endParaRPr kumimoji="0" lang="id-ID" sz="6200" b="1" i="0" u="none" strike="noStrike" kern="0" cap="none" spc="3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166AC6F-9EF8-C51B-5E87-353065D072A4}"/>
              </a:ext>
            </a:extLst>
          </p:cNvPr>
          <p:cNvSpPr txBox="1"/>
          <p:nvPr/>
        </p:nvSpPr>
        <p:spPr>
          <a:xfrm>
            <a:off x="4584208" y="3598546"/>
            <a:ext cx="30235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200" b="1" spc="150" dirty="0">
                <a:solidFill>
                  <a:schemeClr val="accent1"/>
                </a:solidFill>
                <a:ea typeface="+mj-ea"/>
              </a:rPr>
              <a:t>Thank You</a:t>
            </a:r>
            <a:endParaRPr lang="id-ID" sz="4200" b="1" spc="150" dirty="0">
              <a:solidFill>
                <a:schemeClr val="accent1"/>
              </a:solidFill>
              <a:ea typeface="+mj-ea"/>
            </a:endParaRPr>
          </a:p>
        </p:txBody>
      </p:sp>
      <p:sp useBgFill="1">
        <p:nvSpPr>
          <p:cNvPr id="5" name="Rectangle 10">
            <a:extLst>
              <a:ext uri="{FF2B5EF4-FFF2-40B4-BE49-F238E27FC236}">
                <a16:creationId xmlns:a16="http://schemas.microsoft.com/office/drawing/2014/main" id="{937AFA16-0C0B-EA77-3D5B-5E45DA6F1692}"/>
              </a:ext>
            </a:extLst>
          </p:cNvPr>
          <p:cNvSpPr/>
          <p:nvPr/>
        </p:nvSpPr>
        <p:spPr>
          <a:xfrm>
            <a:off x="3034604" y="3579046"/>
            <a:ext cx="6240780" cy="3278954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E94B765B-7FA4-1C5D-CF06-9B1FB4BA442B}"/>
              </a:ext>
            </a:extLst>
          </p:cNvPr>
          <p:cNvSpPr/>
          <p:nvPr/>
        </p:nvSpPr>
        <p:spPr>
          <a:xfrm>
            <a:off x="-1523915" y="5036845"/>
            <a:ext cx="3352716" cy="3352713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71678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accel="100000" fill="hold" grpId="1" nodeType="withEffect" p14:presetBounceEnd="98000">
                                      <p:stCondLst>
                                        <p:cond delay="25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accel="7000" decel="93000" fill="hold" grpId="2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4.16667E-6 3.7037E-6 L -0.5651 3.7037E-6 " pathEditMode="relative" rAng="0" ptsTypes="AA">
                                          <p:cBhvr>
                                            <p:cTn id="12" dur="5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25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ccel="100000" fill="hold" grpId="1" nodeType="withEffect" p14:presetBounceEnd="98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18" dur="1000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1.85185E-6 L 0.00247 0.69606 " pathEditMode="relative" rAng="0" ptsTypes="AA">
                                          <p:cBhvr>
                                            <p:cTn id="20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ccel="100000" fill="hold" grpId="1" nodeType="withEffect" p14:presetBounceEnd="98000">
                                      <p:stCondLst>
                                        <p:cond delay="75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26" dur="1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4.16667E-7 -2.22222E-6 L 4.16667E-7 -0.79583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9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6" presetClass="emph" presetSubtype="0" accel="100000" fill="hold" grpId="1" nodeType="withEffect" p14:presetBounceEnd="98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34" dur="1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73472E-18 3.7037E-6 L 0.84609 3.7037E-6 " pathEditMode="relative" rAng="0" ptsTypes="AA">
                                          <p:cBhvr>
                                            <p:cTn id="36" dur="5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230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decel="10000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xit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42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decel="10000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8" grpId="0" animBg="1"/>
          <p:bldP spid="8" grpId="1" animBg="1"/>
          <p:bldP spid="8" grpId="2" animBg="1"/>
          <p:bldP spid="9" grpId="0" animBg="1"/>
          <p:bldP spid="9" grpId="1" animBg="1"/>
          <p:bldP spid="9" grpId="2" animBg="1"/>
          <p:bldP spid="4" grpId="0"/>
          <p:bldP spid="2" grpId="0"/>
          <p:bldP spid="5" grpId="0" animBg="1"/>
          <p:bldP spid="7" grpId="0" animBg="1"/>
          <p:bldP spid="7" grpId="1" animBg="1"/>
          <p:bldP spid="7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accel="10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Scale>
                                          <p:cBhvr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accel="7000" decel="93000" fill="hold" grpId="2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4.16667E-6 3.7037E-6 L -0.5651 3.7037E-6 " pathEditMode="relative" rAng="0" ptsTypes="AA">
                                          <p:cBhvr>
                                            <p:cTn id="12" dur="5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25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ccel="10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1000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1.85185E-6 L 0.00247 0.69606 " pathEditMode="relative" rAng="0" ptsTypes="AA">
                                          <p:cBhvr>
                                            <p:cTn id="20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ccel="10000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1000" fill="hold"/>
                                            <p:tgtEl>
                                              <p:spTgt spid="1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2.91667E-6 -4.07407E-6 L 0.11432 0.00232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716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6" presetClass="emph" presetSubtype="0" accel="10000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34" dur="1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4.16667E-7 -2.22222E-6 L 4.16667E-7 -0.79583 " pathEditMode="relative" rAng="0" ptsTypes="AA">
                                          <p:cBhvr>
                                            <p:cTn id="36" dur="5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9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6" presetClass="emph" presetSubtype="0" accel="10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42" dur="1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3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73472E-18 3.7037E-6 L 0.84609 3.7037E-6 " pathEditMode="relative" rAng="0" ptsTypes="AA">
                                          <p:cBhvr>
                                            <p:cTn id="44" dur="5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230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decel="10000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xit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50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decel="10000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8" grpId="0" animBg="1"/>
          <p:bldP spid="8" grpId="1" animBg="1"/>
          <p:bldP spid="8" grpId="2" animBg="1"/>
          <p:bldP spid="9" grpId="0" animBg="1"/>
          <p:bldP spid="9" grpId="1" animBg="1"/>
          <p:bldP spid="9" grpId="2" animBg="1"/>
          <p:bldP spid="10" grpId="0" animBg="1"/>
          <p:bldP spid="10" grpId="1" animBg="1"/>
          <p:bldP spid="10" grpId="2" animBg="1"/>
          <p:bldP spid="4" grpId="0"/>
          <p:bldP spid="2" grpId="0"/>
          <p:bldP spid="5" grpId="0" animBg="1"/>
          <p:bldP spid="7" grpId="0" animBg="1"/>
          <p:bldP spid="7" grpId="1" animBg="1"/>
          <p:bldP spid="7" grpId="2" animBg="1"/>
        </p:bld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DA475-668B-0A49-7E75-6199BA75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20A3E3CB-89B1-8FB8-4AA0-635D5AC3D6C9}"/>
              </a:ext>
            </a:extLst>
          </p:cNvPr>
          <p:cNvSpPr txBox="1"/>
          <p:nvPr/>
        </p:nvSpPr>
        <p:spPr>
          <a:xfrm>
            <a:off x="981143" y="1814922"/>
            <a:ext cx="605118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Q&amp;A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1E1EABE-CF3F-435D-F316-B15870664EB8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600" dirty="0">
                <a:solidFill>
                  <a:schemeClr val="bg1"/>
                </a:solidFill>
                <a:latin typeface="+mj-ea"/>
                <a:ea typeface="+mj-ea"/>
              </a:rPr>
              <a:t>評審問答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0CFC9AB-F211-E047-5922-B1D0113763D7}"/>
              </a:ext>
            </a:extLst>
          </p:cNvPr>
          <p:cNvSpPr txBox="1"/>
          <p:nvPr/>
        </p:nvSpPr>
        <p:spPr>
          <a:xfrm>
            <a:off x="1132114" y="5273745"/>
            <a:ext cx="3294467" cy="498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400" spc="2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敬請評審老師指教</a:t>
            </a:r>
          </a:p>
        </p:txBody>
      </p:sp>
    </p:spTree>
    <p:extLst>
      <p:ext uri="{BB962C8B-B14F-4D97-AF65-F5344CB8AC3E}">
        <p14:creationId xmlns:p14="http://schemas.microsoft.com/office/powerpoint/2010/main" val="2298345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A3A83-9CD1-4577-7C0A-AF7AA1E43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5F35D827-562A-A9F5-935C-77177FB6F39B}"/>
              </a:ext>
            </a:extLst>
          </p:cNvPr>
          <p:cNvSpPr txBox="1"/>
          <p:nvPr/>
        </p:nvSpPr>
        <p:spPr>
          <a:xfrm>
            <a:off x="681136" y="523639"/>
            <a:ext cx="77458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參考資料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990F15-9262-459D-1325-48D8604D8E9A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REFERENCES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8AA6BF0-F9D0-9736-2919-811707B125A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34</a:t>
            </a:r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" name="!!分隔線">
            <a:extLst>
              <a:ext uri="{FF2B5EF4-FFF2-40B4-BE49-F238E27FC236}">
                <a16:creationId xmlns:a16="http://schemas.microsoft.com/office/drawing/2014/main" id="{B5BAC43D-DF17-D6BF-B74C-9921EB6C1C5B}"/>
              </a:ext>
            </a:extLst>
          </p:cNvPr>
          <p:cNvCxnSpPr/>
          <p:nvPr/>
        </p:nvCxnSpPr>
        <p:spPr>
          <a:xfrm>
            <a:off x="758952" y="1336676"/>
            <a:ext cx="10671048" cy="0"/>
          </a:xfrm>
          <a:prstGeom prst="line">
            <a:avLst/>
          </a:prstGeom>
          <a:ln w="9525">
            <a:solidFill>
              <a:srgbClr val="D5DEE2"/>
            </a:solidFill>
          </a:ln>
        </p:spPr>
      </p:cxn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BC255CAE-A5C3-D2D9-7DEE-58383611F36C}"/>
              </a:ext>
            </a:extLst>
          </p:cNvPr>
          <p:cNvGrpSpPr/>
          <p:nvPr/>
        </p:nvGrpSpPr>
        <p:grpSpPr>
          <a:xfrm>
            <a:off x="758952" y="1790704"/>
            <a:ext cx="3285998" cy="4032000"/>
            <a:chOff x="758952" y="1790704"/>
            <a:chExt cx="3285998" cy="4032000"/>
          </a:xfrm>
        </p:grpSpPr>
        <p:sp useBgFill="1">
          <p:nvSpPr>
            <p:cNvPr id="34" name="Rectangle: Rounded Corners 21">
              <a:extLst>
                <a:ext uri="{FF2B5EF4-FFF2-40B4-BE49-F238E27FC236}">
                  <a16:creationId xmlns:a16="http://schemas.microsoft.com/office/drawing/2014/main" id="{DCE6472E-258F-65EA-E469-B3DF57005746}"/>
                </a:ext>
              </a:extLst>
            </p:cNvPr>
            <p:cNvSpPr/>
            <p:nvPr/>
          </p:nvSpPr>
          <p:spPr>
            <a:xfrm>
              <a:off x="758952" y="1790704"/>
              <a:ext cx="3285998" cy="4032000"/>
            </a:xfrm>
            <a:prstGeom prst="roundRect">
              <a:avLst>
                <a:gd name="adj" fmla="val 979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Graphic 18">
              <a:extLst>
                <a:ext uri="{FF2B5EF4-FFF2-40B4-BE49-F238E27FC236}">
                  <a16:creationId xmlns:a16="http://schemas.microsoft.com/office/drawing/2014/main" id="{5654A907-9ED3-600C-6BFD-C9C534C38F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3951" y="2007929"/>
              <a:ext cx="468000" cy="50968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46" name="線條 10">
              <a:extLst>
                <a:ext uri="{FF2B5EF4-FFF2-40B4-BE49-F238E27FC236}">
                  <a16:creationId xmlns:a16="http://schemas.microsoft.com/office/drawing/2014/main" id="{C0C2D724-CCEB-8C1B-D015-AD77461CF48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951" y="2714498"/>
              <a:ext cx="2736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48" name="文字 13">
              <a:extLst>
                <a:ext uri="{FF2B5EF4-FFF2-40B4-BE49-F238E27FC236}">
                  <a16:creationId xmlns:a16="http://schemas.microsoft.com/office/drawing/2014/main" id="{E20FDDBE-6700-11B7-324A-7AE138FEC84A}"/>
                </a:ext>
              </a:extLst>
            </p:cNvPr>
            <p:cNvSpPr txBox="1"/>
            <p:nvPr/>
          </p:nvSpPr>
          <p:spPr>
            <a:xfrm>
              <a:off x="1708150" y="1970161"/>
              <a:ext cx="161335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50" dirty="0">
                  <a:latin typeface="+mn-ea"/>
                </a:rPr>
                <a:t>法規與條款</a:t>
              </a:r>
            </a:p>
          </p:txBody>
        </p:sp>
        <p:sp>
          <p:nvSpPr>
            <p:cNvPr id="50" name="文字 14">
              <a:extLst>
                <a:ext uri="{FF2B5EF4-FFF2-40B4-BE49-F238E27FC236}">
                  <a16:creationId xmlns:a16="http://schemas.microsoft.com/office/drawing/2014/main" id="{8901D2DA-04BB-24D6-2D05-4C461E024BC8}"/>
                </a:ext>
              </a:extLst>
            </p:cNvPr>
            <p:cNvSpPr txBox="1"/>
            <p:nvPr/>
          </p:nvSpPr>
          <p:spPr>
            <a:xfrm>
              <a:off x="1033952" y="2774311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個人資料保護法</a:t>
              </a:r>
            </a:p>
          </p:txBody>
        </p:sp>
        <p:sp>
          <p:nvSpPr>
            <p:cNvPr id="51" name="文字 14">
              <a:extLst>
                <a:ext uri="{FF2B5EF4-FFF2-40B4-BE49-F238E27FC236}">
                  <a16:creationId xmlns:a16="http://schemas.microsoft.com/office/drawing/2014/main" id="{4FA2AEF8-DB8E-8B91-6CC4-000F9FCC4EF5}"/>
                </a:ext>
              </a:extLst>
            </p:cNvPr>
            <p:cNvSpPr txBox="1"/>
            <p:nvPr/>
          </p:nvSpPr>
          <p:spPr>
            <a:xfrm>
              <a:off x="1033952" y="3162176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全國法規資料庫</a:t>
              </a:r>
            </a:p>
          </p:txBody>
        </p:sp>
        <p:sp>
          <p:nvSpPr>
            <p:cNvPr id="54" name="文字 14">
              <a:extLst>
                <a:ext uri="{FF2B5EF4-FFF2-40B4-BE49-F238E27FC236}">
                  <a16:creationId xmlns:a16="http://schemas.microsoft.com/office/drawing/2014/main" id="{8BF8E3E7-A9F1-5514-6CBA-D3E9C3F921B1}"/>
                </a:ext>
              </a:extLst>
            </p:cNvPr>
            <p:cNvSpPr txBox="1"/>
            <p:nvPr/>
          </p:nvSpPr>
          <p:spPr>
            <a:xfrm>
              <a:off x="1033952" y="3714724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電子支付機構管理條例</a:t>
              </a:r>
            </a:p>
          </p:txBody>
        </p:sp>
        <p:sp>
          <p:nvSpPr>
            <p:cNvPr id="55" name="文字 14">
              <a:extLst>
                <a:ext uri="{FF2B5EF4-FFF2-40B4-BE49-F238E27FC236}">
                  <a16:creationId xmlns:a16="http://schemas.microsoft.com/office/drawing/2014/main" id="{9E5783A9-B01B-60E5-F5B3-6AD4E9DF6D00}"/>
                </a:ext>
              </a:extLst>
            </p:cNvPr>
            <p:cNvSpPr txBox="1"/>
            <p:nvPr/>
          </p:nvSpPr>
          <p:spPr>
            <a:xfrm>
              <a:off x="1033952" y="4102589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全國法規資料庫</a:t>
              </a:r>
            </a:p>
          </p:txBody>
        </p:sp>
        <p:sp>
          <p:nvSpPr>
            <p:cNvPr id="65" name="文字 14">
              <a:extLst>
                <a:ext uri="{FF2B5EF4-FFF2-40B4-BE49-F238E27FC236}">
                  <a16:creationId xmlns:a16="http://schemas.microsoft.com/office/drawing/2014/main" id="{6D3BB553-F6EB-01A6-EA0F-2B5947F1618D}"/>
                </a:ext>
              </a:extLst>
            </p:cNvPr>
            <p:cNvSpPr txBox="1"/>
            <p:nvPr/>
          </p:nvSpPr>
          <p:spPr>
            <a:xfrm>
              <a:off x="1033952" y="4655137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二手書代售條款</a:t>
              </a:r>
            </a:p>
          </p:txBody>
        </p:sp>
        <p:sp>
          <p:nvSpPr>
            <p:cNvPr id="66" name="文字 14">
              <a:extLst>
                <a:ext uri="{FF2B5EF4-FFF2-40B4-BE49-F238E27FC236}">
                  <a16:creationId xmlns:a16="http://schemas.microsoft.com/office/drawing/2014/main" id="{B6BA11DD-6417-B0FB-9541-8E6981DB3E87}"/>
                </a:ext>
              </a:extLst>
            </p:cNvPr>
            <p:cNvSpPr txBox="1"/>
            <p:nvPr/>
          </p:nvSpPr>
          <p:spPr>
            <a:xfrm>
              <a:off x="1033952" y="5043002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TAAZE 讀冊生活</a:t>
              </a:r>
            </a:p>
          </p:txBody>
        </p:sp>
        <p:pic>
          <p:nvPicPr>
            <p:cNvPr id="101" name="圖示 8">
              <a:extLst>
                <a:ext uri="{FF2B5EF4-FFF2-40B4-BE49-F238E27FC236}">
                  <a16:creationId xmlns:a16="http://schemas.microsoft.com/office/drawing/2014/main" id="{820FC7DC-6610-0D65-4A78-DD9C6FFB5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3520" y="2120781"/>
              <a:ext cx="288000" cy="288000"/>
            </a:xfrm>
            <a:prstGeom prst="rect">
              <a:avLst/>
            </a:prstGeom>
          </p:spPr>
        </p:pic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7DF0D625-4BE9-598F-7FEB-FF88534F76AB}"/>
              </a:ext>
            </a:extLst>
          </p:cNvPr>
          <p:cNvGrpSpPr/>
          <p:nvPr/>
        </p:nvGrpSpPr>
        <p:grpSpPr>
          <a:xfrm>
            <a:off x="4451477" y="1790704"/>
            <a:ext cx="3285998" cy="4032000"/>
            <a:chOff x="4451477" y="1790704"/>
            <a:chExt cx="3285998" cy="4032000"/>
          </a:xfrm>
        </p:grpSpPr>
        <p:sp useBgFill="1">
          <p:nvSpPr>
            <p:cNvPr id="79" name="Rectangle: Rounded Corners 21">
              <a:extLst>
                <a:ext uri="{FF2B5EF4-FFF2-40B4-BE49-F238E27FC236}">
                  <a16:creationId xmlns:a16="http://schemas.microsoft.com/office/drawing/2014/main" id="{8A33A336-D64D-5720-4C26-B5D60BE3AC87}"/>
                </a:ext>
              </a:extLst>
            </p:cNvPr>
            <p:cNvSpPr/>
            <p:nvPr/>
          </p:nvSpPr>
          <p:spPr>
            <a:xfrm>
              <a:off x="4451477" y="1790704"/>
              <a:ext cx="3285998" cy="4032000"/>
            </a:xfrm>
            <a:prstGeom prst="roundRect">
              <a:avLst>
                <a:gd name="adj" fmla="val 979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Graphic 18">
              <a:extLst>
                <a:ext uri="{FF2B5EF4-FFF2-40B4-BE49-F238E27FC236}">
                  <a16:creationId xmlns:a16="http://schemas.microsoft.com/office/drawing/2014/main" id="{9EA971A3-3385-8A37-69FC-AFBD11C367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6476" y="2007929"/>
              <a:ext cx="468000" cy="50968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81" name="線條 10">
              <a:extLst>
                <a:ext uri="{FF2B5EF4-FFF2-40B4-BE49-F238E27FC236}">
                  <a16:creationId xmlns:a16="http://schemas.microsoft.com/office/drawing/2014/main" id="{DD38D412-5CCD-DE55-54D3-3CD23AB22ABF}"/>
                </a:ext>
              </a:extLst>
            </p:cNvPr>
            <p:cNvCxnSpPr>
              <a:cxnSpLocks/>
            </p:cNvCxnSpPr>
            <p:nvPr/>
          </p:nvCxnSpPr>
          <p:spPr>
            <a:xfrm>
              <a:off x="4726476" y="2714498"/>
              <a:ext cx="2736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82" name="文字 13">
              <a:extLst>
                <a:ext uri="{FF2B5EF4-FFF2-40B4-BE49-F238E27FC236}">
                  <a16:creationId xmlns:a16="http://schemas.microsoft.com/office/drawing/2014/main" id="{8B61CD5F-A726-F7D7-3462-2D0A8F927350}"/>
                </a:ext>
              </a:extLst>
            </p:cNvPr>
            <p:cNvSpPr txBox="1"/>
            <p:nvPr/>
          </p:nvSpPr>
          <p:spPr>
            <a:xfrm>
              <a:off x="5400675" y="1970161"/>
              <a:ext cx="161335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50" dirty="0">
                  <a:latin typeface="+mn-ea"/>
                </a:rPr>
                <a:t>硬體與金流</a:t>
              </a:r>
            </a:p>
          </p:txBody>
        </p:sp>
        <p:sp>
          <p:nvSpPr>
            <p:cNvPr id="83" name="文字 14">
              <a:extLst>
                <a:ext uri="{FF2B5EF4-FFF2-40B4-BE49-F238E27FC236}">
                  <a16:creationId xmlns:a16="http://schemas.microsoft.com/office/drawing/2014/main" id="{A8A593A4-17E4-4F30-833B-DD72C6287D49}"/>
                </a:ext>
              </a:extLst>
            </p:cNvPr>
            <p:cNvSpPr txBox="1"/>
            <p:nvPr/>
          </p:nvSpPr>
          <p:spPr>
            <a:xfrm>
              <a:off x="4726477" y="2774311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ESP32-S3 規格書</a:t>
              </a:r>
            </a:p>
          </p:txBody>
        </p:sp>
        <p:sp>
          <p:nvSpPr>
            <p:cNvPr id="84" name="文字 14">
              <a:extLst>
                <a:ext uri="{FF2B5EF4-FFF2-40B4-BE49-F238E27FC236}">
                  <a16:creationId xmlns:a16="http://schemas.microsoft.com/office/drawing/2014/main" id="{AA12D14A-9E4B-E38B-0C6E-9150DFB9A9A4}"/>
                </a:ext>
              </a:extLst>
            </p:cNvPr>
            <p:cNvSpPr txBox="1"/>
            <p:nvPr/>
          </p:nvSpPr>
          <p:spPr>
            <a:xfrm>
              <a:off x="4726477" y="3162176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Espressif Systems</a:t>
              </a:r>
            </a:p>
          </p:txBody>
        </p:sp>
        <p:sp>
          <p:nvSpPr>
            <p:cNvPr id="85" name="文字 14">
              <a:extLst>
                <a:ext uri="{FF2B5EF4-FFF2-40B4-BE49-F238E27FC236}">
                  <a16:creationId xmlns:a16="http://schemas.microsoft.com/office/drawing/2014/main" id="{9B4BAEAE-F60F-6D5A-3ABE-BEA44466217F}"/>
                </a:ext>
              </a:extLst>
            </p:cNvPr>
            <p:cNvSpPr txBox="1"/>
            <p:nvPr/>
          </p:nvSpPr>
          <p:spPr>
            <a:xfrm>
              <a:off x="4726477" y="3714724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SRD-05VDC 繼電器</a:t>
              </a:r>
            </a:p>
          </p:txBody>
        </p:sp>
        <p:sp>
          <p:nvSpPr>
            <p:cNvPr id="86" name="文字 14">
              <a:extLst>
                <a:ext uri="{FF2B5EF4-FFF2-40B4-BE49-F238E27FC236}">
                  <a16:creationId xmlns:a16="http://schemas.microsoft.com/office/drawing/2014/main" id="{79B2DB93-A4C2-1263-780E-30F6B72A6CF9}"/>
                </a:ext>
              </a:extLst>
            </p:cNvPr>
            <p:cNvSpPr txBox="1"/>
            <p:nvPr/>
          </p:nvSpPr>
          <p:spPr>
            <a:xfrm>
              <a:off x="4726477" y="4102589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Handson Technology</a:t>
              </a:r>
            </a:p>
          </p:txBody>
        </p:sp>
        <p:sp>
          <p:nvSpPr>
            <p:cNvPr id="87" name="文字 14">
              <a:extLst>
                <a:ext uri="{FF2B5EF4-FFF2-40B4-BE49-F238E27FC236}">
                  <a16:creationId xmlns:a16="http://schemas.microsoft.com/office/drawing/2014/main" id="{B3314296-3CD2-BDED-6747-A31344B5415E}"/>
                </a:ext>
              </a:extLst>
            </p:cNvPr>
            <p:cNvSpPr txBox="1"/>
            <p:nvPr/>
          </p:nvSpPr>
          <p:spPr>
            <a:xfrm>
              <a:off x="4726477" y="4655137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ja-JP" altLang="en-US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金流服務費率表</a:t>
              </a:r>
            </a:p>
          </p:txBody>
        </p:sp>
        <p:sp>
          <p:nvSpPr>
            <p:cNvPr id="88" name="文字 14">
              <a:extLst>
                <a:ext uri="{FF2B5EF4-FFF2-40B4-BE49-F238E27FC236}">
                  <a16:creationId xmlns:a16="http://schemas.microsoft.com/office/drawing/2014/main" id="{5CB879DF-234C-B090-B668-1466A850EAC5}"/>
                </a:ext>
              </a:extLst>
            </p:cNvPr>
            <p:cNvSpPr txBox="1"/>
            <p:nvPr/>
          </p:nvSpPr>
          <p:spPr>
            <a:xfrm>
              <a:off x="4726477" y="5043002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綠界科技</a:t>
              </a:r>
            </a:p>
          </p:txBody>
        </p:sp>
        <p:pic>
          <p:nvPicPr>
            <p:cNvPr id="102" name="圖示 19">
              <a:extLst>
                <a:ext uri="{FF2B5EF4-FFF2-40B4-BE49-F238E27FC236}">
                  <a16:creationId xmlns:a16="http://schemas.microsoft.com/office/drawing/2014/main" id="{9FB7EFBA-2D08-3995-13C2-5344B7A24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6426" y="2120781"/>
              <a:ext cx="288000" cy="288000"/>
            </a:xfrm>
            <a:prstGeom prst="rect">
              <a:avLst/>
            </a:prstGeom>
          </p:spPr>
        </p:pic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4A05FA49-BADB-6F89-78B4-64922B4130A2}"/>
              </a:ext>
            </a:extLst>
          </p:cNvPr>
          <p:cNvGrpSpPr/>
          <p:nvPr/>
        </p:nvGrpSpPr>
        <p:grpSpPr>
          <a:xfrm>
            <a:off x="8144002" y="1790704"/>
            <a:ext cx="3285998" cy="4032000"/>
            <a:chOff x="8144002" y="1790704"/>
            <a:chExt cx="3285998" cy="4032000"/>
          </a:xfrm>
        </p:grpSpPr>
        <p:sp useBgFill="1">
          <p:nvSpPr>
            <p:cNvPr id="90" name="Rectangle: Rounded Corners 21">
              <a:extLst>
                <a:ext uri="{FF2B5EF4-FFF2-40B4-BE49-F238E27FC236}">
                  <a16:creationId xmlns:a16="http://schemas.microsoft.com/office/drawing/2014/main" id="{A2EFB2B0-9115-82F6-02ED-06AA90E644A0}"/>
                </a:ext>
              </a:extLst>
            </p:cNvPr>
            <p:cNvSpPr/>
            <p:nvPr/>
          </p:nvSpPr>
          <p:spPr>
            <a:xfrm>
              <a:off x="8144002" y="1790704"/>
              <a:ext cx="3285998" cy="4032000"/>
            </a:xfrm>
            <a:prstGeom prst="roundRect">
              <a:avLst>
                <a:gd name="adj" fmla="val 9792"/>
              </a:avLst>
            </a:prstGeom>
            <a:solidFill>
              <a:schemeClr val="bg1"/>
            </a:solidFill>
            <a:ln>
              <a:noFill/>
            </a:ln>
            <a:effectLst>
              <a:outerShdw blurRad="1016000" dist="381000" dir="2100000" sx="90000" sy="9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Graphic 18">
              <a:extLst>
                <a:ext uri="{FF2B5EF4-FFF2-40B4-BE49-F238E27FC236}">
                  <a16:creationId xmlns:a16="http://schemas.microsoft.com/office/drawing/2014/main" id="{3032CE86-2F98-5498-CB32-14559D81DE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19001" y="2007929"/>
              <a:ext cx="468000" cy="50968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5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92" name="線條 10">
              <a:extLst>
                <a:ext uri="{FF2B5EF4-FFF2-40B4-BE49-F238E27FC236}">
                  <a16:creationId xmlns:a16="http://schemas.microsoft.com/office/drawing/2014/main" id="{CF9ED0AB-63F4-54F5-1D10-CC5DC3D2A79B}"/>
                </a:ext>
              </a:extLst>
            </p:cNvPr>
            <p:cNvCxnSpPr>
              <a:cxnSpLocks/>
            </p:cNvCxnSpPr>
            <p:nvPr/>
          </p:nvCxnSpPr>
          <p:spPr>
            <a:xfrm>
              <a:off x="8419001" y="2714498"/>
              <a:ext cx="2736000" cy="0"/>
            </a:xfrm>
            <a:prstGeom prst="line">
              <a:avLst/>
            </a:prstGeom>
            <a:ln w="9525">
              <a:solidFill>
                <a:srgbClr val="D5DEE2"/>
              </a:solidFill>
            </a:ln>
          </p:spPr>
        </p:cxnSp>
        <p:sp>
          <p:nvSpPr>
            <p:cNvPr id="93" name="文字 13">
              <a:extLst>
                <a:ext uri="{FF2B5EF4-FFF2-40B4-BE49-F238E27FC236}">
                  <a16:creationId xmlns:a16="http://schemas.microsoft.com/office/drawing/2014/main" id="{003F4C75-2B58-707A-5F2C-48363354ACDB}"/>
                </a:ext>
              </a:extLst>
            </p:cNvPr>
            <p:cNvSpPr txBox="1"/>
            <p:nvPr/>
          </p:nvSpPr>
          <p:spPr>
            <a:xfrm>
              <a:off x="9093200" y="1970161"/>
              <a:ext cx="1613350" cy="5852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buNone/>
              </a:pPr>
              <a:r>
                <a:rPr lang="zh-TW" altLang="en-US" sz="2000" b="1" spc="50" dirty="0">
                  <a:latin typeface="+mn-ea"/>
                </a:rPr>
                <a:t>開放資料</a:t>
              </a:r>
            </a:p>
          </p:txBody>
        </p:sp>
        <p:sp>
          <p:nvSpPr>
            <p:cNvPr id="94" name="文字 14">
              <a:extLst>
                <a:ext uri="{FF2B5EF4-FFF2-40B4-BE49-F238E27FC236}">
                  <a16:creationId xmlns:a16="http://schemas.microsoft.com/office/drawing/2014/main" id="{B3B7D091-387D-0722-B5C2-74CBEEF90123}"/>
                </a:ext>
              </a:extLst>
            </p:cNvPr>
            <p:cNvSpPr txBox="1"/>
            <p:nvPr/>
          </p:nvSpPr>
          <p:spPr>
            <a:xfrm>
              <a:off x="8419002" y="2774311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YouBike 即時資訊</a:t>
              </a:r>
            </a:p>
          </p:txBody>
        </p:sp>
        <p:sp>
          <p:nvSpPr>
            <p:cNvPr id="95" name="文字 14">
              <a:extLst>
                <a:ext uri="{FF2B5EF4-FFF2-40B4-BE49-F238E27FC236}">
                  <a16:creationId xmlns:a16="http://schemas.microsoft.com/office/drawing/2014/main" id="{1F0324E8-0712-8765-A72C-9BD52923E10C}"/>
                </a:ext>
              </a:extLst>
            </p:cNvPr>
            <p:cNvSpPr txBox="1"/>
            <p:nvPr/>
          </p:nvSpPr>
          <p:spPr>
            <a:xfrm>
              <a:off x="8419002" y="3162176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臺北市政府交通局</a:t>
              </a:r>
            </a:p>
          </p:txBody>
        </p:sp>
        <p:sp>
          <p:nvSpPr>
            <p:cNvPr id="96" name="文字 14">
              <a:extLst>
                <a:ext uri="{FF2B5EF4-FFF2-40B4-BE49-F238E27FC236}">
                  <a16:creationId xmlns:a16="http://schemas.microsoft.com/office/drawing/2014/main" id="{4E420799-CCE9-E279-A457-040F623FA9A4}"/>
                </a:ext>
              </a:extLst>
            </p:cNvPr>
            <p:cNvSpPr txBox="1"/>
            <p:nvPr/>
          </p:nvSpPr>
          <p:spPr>
            <a:xfrm>
              <a:off x="8419002" y="3714724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zh-TW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公車到站與停車資訊</a:t>
              </a:r>
            </a:p>
          </p:txBody>
        </p:sp>
        <p:sp>
          <p:nvSpPr>
            <p:cNvPr id="97" name="文字 14">
              <a:extLst>
                <a:ext uri="{FF2B5EF4-FFF2-40B4-BE49-F238E27FC236}">
                  <a16:creationId xmlns:a16="http://schemas.microsoft.com/office/drawing/2014/main" id="{2C15464C-9C74-299D-7457-2C5DDA5EA85E}"/>
                </a:ext>
              </a:extLst>
            </p:cNvPr>
            <p:cNvSpPr txBox="1"/>
            <p:nvPr/>
          </p:nvSpPr>
          <p:spPr>
            <a:xfrm>
              <a:off x="8419002" y="4102589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臺北市政府交通局</a:t>
              </a:r>
            </a:p>
          </p:txBody>
        </p:sp>
        <p:sp>
          <p:nvSpPr>
            <p:cNvPr id="98" name="文字 14">
              <a:extLst>
                <a:ext uri="{FF2B5EF4-FFF2-40B4-BE49-F238E27FC236}">
                  <a16:creationId xmlns:a16="http://schemas.microsoft.com/office/drawing/2014/main" id="{781D5198-1324-E3F4-3035-C52B165675DF}"/>
                </a:ext>
              </a:extLst>
            </p:cNvPr>
            <p:cNvSpPr txBox="1"/>
            <p:nvPr/>
          </p:nvSpPr>
          <p:spPr>
            <a:xfrm>
              <a:off x="8419002" y="4655137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en-US" altLang="ja-JP" sz="1800" b="1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捷運票價與出入口</a:t>
              </a:r>
            </a:p>
          </p:txBody>
        </p:sp>
        <p:sp>
          <p:nvSpPr>
            <p:cNvPr id="99" name="文字 14">
              <a:extLst>
                <a:ext uri="{FF2B5EF4-FFF2-40B4-BE49-F238E27FC236}">
                  <a16:creationId xmlns:a16="http://schemas.microsoft.com/office/drawing/2014/main" id="{D79C49AE-A326-1941-FD72-FFC961BE58ED}"/>
                </a:ext>
              </a:extLst>
            </p:cNvPr>
            <p:cNvSpPr txBox="1"/>
            <p:nvPr/>
          </p:nvSpPr>
          <p:spPr>
            <a:xfrm>
              <a:off x="8419002" y="5043002"/>
              <a:ext cx="2735999" cy="621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5000"/>
                </a:lnSpc>
                <a:buNone/>
              </a:pPr>
              <a:r>
                <a:rPr lang="zh-TW" altLang="en-US" sz="1600" b="0" spc="50" dirty="0">
                  <a:solidFill>
                    <a:srgbClr val="727D81"/>
                  </a:solidFill>
                  <a:latin typeface="Manrope (本文)"/>
                </a:rPr>
                <a:t>臺北大眾捷運公司</a:t>
              </a:r>
            </a:p>
          </p:txBody>
        </p:sp>
        <p:pic>
          <p:nvPicPr>
            <p:cNvPr id="103" name="圖示 30">
              <a:extLst>
                <a:ext uri="{FF2B5EF4-FFF2-40B4-BE49-F238E27FC236}">
                  <a16:creationId xmlns:a16="http://schemas.microsoft.com/office/drawing/2014/main" id="{89F9C29A-F06D-DFC4-AD79-ABD008988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09332" y="2120781"/>
              <a:ext cx="288000" cy="288000"/>
            </a:xfrm>
            <a:prstGeom prst="rect">
              <a:avLst/>
            </a:prstGeom>
          </p:spPr>
        </p:pic>
      </p:grpSp>
      <p:sp>
        <p:nvSpPr>
          <p:cNvPr id="110" name="文字方塊 109"/>
          <p:cNvSpPr txBox="1"/>
          <p:nvPr/>
        </p:nvSpPr>
        <p:spPr>
          <a:xfrm>
            <a:off x="758952" y="6213060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400" spc="200" smtClean="0">
                <a:solidFill>
                  <a:schemeClr val="accent5">
                    <a:lumMod val="75000"/>
                  </a:schemeClr>
                </a:solidFill>
              </a:rPr>
              <a:t>完整清單請見系統手冊第 14 章〈參考資料〉</a:t>
            </a:r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7971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NTUB Project">
      <a:dk1>
        <a:srgbClr val="1F2A30"/>
      </a:dk1>
      <a:lt1>
        <a:srgbClr val="FFFFFF"/>
      </a:lt1>
      <a:dk2>
        <a:srgbClr val="3F5560"/>
      </a:dk2>
      <a:lt2>
        <a:srgbClr val="E7ECEE"/>
      </a:lt2>
      <a:accent1>
        <a:srgbClr val="607D8B"/>
      </a:accent1>
      <a:accent2>
        <a:srgbClr val="8AA1AC"/>
      </a:accent2>
      <a:accent3>
        <a:srgbClr val="CFD9DD"/>
      </a:accent3>
      <a:accent4>
        <a:srgbClr val="B48A4A"/>
      </a:accent4>
      <a:accent5>
        <a:srgbClr val="7E8A90"/>
      </a:accent5>
      <a:accent6>
        <a:srgbClr val="46555C"/>
      </a:accent6>
      <a:hlink>
        <a:srgbClr val="3F7A92"/>
      </a:hlink>
      <a:folHlink>
        <a:srgbClr val="6E5A8A"/>
      </a:folHlink>
    </a:clrScheme>
    <a:fontScheme name="自訂 15">
      <a:majorFont>
        <a:latin typeface="Manrope"/>
        <a:ea typeface="Noto Sans TC"/>
        <a:cs typeface=""/>
      </a:majorFont>
      <a:minorFont>
        <a:latin typeface="Manrope"/>
        <a:ea typeface="Noto Sans T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5245</TotalTime>
  <Words>3757</Words>
  <Application>Microsoft Office PowerPoint</Application>
  <PresentationFormat>寬螢幕</PresentationFormat>
  <Paragraphs>655</Paragraphs>
  <Slides>35</Slides>
  <Notes>35</Notes>
  <HiddenSlides>0</HiddenSlides>
  <MMClips>14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6" baseType="lpstr">
      <vt:lpstr>Manrope (本文)</vt:lpstr>
      <vt:lpstr>Noto Sans TC</vt:lpstr>
      <vt:lpstr>Noto Sans TC (本文)</vt:lpstr>
      <vt:lpstr>Noto Sans TC Medium</vt:lpstr>
      <vt:lpstr>Aptos</vt:lpstr>
      <vt:lpstr>Arial</vt:lpstr>
      <vt:lpstr>Manrope</vt:lpstr>
      <vt:lpstr>Open Sans</vt:lpstr>
      <vt:lpstr>Poppins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四技第115414組-救「舊」我的書</dc:title>
  <dc:creator>11246065_陳秉鴻</dc:creator>
  <cp:lastModifiedBy>11246065_陳秉鴻</cp:lastModifiedBy>
  <cp:revision>114</cp:revision>
  <cp:lastPrinted>2026-10-15T02:37:38Z</cp:lastPrinted>
  <dcterms:created xsi:type="dcterms:W3CDTF">2026-05-19T08:20:24Z</dcterms:created>
  <dcterms:modified xsi:type="dcterms:W3CDTF">2026-10-15T08:14:16Z</dcterms:modified>
</cp:coreProperties>
</file>