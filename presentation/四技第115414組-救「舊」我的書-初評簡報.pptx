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64" r:id="rId2"/>
    <p:sldId id="268" r:id="rId3"/>
    <p:sldId id="269" r:id="rId4"/>
    <p:sldId id="259" r:id="rId5"/>
    <p:sldId id="275" r:id="rId6"/>
    <p:sldId id="278" r:id="rId7"/>
    <p:sldId id="279" r:id="rId8"/>
    <p:sldId id="280" r:id="rId9"/>
    <p:sldId id="281" r:id="rId10"/>
    <p:sldId id="270" r:id="rId11"/>
    <p:sldId id="288" r:id="rId12"/>
    <p:sldId id="292" r:id="rId13"/>
    <p:sldId id="294" r:id="rId14"/>
    <p:sldId id="295" r:id="rId15"/>
    <p:sldId id="289" r:id="rId16"/>
    <p:sldId id="296" r:id="rId17"/>
    <p:sldId id="297" r:id="rId18"/>
    <p:sldId id="290" r:id="rId19"/>
    <p:sldId id="271" r:id="rId20"/>
    <p:sldId id="291" r:id="rId21"/>
    <p:sldId id="299" r:id="rId22"/>
    <p:sldId id="300" r:id="rId23"/>
    <p:sldId id="301" r:id="rId24"/>
    <p:sldId id="302" r:id="rId25"/>
    <p:sldId id="272" r:id="rId26"/>
    <p:sldId id="285" r:id="rId27"/>
    <p:sldId id="273" r:id="rId28"/>
    <p:sldId id="293" r:id="rId29"/>
    <p:sldId id="283" r:id="rId30"/>
    <p:sldId id="274" r:id="rId31"/>
    <p:sldId id="287" r:id="rId32"/>
    <p:sldId id="260" r:id="rId3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A42ACE8C-17AF-4084-B847-5F16976287D8}">
          <p14:sldIdLst>
            <p14:sldId id="264"/>
          </p14:sldIdLst>
        </p14:section>
        <p14:section name="目錄" id="{90F8F9B5-82A0-453C-BF40-E796F600801D}">
          <p14:sldIdLst>
            <p14:sldId id="268"/>
          </p14:sldIdLst>
        </p14:section>
        <p14:section name="PART 01" id="{48535043-E1AB-450B-AC79-1E981107FA1B}">
          <p14:sldIdLst>
            <p14:sldId id="269"/>
            <p14:sldId id="259"/>
            <p14:sldId id="275"/>
            <p14:sldId id="278"/>
            <p14:sldId id="279"/>
            <p14:sldId id="280"/>
            <p14:sldId id="281"/>
          </p14:sldIdLst>
        </p14:section>
        <p14:section name="PART 02" id="{648C1DE4-AEF1-4B08-893E-77229EBA6A68}">
          <p14:sldIdLst>
            <p14:sldId id="270"/>
            <p14:sldId id="288"/>
            <p14:sldId id="292"/>
            <p14:sldId id="294"/>
            <p14:sldId id="295"/>
            <p14:sldId id="289"/>
            <p14:sldId id="296"/>
            <p14:sldId id="297"/>
            <p14:sldId id="290"/>
          </p14:sldIdLst>
        </p14:section>
        <p14:section name="PART 03" id="{61FD4BCB-CB30-4051-8730-F97053A269F8}">
          <p14:sldIdLst>
            <p14:sldId id="271"/>
            <p14:sldId id="291"/>
            <p14:sldId id="299"/>
            <p14:sldId id="300"/>
            <p14:sldId id="301"/>
            <p14:sldId id="302"/>
          </p14:sldIdLst>
        </p14:section>
        <p14:section name="PART 04" id="{556472CD-A55E-43C6-A72A-503EBF591716}">
          <p14:sldIdLst>
            <p14:sldId id="272"/>
            <p14:sldId id="285"/>
          </p14:sldIdLst>
        </p14:section>
        <p14:section name="PART 05" id="{19A67D96-CFEF-4872-93BB-B0FBB1496B5D}">
          <p14:sldIdLst>
            <p14:sldId id="273"/>
            <p14:sldId id="293"/>
            <p14:sldId id="283"/>
          </p14:sldIdLst>
        </p14:section>
        <p14:section name="PART 06" id="{EF70FA29-C9CF-4D10-938F-1A4E2BB670A7}">
          <p14:sldIdLst>
            <p14:sldId id="274"/>
            <p14:sldId id="287"/>
          </p14:sldIdLst>
        </p14:section>
        <p14:section name="封底" id="{B605022F-1F1E-49E0-BEB5-F57E3D39B5C9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B"/>
    <a:srgbClr val="AEBFC6"/>
    <a:srgbClr val="8098A4"/>
    <a:srgbClr val="A5B7BF"/>
    <a:srgbClr val="728D9A"/>
    <a:srgbClr val="BEC4C6"/>
    <a:srgbClr val="AFC0C9"/>
    <a:srgbClr val="7C97A4"/>
    <a:srgbClr val="8A959A"/>
    <a:srgbClr val="D2DB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45" autoAdjust="0"/>
    <p:restoredTop sz="93063" autoAdjust="0"/>
  </p:normalViewPr>
  <p:slideViewPr>
    <p:cSldViewPr snapToGrid="0">
      <p:cViewPr varScale="1">
        <p:scale>
          <a:sx n="76" d="100"/>
          <a:sy n="76" d="100"/>
        </p:scale>
        <p:origin x="9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462BA-EC03-4984-B865-F4659AC46FAC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140D6-8F10-47D1-B4B8-907EF7F5B4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9883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7365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參考：</a:t>
            </a:r>
            <a:r>
              <a:rPr lang="pt-PT" altLang="zh-TW" dirty="0"/>
              <a:t>2024 NPower</a:t>
            </a:r>
            <a:r>
              <a:rPr lang="zh-TW" altLang="en-US" dirty="0"/>
              <a:t>招聘會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4853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參考：主簡報</a:t>
            </a:r>
            <a:r>
              <a:rPr lang="en-US" altLang="zh-TW" dirty="0"/>
              <a:t>22</a:t>
            </a:r>
            <a:r>
              <a:rPr lang="zh-TW" altLang="en-US" dirty="0"/>
              <a:t>、</a:t>
            </a:r>
            <a:r>
              <a:rPr lang="en-US" altLang="zh-TW" dirty="0"/>
              <a:t>39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大學生每學期需購買大量昂貴教科書，學期結束後書籍往往閒置，造成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資源浪費與空間佔用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。本系統聚焦三大現況痛點：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8933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BB1EC-B44B-F9A5-FA4A-515F12AC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B9CB73A-E97C-1BC9-AB5C-F1DA6E933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5B0750A-E389-2E10-AFAF-4EE043716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FC6DD9-3B43-3806-3639-A21421A5A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835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BE52B-036D-05EC-B755-BD218FEB1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7B341CD-AB6F-16B4-8AD4-4CE3FCD25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0B24DE-4938-88DB-BAF2-DD7FF33CA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參考：主簡報</a:t>
            </a:r>
            <a:r>
              <a:rPr lang="en-US" altLang="zh-TW" dirty="0"/>
              <a:t>191</a:t>
            </a:r>
            <a:r>
              <a:rPr lang="zh-TW" altLang="en-US" dirty="0"/>
              <a:t>、</a:t>
            </a:r>
            <a:r>
              <a:rPr lang="en-US" altLang="zh-TW" dirty="0"/>
              <a:t>200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A1BC1E-CB51-4030-D511-6AB17C210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421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8CB65-F3BD-009D-6D7B-2A94CB51D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461B15D-5011-B4F5-5DFA-5A567D98B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42B6E85-C760-9BBA-F553-752E28FA3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參考：主簡報</a:t>
            </a:r>
            <a:r>
              <a:rPr lang="en-US" altLang="zh-TW" dirty="0"/>
              <a:t>192</a:t>
            </a:r>
            <a:r>
              <a:rPr lang="zh-TW" altLang="en-US" dirty="0"/>
              <a:t>、</a:t>
            </a:r>
            <a:r>
              <a:rPr lang="en-US" altLang="zh-TW" dirty="0"/>
              <a:t>200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869AFE-36B9-3517-04E1-051EEFCC6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5305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5AB3E-50AC-720C-F34A-CBB3A38CD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8B73099-512F-C90D-ECFB-41511B082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8D66CCA-B3FD-FF9D-20F3-E0ED9D054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參考：主簡報</a:t>
            </a:r>
            <a:r>
              <a:rPr lang="en-US" altLang="zh-TW" dirty="0"/>
              <a:t>262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EACB0A-7A16-96B9-6BC9-13BC993D0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1455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4C23-41D3-D20C-9CA2-B8CC6A6FF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49A6FC1-8BD0-EC7F-241D-044315652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4FFE1E0-BA41-738A-1973-8386EC334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參考：主簡報</a:t>
            </a:r>
            <a:r>
              <a:rPr lang="en-US" altLang="zh-TW" dirty="0"/>
              <a:t>187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非同步交易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賣家隨時將書投入智慧書櫃，買家於空檔時段取書；雙方完全不必碰面，亦無需協調時間。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流程自動化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透過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ISBN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掃描、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QR Code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取書、自動推播通知等技術，把繁瑣的二手交易步驟壓縮到最少。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金流與書況託管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平台代收金流並託管於開櫃驗收前；強制拍照建檔，把書況糾紛由「主觀爭議」轉為「客觀比對」。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B3895D-E203-F2E3-83B8-509A502AE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5920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C682F-C8C5-ADE2-9BBA-205A9D981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6E3BD60-2A57-B6CB-DE50-5F342851A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71326A1-A369-D7D5-1FC8-9C417A9D7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參考：主簡報</a:t>
            </a:r>
            <a:r>
              <a:rPr lang="en-US" altLang="zh-TW" dirty="0"/>
              <a:t>309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8F33ED-B630-BF0F-0BBA-CFF7BBB72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17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27C30-73D8-4BF3-9439-33324EAA6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0076545-715E-AC5F-052D-050712417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E915CA7-0915-A6E7-2738-07BE72D46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參考：主簡報</a:t>
            </a:r>
            <a:r>
              <a:rPr lang="en-US" altLang="zh-TW" dirty="0"/>
              <a:t>306</a:t>
            </a:r>
            <a:r>
              <a:rPr lang="zh-TW" altLang="en-US" dirty="0"/>
              <a:t>、</a:t>
            </a:r>
            <a:r>
              <a:rPr lang="en-US" altLang="zh-TW" dirty="0"/>
              <a:t>382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F21F2C-17AD-AE15-8199-38F19D959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7813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31403-0BE5-8EF5-AF69-1ADC9DE14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5A95F75-4906-83A0-C33B-80AB84A79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338152-B16D-1669-B3DF-BB6161E5F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參考：主簡報</a:t>
            </a:r>
            <a:r>
              <a:rPr lang="en-US" altLang="zh-TW" dirty="0"/>
              <a:t>306</a:t>
            </a:r>
            <a:r>
              <a:rPr lang="zh-TW" altLang="en-US" dirty="0"/>
              <a:t>、</a:t>
            </a:r>
            <a:r>
              <a:rPr lang="en-US" altLang="zh-TW" dirty="0"/>
              <a:t>382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F3C276-FB1F-84A6-FF61-BEC6DBF5F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3050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A7487-193D-9ED4-046C-EA9A95E92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2DF197B-CC92-C9D7-B767-378F404D1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6720AC9-2DD5-7881-C912-B8D53D7CB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參考：主簡報</a:t>
            </a:r>
            <a:r>
              <a:rPr lang="en-US" altLang="zh-TW" dirty="0"/>
              <a:t>306</a:t>
            </a:r>
            <a:r>
              <a:rPr lang="zh-TW" altLang="en-US" dirty="0"/>
              <a:t>、</a:t>
            </a:r>
            <a:r>
              <a:rPr lang="en-US" altLang="zh-TW" dirty="0"/>
              <a:t>382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575A1BC-4F78-BA81-8B4E-039DB96C4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3690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A92F7-E2AB-B7AC-3AB4-23D43AFE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12B76E4-3915-E9BA-049F-936A2221F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8DF6BF1-E435-EC2A-B2EA-D6420002E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參考：主簡報</a:t>
            </a:r>
            <a:r>
              <a:rPr lang="en-US" altLang="zh-TW" dirty="0"/>
              <a:t>200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EA2B0A-BBF4-338C-734C-D2BB8C0DD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75161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543A2-8CC9-A92E-5694-3124DA054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302CEA4-3190-45CB-2A5A-FE98CE59D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9ADFCE8-F2B7-C697-315B-B78559CA2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參考：主簡報</a:t>
            </a:r>
            <a:r>
              <a:rPr lang="en-US" altLang="zh-TW" dirty="0"/>
              <a:t>200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C77DA4-92AE-0665-E589-81B721BED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0413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7CE7F-5AEB-8F7D-12B7-146D04C9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5966795-154C-35D3-6054-01EE5D98F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DD784DC-137D-375D-C424-FD4C57803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參考：主簡報</a:t>
            </a:r>
            <a:r>
              <a:rPr lang="en-US" altLang="zh-TW" dirty="0"/>
              <a:t>200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31118F-BE83-AD7D-55E7-0AE5CBF8E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63982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5908B-93C2-73B3-81A6-B3E89E389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F4F8370-8290-B96C-0B81-55BDD47E0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5FDFF24-53B6-9E52-6E60-B8030C32F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參考：主簡報</a:t>
            </a:r>
            <a:r>
              <a:rPr lang="en-US" altLang="zh-TW" dirty="0"/>
              <a:t>66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E069BC-ACAF-8E72-D5A5-497F10027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37478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5673C-1727-A580-BEE3-3893E3CA0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B4CEEC5-88BB-587C-0F6A-A6DEE0A1B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7E00FF5-B7C9-2012-9BAA-7EB7D883B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D4D3C0-0AF5-4504-BF19-A0F5F5CAE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6692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0B892-5A13-151C-4256-BFA83C8A9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54695AB-41CE-2590-7006-88A3DE611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BFCF6C5-9DC9-1081-A82C-8FE05AD16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5A8A39-4FA4-3B69-07DA-8538FA062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31904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42AE0-8928-FD29-DCB7-B422551B2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B7E2F3E-D343-50ED-8B12-3083D1F7C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8F825AF-68C5-C8CE-6D9E-AB6767A67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49E54F-E16E-2EFA-BCAA-D65FCAE61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51668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2B530-CBF4-3F86-8DC7-39322DDA4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5ABB952-A336-0ADE-1AC5-DFFBE61A3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23FA2C0-AAE7-82F4-008A-2944AB93C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B65910-8D02-0885-8AC5-02AD6C27E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70977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053C9-8150-412A-DC41-8AD794876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F91287B-1A40-9676-991D-BC7E7C07B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74B5FC6-0209-3F85-ABEF-5ACCBD773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34ACE4-3066-3F42-184D-FC7590C5E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13267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44A1C-5AFC-7067-1940-7E0227186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1FCD3B3-2739-3263-B7E5-9D767084A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191FDFB-5EBE-4A22-3A59-CB322691B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參考：主簡報</a:t>
            </a:r>
            <a:r>
              <a:rPr lang="en-US" altLang="zh-TW" dirty="0"/>
              <a:t>69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為解決二手書最常見的「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書況不符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」問題， 系統設計三道防線，將糾紛從「主觀爭議」轉為「客觀比對」，確保交易公平。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025BAF-B33C-456F-5C11-05EC96545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05915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B00C5-5522-78F3-510B-E527EB39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EAE7C4D-07E7-461F-17FD-E858E02B4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B7752C6-2050-B2A1-4AB6-3A2BF1EF2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參考：主簡報</a:t>
            </a:r>
            <a:r>
              <a:rPr lang="en-US" altLang="zh-TW" dirty="0"/>
              <a:t>59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15B20E-657A-5F7B-1942-9A9D34B77F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76644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54829-20CA-C597-B2EE-D598ED501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0AFF220-B886-580D-9F7D-AE4B60FD8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9A05FF4-C06A-1733-6632-4C8A05D5B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</a:t>
            </a:r>
            <a:r>
              <a:rPr lang="en-US" altLang="zh-TW" dirty="0"/>
              <a:t>3D</a:t>
            </a:r>
            <a:r>
              <a:rPr lang="zh-TW" altLang="en-US" dirty="0"/>
              <a:t>模型</a:t>
            </a:r>
            <a:r>
              <a:rPr lang="en-US" altLang="zh-TW" dirty="0"/>
              <a:t>11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29F64B-AF10-8F19-E93F-886C8BBAB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87011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846EE-9A59-62AD-DE6B-96AE12566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6E4D06E-B9F1-5EE4-8A83-BF4579CB5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D3CFF70-41E0-AB4A-FBB3-E377DE75C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參考：主簡報</a:t>
            </a:r>
            <a:r>
              <a:rPr lang="en-US" altLang="zh-TW" dirty="0"/>
              <a:t>381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系統將朝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技術深化、場域擴張、商業化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三個方向持續推進。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1E37A9-BFCB-C791-E40B-5A695F749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0357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參考：動態排版</a:t>
            </a:r>
            <a:r>
              <a:rPr lang="en-US" altLang="zh-TW" dirty="0"/>
              <a:t>8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9782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8CBCD6-DA0E-068D-0B22-4A7F6C1F0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C89EDDD-BE1F-7DE7-8857-4DD4ADD36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EE0816-98E8-108B-8236-7EDB856D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7B57EA-45FC-92BE-3E10-97B23DD49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ED4720-97CA-51CA-6A02-B350111D6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9736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423CD8-DD4F-24D0-6912-CA20ADDB1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C4E930-BCD6-97BC-3365-F2161DACF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38B31B-2050-0A34-38C6-D0BD2715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9D12FB-A09E-D694-8776-A622DE480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C68E6A-0FC7-71AB-6C8D-5F6E5061F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9120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DB5425-0AF6-4894-F37C-143DAC43D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179CF8-12F4-F3EF-A98A-50D9CE93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675756-F8C8-7CF1-D334-B8E2F5B7C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A5C48F-EC15-7656-B51D-9536A141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A757AB-3085-37EC-1949-F6450661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5762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54C2F4-680F-EF66-54DF-620C397F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DDD993-42EC-8B77-0E8E-5B2DE73A3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8FF110E-FC6C-420E-7CFC-1B9A1902E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0CAC335-0916-D7E9-1020-57E950C41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99B3A7-3247-089E-D3A1-A652C3ABF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D3FF99E-4A48-0D68-B52A-B5107BD3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392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B84C73-EF2A-06E1-C88D-19ADFF619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B89AE7-A2A3-140D-16DC-2B0287BD9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B0FC15B-5D91-46B7-72E3-84D27B9B7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BB321C2-D28B-EF2A-1710-C139E7446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C5C955B-5895-1668-355B-126BF44E3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3536E26-B145-7A54-E93E-719786BA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B01A1CE-676C-B92E-07E7-14AA8A039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CD36E90-BE8F-EC26-C7CF-3AEEA84D2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528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FE484B-B9E5-2EFC-577C-0A5525C7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1DE99B8-233E-356C-CEB0-7E0DF599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8E61FDC-21D3-9E07-B1C4-B455A1EE4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CCA94C0-2579-8A54-3B08-6FD42006C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3655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194E9A7-530B-BCF7-EC22-702761B8F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92D0E4A-F11F-0146-4909-368F424E4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D170D2-B481-5B9F-3A7A-224EFE98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3408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D7426-9AE6-AB2C-488C-4EC50F0EC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F5A7FA-BEE0-205A-8752-825C39298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EC632BA-1257-1C11-4522-0A0F94959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0050E62-4799-8FFC-DF75-088340579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1CCBA2-6040-C6A2-9599-256A55E6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34BF37-0D8E-9374-345C-EEB78C1A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0601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EE6C28-DCAF-439D-CDA0-BD59D5550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18E4B44-F534-A400-1406-91EE85D03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E745EA9-45A2-1378-FAF3-71DF97228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08EAAB-8680-3E35-9735-D01D5779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E64D2E-1418-26F8-FA0B-0AE8134F4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CACE9A-561E-EF64-EBDB-7D70BBB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5131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EB84E3-0F2B-E5C1-533B-9596A27B7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D2427A7-0F29-A064-3AC2-E1F83BBB7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9CD2FB-A672-9001-C0FD-28FCFFE16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C700CD-E5BB-E39A-56FB-19F225723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2A44F1-2ACE-73EB-6093-84C6E0A4C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7319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C941E94-C7D9-2499-F23D-47FD178E0B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754C61C-A654-E214-C970-7DB5EE6AC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4025D6-C922-DA5E-2D81-216C61689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4B930E-9785-8964-2B90-AB080A58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CE0C5B-2C0F-869A-62D4-2EECAA9F7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109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CE76CD7-18FA-0DC6-3AEC-1DFEC1B5E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4F9C4F1-00C3-6599-F818-49F61D79A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F6823C-F31C-E52F-EBC3-3E544D64F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220565-DB05-4523-A428-D47760A5323A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1FC8C7-C36B-F329-4CC2-55101E48F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B3C781-8624-116B-AE11-8F511226D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FA8344CE-ED16-4DF8-B71B-368BD23895A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18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5" Type="http://schemas.openxmlformats.org/officeDocument/2006/relationships/image" Target="../media/image7.png"/><Relationship Id="rId10" Type="http://schemas.microsoft.com/office/2007/relationships/hdphoto" Target="../media/hdphoto7.wdp"/><Relationship Id="rId4" Type="http://schemas.microsoft.com/office/2007/relationships/hdphoto" Target="../media/hdphoto4.wdp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9.wdp"/><Relationship Id="rId5" Type="http://schemas.openxmlformats.org/officeDocument/2006/relationships/image" Target="../media/image11.png"/><Relationship Id="rId4" Type="http://schemas.microsoft.com/office/2007/relationships/hdphoto" Target="../media/hdphoto8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hdphoto" Target="../media/hdphoto11.wdp"/><Relationship Id="rId3" Type="http://schemas.openxmlformats.org/officeDocument/2006/relationships/image" Target="../media/image12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0.wdp"/><Relationship Id="rId5" Type="http://schemas.openxmlformats.org/officeDocument/2006/relationships/image" Target="../media/image14.png"/><Relationship Id="rId10" Type="http://schemas.microsoft.com/office/2007/relationships/hdphoto" Target="../media/hdphoto12.wdp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microsoft.com/office/2017/06/relationships/model3d" Target="../media/model3d6.glb"/><Relationship Id="rId3" Type="http://schemas.microsoft.com/office/2017/06/relationships/model3d" Target="../media/model3d1.glb"/><Relationship Id="rId7" Type="http://schemas.microsoft.com/office/2017/06/relationships/model3d" Target="../media/model3d3.glb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microsoft.com/office/2017/06/relationships/model3d" Target="../media/model3d5.glb"/><Relationship Id="rId5" Type="http://schemas.microsoft.com/office/2017/06/relationships/model3d" Target="../media/model3d2.glb"/><Relationship Id="rId15" Type="http://schemas.microsoft.com/office/2017/06/relationships/model3d" Target="../media/model3d7.glb"/><Relationship Id="rId10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microsoft.com/office/2017/06/relationships/model3d" Target="../media/model3d4.glb"/><Relationship Id="rId1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086412A9-BB27-426E-A415-81B54D60BF37}"/>
              </a:ext>
            </a:extLst>
          </p:cNvPr>
          <p:cNvSpPr/>
          <p:nvPr/>
        </p:nvSpPr>
        <p:spPr>
          <a:xfrm>
            <a:off x="0" y="4664364"/>
            <a:ext cx="12191999" cy="21936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05898751-C33B-2F9B-088F-AAD6C644C542}"/>
              </a:ext>
            </a:extLst>
          </p:cNvPr>
          <p:cNvSpPr txBox="1"/>
          <p:nvPr/>
        </p:nvSpPr>
        <p:spPr>
          <a:xfrm>
            <a:off x="967525" y="5200075"/>
            <a:ext cx="1461639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spc="100" dirty="0">
                <a:solidFill>
                  <a:srgbClr val="F8FAFB"/>
                </a:solidFill>
              </a:rPr>
              <a:t>指導老師</a:t>
            </a:r>
            <a:endParaRPr lang="en-US" altLang="zh-TW" sz="1600" b="1" spc="100" dirty="0">
              <a:solidFill>
                <a:srgbClr val="F8FAFB"/>
              </a:solidFill>
            </a:endParaRPr>
          </a:p>
          <a:p>
            <a:pPr>
              <a:lnSpc>
                <a:spcPct val="150000"/>
              </a:lnSpc>
            </a:pPr>
            <a:r>
              <a:rPr lang="zh-TW" altLang="en-US" spc="100" dirty="0">
                <a:solidFill>
                  <a:srgbClr val="F8FAFB"/>
                </a:solidFill>
              </a:rPr>
              <a:t>林俊杰 老師</a:t>
            </a:r>
            <a:endParaRPr lang="en-US" altLang="zh-TW" spc="100" dirty="0">
              <a:solidFill>
                <a:srgbClr val="F8FAFB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CDA2FE4-A722-F248-99CD-7A28539E3E87}"/>
              </a:ext>
            </a:extLst>
          </p:cNvPr>
          <p:cNvSpPr txBox="1"/>
          <p:nvPr/>
        </p:nvSpPr>
        <p:spPr>
          <a:xfrm>
            <a:off x="2722307" y="5200075"/>
            <a:ext cx="2076079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spc="100" dirty="0">
                <a:solidFill>
                  <a:srgbClr val="F8FAFB"/>
                </a:solidFill>
              </a:rPr>
              <a:t>組長</a:t>
            </a:r>
            <a:endParaRPr lang="en-US" altLang="zh-TW" sz="1600" b="1" spc="100" dirty="0">
              <a:solidFill>
                <a:srgbClr val="F8FAFB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pc="50" dirty="0">
                <a:solidFill>
                  <a:srgbClr val="F8FAFB"/>
                </a:solidFill>
              </a:rPr>
              <a:t>1124606</a:t>
            </a:r>
            <a:r>
              <a:rPr lang="en-US" altLang="zh-TW" spc="100" dirty="0">
                <a:solidFill>
                  <a:srgbClr val="F8FAFB"/>
                </a:solidFill>
              </a:rPr>
              <a:t>3 </a:t>
            </a:r>
            <a:r>
              <a:rPr lang="zh-TW" altLang="en-US" spc="100" dirty="0">
                <a:solidFill>
                  <a:srgbClr val="F8FAFB"/>
                </a:solidFill>
              </a:rPr>
              <a:t>許凱俊</a:t>
            </a:r>
            <a:endParaRPr lang="en-US" altLang="zh-TW" spc="100" dirty="0">
              <a:solidFill>
                <a:srgbClr val="F8FAFB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BDBDDDE-BDE8-0A91-3C2F-B00497B00458}"/>
              </a:ext>
            </a:extLst>
          </p:cNvPr>
          <p:cNvSpPr txBox="1"/>
          <p:nvPr/>
        </p:nvSpPr>
        <p:spPr>
          <a:xfrm>
            <a:off x="5091528" y="5200075"/>
            <a:ext cx="6132946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spc="100" dirty="0">
                <a:solidFill>
                  <a:srgbClr val="F8FAFB"/>
                </a:solidFill>
              </a:rPr>
              <a:t>組員</a:t>
            </a:r>
            <a:endParaRPr lang="en-US" altLang="zh-TW" sz="1600" b="1" spc="100" dirty="0">
              <a:solidFill>
                <a:srgbClr val="F8FAFB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pc="50" dirty="0">
                <a:solidFill>
                  <a:srgbClr val="F8FAFB"/>
                </a:solidFill>
              </a:rPr>
              <a:t>1124606</a:t>
            </a:r>
            <a:r>
              <a:rPr lang="en-US" altLang="zh-TW" spc="100" dirty="0">
                <a:solidFill>
                  <a:srgbClr val="F8FAFB"/>
                </a:solidFill>
              </a:rPr>
              <a:t>5</a:t>
            </a:r>
            <a:r>
              <a:rPr lang="zh-TW" altLang="en-US" spc="100" dirty="0">
                <a:solidFill>
                  <a:srgbClr val="F8FAFB"/>
                </a:solidFill>
              </a:rPr>
              <a:t> 陳秉鴻　</a:t>
            </a:r>
            <a:r>
              <a:rPr lang="en-US" altLang="zh-TW" spc="50" dirty="0">
                <a:solidFill>
                  <a:srgbClr val="F8FAFB"/>
                </a:solidFill>
              </a:rPr>
              <a:t>1124607</a:t>
            </a:r>
            <a:r>
              <a:rPr lang="en-US" altLang="zh-TW" spc="100" dirty="0">
                <a:solidFill>
                  <a:srgbClr val="F8FAFB"/>
                </a:solidFill>
              </a:rPr>
              <a:t>2</a:t>
            </a:r>
            <a:r>
              <a:rPr lang="zh-TW" altLang="en-US" spc="100" dirty="0">
                <a:solidFill>
                  <a:srgbClr val="F8FAFB"/>
                </a:solidFill>
              </a:rPr>
              <a:t> 連卉媗　</a:t>
            </a:r>
            <a:r>
              <a:rPr lang="en-US" altLang="zh-TW" spc="50" dirty="0">
                <a:solidFill>
                  <a:srgbClr val="F8FAFB"/>
                </a:solidFill>
              </a:rPr>
              <a:t>1124607</a:t>
            </a:r>
            <a:r>
              <a:rPr lang="en-US" altLang="zh-TW" spc="100" dirty="0">
                <a:solidFill>
                  <a:srgbClr val="F8FAFB"/>
                </a:solidFill>
              </a:rPr>
              <a:t>4</a:t>
            </a:r>
            <a:r>
              <a:rPr lang="zh-TW" altLang="en-US" spc="100" dirty="0">
                <a:solidFill>
                  <a:srgbClr val="F8FAFB"/>
                </a:solidFill>
              </a:rPr>
              <a:t> 江芸萱</a:t>
            </a:r>
            <a:endParaRPr lang="en-US" altLang="zh-TW" spc="100" dirty="0">
              <a:solidFill>
                <a:srgbClr val="F8FAFB"/>
              </a:solidFill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0A348579-313E-8E09-6699-96ED2776B5BE}"/>
              </a:ext>
            </a:extLst>
          </p:cNvPr>
          <p:cNvSpPr txBox="1"/>
          <p:nvPr/>
        </p:nvSpPr>
        <p:spPr>
          <a:xfrm>
            <a:off x="967526" y="1661776"/>
            <a:ext cx="589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-500" dirty="0">
                <a:latin typeface="+mj-ea"/>
                <a:ea typeface="+mj-ea"/>
              </a:rPr>
              <a:t>救</a:t>
            </a:r>
            <a:r>
              <a:rPr lang="zh-TW" altLang="en-US" sz="6000" b="1" spc="500" dirty="0">
                <a:solidFill>
                  <a:schemeClr val="accent1"/>
                </a:solidFill>
                <a:latin typeface="+mj-ea"/>
                <a:ea typeface="+mj-ea"/>
              </a:rPr>
              <a:t>「舊</a:t>
            </a:r>
            <a:r>
              <a:rPr lang="zh-TW" altLang="en-US" sz="6000" b="1" spc="-500" dirty="0">
                <a:solidFill>
                  <a:schemeClr val="accent1"/>
                </a:solidFill>
                <a:latin typeface="+mj-ea"/>
                <a:ea typeface="+mj-ea"/>
              </a:rPr>
              <a:t>」</a:t>
            </a:r>
            <a:r>
              <a:rPr lang="zh-TW" altLang="en-US" sz="6000" b="1" spc="200" dirty="0">
                <a:latin typeface="+mj-ea"/>
                <a:ea typeface="+mj-ea"/>
              </a:rPr>
              <a:t>我的書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8F283BB-5562-FE4D-8A09-AF8E67F36418}"/>
              </a:ext>
            </a:extLst>
          </p:cNvPr>
          <p:cNvSpPr txBox="1"/>
          <p:nvPr/>
        </p:nvSpPr>
        <p:spPr>
          <a:xfrm>
            <a:off x="967526" y="2859942"/>
            <a:ext cx="5544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spc="200" dirty="0"/>
              <a:t>APP </a:t>
            </a:r>
            <a:r>
              <a:rPr lang="zh-TW" altLang="en-US" sz="2400" spc="200" dirty="0"/>
              <a:t>媒合 </a:t>
            </a:r>
            <a:r>
              <a:rPr lang="en-US" altLang="zh-TW" sz="2400" spc="200" dirty="0"/>
              <a:t>× IoT </a:t>
            </a:r>
            <a:r>
              <a:rPr lang="zh-TW" altLang="en-US" sz="2400" spc="200" dirty="0"/>
              <a:t>智慧書櫃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4A6338D1-7CFE-CFD4-ECD9-34285F9A9BB4}"/>
              </a:ext>
            </a:extLst>
          </p:cNvPr>
          <p:cNvSpPr txBox="1"/>
          <p:nvPr/>
        </p:nvSpPr>
        <p:spPr>
          <a:xfrm>
            <a:off x="967526" y="667053"/>
            <a:ext cx="1757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500" spc="100" dirty="0">
                <a:solidFill>
                  <a:schemeClr val="accent1"/>
                </a:solidFill>
                <a:latin typeface="+mj-lt"/>
                <a:ea typeface="+mj-ea"/>
              </a:rPr>
              <a:t>四技第</a:t>
            </a:r>
            <a:r>
              <a:rPr lang="en-US" altLang="zh-TW" sz="1500" spc="100" dirty="0">
                <a:solidFill>
                  <a:schemeClr val="accent1"/>
                </a:solidFill>
                <a:latin typeface="+mj-lt"/>
                <a:ea typeface="+mj-ea"/>
              </a:rPr>
              <a:t>115414</a:t>
            </a:r>
            <a:r>
              <a:rPr lang="zh-TW" altLang="en-US" sz="1500" spc="100" dirty="0">
                <a:solidFill>
                  <a:schemeClr val="accent1"/>
                </a:solidFill>
                <a:latin typeface="+mj-lt"/>
                <a:ea typeface="+mj-ea"/>
              </a:rPr>
              <a:t>組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FE5436B-E09D-E14C-4DED-869AADD7F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128" y="900656"/>
            <a:ext cx="3112655" cy="311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09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5630C435-6BD0-4CAD-73C7-EED432411646}"/>
              </a:ext>
            </a:extLst>
          </p:cNvPr>
          <p:cNvSpPr/>
          <p:nvPr/>
        </p:nvSpPr>
        <p:spPr>
          <a:xfrm>
            <a:off x="7934038" y="4122625"/>
            <a:ext cx="4796496" cy="4796496"/>
          </a:xfrm>
          <a:prstGeom prst="ellipse">
            <a:avLst/>
          </a:prstGeom>
          <a:gradFill>
            <a:gsLst>
              <a:gs pos="40000">
                <a:schemeClr val="accent2">
                  <a:alpha val="0"/>
                </a:schemeClr>
              </a:gs>
              <a:gs pos="19000">
                <a:schemeClr val="accent1">
                  <a:alpha val="5000"/>
                </a:schemeClr>
              </a:gs>
              <a:gs pos="0">
                <a:schemeClr val="accent2">
                  <a:alpha val="15000"/>
                </a:schemeClr>
              </a:gs>
            </a:gsLst>
            <a:lin ang="4200000" scaled="0"/>
          </a:gradFill>
          <a:ln w="12700">
            <a:gradFill>
              <a:gsLst>
                <a:gs pos="37000">
                  <a:schemeClr val="accent2">
                    <a:alpha val="5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!!直角三角形 7">
            <a:extLst>
              <a:ext uri="{FF2B5EF4-FFF2-40B4-BE49-F238E27FC236}">
                <a16:creationId xmlns:a16="http://schemas.microsoft.com/office/drawing/2014/main" id="{9CC581E5-1FB2-E1E3-DAE7-B3F08BCE868C}"/>
              </a:ext>
            </a:extLst>
          </p:cNvPr>
          <p:cNvSpPr/>
          <p:nvPr/>
        </p:nvSpPr>
        <p:spPr>
          <a:xfrm rot="5400000">
            <a:off x="4994759" y="-4994759"/>
            <a:ext cx="2202482" cy="12192000"/>
          </a:xfrm>
          <a:custGeom>
            <a:avLst/>
            <a:gdLst>
              <a:gd name="connsiteX0" fmla="*/ 0 w 2198044"/>
              <a:gd name="connsiteY0" fmla="*/ 12192000 h 12192000"/>
              <a:gd name="connsiteX1" fmla="*/ 0 w 2198044"/>
              <a:gd name="connsiteY1" fmla="*/ 0 h 12192000"/>
              <a:gd name="connsiteX2" fmla="*/ 1062338 w 2198044"/>
              <a:gd name="connsiteY2" fmla="*/ 0 h 12192000"/>
              <a:gd name="connsiteX3" fmla="*/ 1093993 w 2198044"/>
              <a:gd name="connsiteY3" fmla="*/ 45340 h 12192000"/>
              <a:gd name="connsiteX4" fmla="*/ 2198044 w 2198044"/>
              <a:gd name="connsiteY4" fmla="*/ 6096000 h 12192000"/>
              <a:gd name="connsiteX5" fmla="*/ 1093993 w 2198044"/>
              <a:gd name="connsiteY5" fmla="*/ 12146660 h 12192000"/>
              <a:gd name="connsiteX6" fmla="*/ 1062338 w 2198044"/>
              <a:gd name="connsiteY6" fmla="*/ 12192000 h 12192000"/>
              <a:gd name="connsiteX7" fmla="*/ 0 w 2198044"/>
              <a:gd name="connsiteY7" fmla="*/ 12192000 h 12192000"/>
              <a:gd name="connsiteX0" fmla="*/ 0 w 2202940"/>
              <a:gd name="connsiteY0" fmla="*/ 12192000 h 12192000"/>
              <a:gd name="connsiteX1" fmla="*/ 0 w 2202940"/>
              <a:gd name="connsiteY1" fmla="*/ 0 h 12192000"/>
              <a:gd name="connsiteX2" fmla="*/ 1062338 w 2202940"/>
              <a:gd name="connsiteY2" fmla="*/ 0 h 12192000"/>
              <a:gd name="connsiteX3" fmla="*/ 1093993 w 2202940"/>
              <a:gd name="connsiteY3" fmla="*/ 45340 h 12192000"/>
              <a:gd name="connsiteX4" fmla="*/ 2198044 w 2202940"/>
              <a:gd name="connsiteY4" fmla="*/ 6096000 h 12192000"/>
              <a:gd name="connsiteX5" fmla="*/ 1093993 w 2202940"/>
              <a:gd name="connsiteY5" fmla="*/ 12146660 h 12192000"/>
              <a:gd name="connsiteX6" fmla="*/ 1062338 w 2202940"/>
              <a:gd name="connsiteY6" fmla="*/ 12192000 h 12192000"/>
              <a:gd name="connsiteX7" fmla="*/ 0 w 2202940"/>
              <a:gd name="connsiteY7" fmla="*/ 12192000 h 12192000"/>
              <a:gd name="connsiteX0" fmla="*/ 0 w 2202482"/>
              <a:gd name="connsiteY0" fmla="*/ 12192000 h 12192000"/>
              <a:gd name="connsiteX1" fmla="*/ 0 w 2202482"/>
              <a:gd name="connsiteY1" fmla="*/ 0 h 12192000"/>
              <a:gd name="connsiteX2" fmla="*/ 1062338 w 2202482"/>
              <a:gd name="connsiteY2" fmla="*/ 0 h 12192000"/>
              <a:gd name="connsiteX3" fmla="*/ 1093993 w 2202482"/>
              <a:gd name="connsiteY3" fmla="*/ 45340 h 12192000"/>
              <a:gd name="connsiteX4" fmla="*/ 2198044 w 2202482"/>
              <a:gd name="connsiteY4" fmla="*/ 6096000 h 12192000"/>
              <a:gd name="connsiteX5" fmla="*/ 1093993 w 2202482"/>
              <a:gd name="connsiteY5" fmla="*/ 12146660 h 12192000"/>
              <a:gd name="connsiteX6" fmla="*/ 1062338 w 2202482"/>
              <a:gd name="connsiteY6" fmla="*/ 12192000 h 12192000"/>
              <a:gd name="connsiteX7" fmla="*/ 0 w 2202482"/>
              <a:gd name="connsiteY7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02482" h="12192000">
                <a:moveTo>
                  <a:pt x="0" y="12192000"/>
                </a:moveTo>
                <a:lnTo>
                  <a:pt x="0" y="0"/>
                </a:lnTo>
                <a:lnTo>
                  <a:pt x="1062338" y="0"/>
                </a:lnTo>
                <a:lnTo>
                  <a:pt x="1093993" y="45340"/>
                </a:lnTo>
                <a:cubicBezTo>
                  <a:pt x="1681838" y="1148900"/>
                  <a:pt x="2259004" y="3299782"/>
                  <a:pt x="2198044" y="6096000"/>
                </a:cubicBezTo>
                <a:cubicBezTo>
                  <a:pt x="2137084" y="8892218"/>
                  <a:pt x="1742797" y="11149780"/>
                  <a:pt x="1093993" y="12146660"/>
                </a:cubicBezTo>
                <a:lnTo>
                  <a:pt x="1062338" y="1219200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3C49EC3-0511-2CB7-FAD1-6BA781A96356}"/>
              </a:ext>
            </a:extLst>
          </p:cNvPr>
          <p:cNvSpPr txBox="1"/>
          <p:nvPr/>
        </p:nvSpPr>
        <p:spPr>
          <a:xfrm>
            <a:off x="2979868" y="335695"/>
            <a:ext cx="6232264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7200" b="1" spc="100" dirty="0">
                <a:gradFill flip="none" rotWithShape="1">
                  <a:gsLst>
                    <a:gs pos="18000">
                      <a:schemeClr val="bg1">
                        <a:alpha val="80000"/>
                      </a:schemeClr>
                    </a:gs>
                    <a:gs pos="80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atin typeface="+mj-lt"/>
                <a:ea typeface="等线" panose="02010600030101010101" pitchFamily="2" charset="-122"/>
                <a:cs typeface="Arial" panose="020B0604020202020204" pitchFamily="34" charset="0"/>
              </a:rPr>
              <a:t>CONTENTS</a:t>
            </a:r>
            <a:endParaRPr lang="zh-CN" altLang="en-US" sz="7200" b="1" spc="100" dirty="0">
              <a:gradFill flip="none" rotWithShape="1">
                <a:gsLst>
                  <a:gs pos="18000">
                    <a:schemeClr val="bg1">
                      <a:alpha val="80000"/>
                    </a:schemeClr>
                  </a:gs>
                  <a:gs pos="80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atin typeface="+mj-lt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E050534-B0C0-63A0-10CD-BBBF88DB4815}"/>
              </a:ext>
            </a:extLst>
          </p:cNvPr>
          <p:cNvSpPr txBox="1"/>
          <p:nvPr/>
        </p:nvSpPr>
        <p:spPr>
          <a:xfrm>
            <a:off x="5190945" y="853633"/>
            <a:ext cx="18101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4800" b="1" spc="300" dirty="0">
                <a:solidFill>
                  <a:prstClr val="white"/>
                </a:solidFill>
                <a:latin typeface="+mj-ea"/>
                <a:ea typeface="+mj-ea"/>
                <a:sym typeface="庞门正道标题体3.0" panose="02010600030101010101" pitchFamily="2" charset="-122"/>
              </a:rPr>
              <a:t>目  </a:t>
            </a:r>
            <a:r>
              <a:rPr lang="zh-TW" altLang="en-US" sz="4800" b="1" dirty="0">
                <a:solidFill>
                  <a:prstClr val="white"/>
                </a:solidFill>
                <a:latin typeface="+mj-ea"/>
                <a:ea typeface="+mj-ea"/>
                <a:sym typeface="庞门正道标题体3.0" panose="02010600030101010101" pitchFamily="2" charset="-122"/>
              </a:rPr>
              <a:t>錄</a:t>
            </a:r>
            <a:endParaRPr lang="zh-CN" altLang="en-US" sz="4800" b="1" dirty="0">
              <a:solidFill>
                <a:prstClr val="white"/>
              </a:solidFill>
              <a:latin typeface="+mj-ea"/>
              <a:ea typeface="+mj-ea"/>
              <a:sym typeface="庞门正道标题体3.0" panose="02010600030101010101" pitchFamily="2" charset="-122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F53496BD-DD2E-5B25-E7BC-29CB6913857A}"/>
              </a:ext>
            </a:extLst>
          </p:cNvPr>
          <p:cNvSpPr/>
          <p:nvPr/>
        </p:nvSpPr>
        <p:spPr>
          <a:xfrm rot="6412382">
            <a:off x="-1159979" y="3114856"/>
            <a:ext cx="2230568" cy="2230568"/>
          </a:xfrm>
          <a:prstGeom prst="ellipse">
            <a:avLst/>
          </a:prstGeom>
          <a:gradFill>
            <a:gsLst>
              <a:gs pos="49000">
                <a:schemeClr val="accent2">
                  <a:alpha val="0"/>
                </a:schemeClr>
              </a:gs>
              <a:gs pos="26000">
                <a:schemeClr val="accent1">
                  <a:alpha val="5000"/>
                </a:schemeClr>
              </a:gs>
              <a:gs pos="0">
                <a:schemeClr val="accent2">
                  <a:alpha val="15000"/>
                </a:schemeClr>
              </a:gs>
            </a:gsLst>
            <a:lin ang="4200000" scaled="0"/>
          </a:gradFill>
          <a:ln w="12700">
            <a:gradFill>
              <a:gsLst>
                <a:gs pos="37000">
                  <a:schemeClr val="accent2">
                    <a:alpha val="5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B735F18-C698-A254-98E6-094D213C1CEF}"/>
              </a:ext>
            </a:extLst>
          </p:cNvPr>
          <p:cNvSpPr txBox="1"/>
          <p:nvPr/>
        </p:nvSpPr>
        <p:spPr>
          <a:xfrm>
            <a:off x="981144" y="3490774"/>
            <a:ext cx="31468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spc="100" dirty="0"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背景與動機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EADCE66-D1F4-C978-57E0-6443A67047A4}"/>
              </a:ext>
            </a:extLst>
          </p:cNvPr>
          <p:cNvSpPr txBox="1"/>
          <p:nvPr/>
        </p:nvSpPr>
        <p:spPr>
          <a:xfrm>
            <a:off x="981144" y="2858961"/>
            <a:ext cx="746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spc="200" dirty="0">
                <a:solidFill>
                  <a:schemeClr val="accent1"/>
                </a:solidFill>
              </a:rPr>
              <a:t>01</a:t>
            </a:r>
            <a:endParaRPr lang="zh-TW" altLang="en-US" sz="3600" b="1" spc="200" dirty="0">
              <a:solidFill>
                <a:schemeClr val="accent1"/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98E0265-DD0C-B6CD-6AF5-682B492C7CE3}"/>
              </a:ext>
            </a:extLst>
          </p:cNvPr>
          <p:cNvSpPr txBox="1"/>
          <p:nvPr/>
        </p:nvSpPr>
        <p:spPr>
          <a:xfrm>
            <a:off x="4685310" y="3490774"/>
            <a:ext cx="3590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spc="50" dirty="0"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系統架構與技術使用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D94BEEB-8077-5784-C8AA-F7DCDD842C1E}"/>
              </a:ext>
            </a:extLst>
          </p:cNvPr>
          <p:cNvSpPr txBox="1"/>
          <p:nvPr/>
        </p:nvSpPr>
        <p:spPr>
          <a:xfrm>
            <a:off x="4685309" y="2858961"/>
            <a:ext cx="12153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spc="200" dirty="0">
                <a:solidFill>
                  <a:schemeClr val="accent1"/>
                </a:solidFill>
              </a:rPr>
              <a:t>02</a:t>
            </a:r>
            <a:endParaRPr lang="zh-TW" altLang="en-US" sz="3600" b="1" spc="200" dirty="0">
              <a:solidFill>
                <a:schemeClr val="accent1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414B0E3-4A8F-F671-B282-094BF172BAEF}"/>
              </a:ext>
            </a:extLst>
          </p:cNvPr>
          <p:cNvSpPr txBox="1"/>
          <p:nvPr/>
        </p:nvSpPr>
        <p:spPr>
          <a:xfrm>
            <a:off x="8833483" y="3490774"/>
            <a:ext cx="23838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altLang="zh-TW" sz="2400" spc="100" dirty="0"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APP</a:t>
            </a:r>
            <a:r>
              <a:rPr lang="zh-TW" altLang="en-US" sz="2400" spc="100" dirty="0"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畫面展示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030891F-EB2E-65FB-53E4-EBF22BDFD66C}"/>
              </a:ext>
            </a:extLst>
          </p:cNvPr>
          <p:cNvSpPr txBox="1"/>
          <p:nvPr/>
        </p:nvSpPr>
        <p:spPr>
          <a:xfrm>
            <a:off x="8833483" y="2858961"/>
            <a:ext cx="1086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spc="200" dirty="0">
                <a:solidFill>
                  <a:schemeClr val="accent1"/>
                </a:solidFill>
              </a:rPr>
              <a:t>03</a:t>
            </a:r>
            <a:endParaRPr lang="zh-TW" altLang="en-US" sz="3600" b="1" spc="200" dirty="0">
              <a:solidFill>
                <a:schemeClr val="accent1"/>
              </a:solidFill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F0BB332F-0DE0-B098-8DCE-28F12942EF6F}"/>
              </a:ext>
            </a:extLst>
          </p:cNvPr>
          <p:cNvSpPr txBox="1"/>
          <p:nvPr/>
        </p:nvSpPr>
        <p:spPr>
          <a:xfrm>
            <a:off x="981144" y="5236446"/>
            <a:ext cx="32768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spc="100" dirty="0"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交易爭議處理機制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81E2AD7-75A4-ED57-2035-4E8285A5D653}"/>
              </a:ext>
            </a:extLst>
          </p:cNvPr>
          <p:cNvSpPr txBox="1"/>
          <p:nvPr/>
        </p:nvSpPr>
        <p:spPr>
          <a:xfrm>
            <a:off x="981143" y="4604633"/>
            <a:ext cx="11170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spc="200" dirty="0">
                <a:solidFill>
                  <a:schemeClr val="accent1"/>
                </a:solidFill>
              </a:rPr>
              <a:t>04</a:t>
            </a:r>
            <a:endParaRPr lang="zh-TW" altLang="en-US" sz="3600" b="1" spc="200" dirty="0">
              <a:solidFill>
                <a:schemeClr val="accent1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8004ADB0-D436-46DB-7F20-E180989867E7}"/>
              </a:ext>
            </a:extLst>
          </p:cNvPr>
          <p:cNvSpPr txBox="1"/>
          <p:nvPr/>
        </p:nvSpPr>
        <p:spPr>
          <a:xfrm>
            <a:off x="4685310" y="5236446"/>
            <a:ext cx="3590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spc="50" dirty="0"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硬體架構與實體展示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10D57659-E846-52E0-2325-D4BA905B950D}"/>
              </a:ext>
            </a:extLst>
          </p:cNvPr>
          <p:cNvSpPr txBox="1"/>
          <p:nvPr/>
        </p:nvSpPr>
        <p:spPr>
          <a:xfrm>
            <a:off x="4685309" y="4604633"/>
            <a:ext cx="12153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spc="200" dirty="0">
                <a:solidFill>
                  <a:schemeClr val="accent1"/>
                </a:solidFill>
              </a:rPr>
              <a:t>05</a:t>
            </a:r>
            <a:endParaRPr lang="zh-TW" altLang="en-US" sz="3600" b="1" spc="200" dirty="0">
              <a:solidFill>
                <a:schemeClr val="accent1"/>
              </a:solidFill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43D69847-6C64-46C4-8E0E-FB26B88F8DB4}"/>
              </a:ext>
            </a:extLst>
          </p:cNvPr>
          <p:cNvSpPr txBox="1"/>
          <p:nvPr/>
        </p:nvSpPr>
        <p:spPr>
          <a:xfrm>
            <a:off x="8833483" y="5236446"/>
            <a:ext cx="23646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spc="100" dirty="0"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後續規劃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9EC75C82-F747-0F1B-D5B4-82EEAEA17E62}"/>
              </a:ext>
            </a:extLst>
          </p:cNvPr>
          <p:cNvSpPr txBox="1"/>
          <p:nvPr/>
        </p:nvSpPr>
        <p:spPr>
          <a:xfrm>
            <a:off x="8833483" y="4604633"/>
            <a:ext cx="1086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spc="200" dirty="0">
                <a:solidFill>
                  <a:schemeClr val="accent1"/>
                </a:solidFill>
              </a:rPr>
              <a:t>06</a:t>
            </a:r>
            <a:endParaRPr lang="zh-TW" altLang="en-US" sz="3600" b="1" spc="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007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3F055562-7812-E7BE-750E-7037C51AE6CE}"/>
              </a:ext>
            </a:extLst>
          </p:cNvPr>
          <p:cNvSpPr txBox="1"/>
          <p:nvPr/>
        </p:nvSpPr>
        <p:spPr>
          <a:xfrm>
            <a:off x="981143" y="1814922"/>
            <a:ext cx="434559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01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185071B-1373-8336-36D3-8DE58F22EE63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300" dirty="0">
                <a:solidFill>
                  <a:schemeClr val="bg1"/>
                </a:solidFill>
                <a:latin typeface="+mj-ea"/>
                <a:ea typeface="+mj-ea"/>
              </a:rPr>
              <a:t>背景與動機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69F286E1-5DD3-668A-A53D-6D154101916A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連卉媗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6896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205499-1D7F-CF8C-90E1-8E9AFB352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1F09B61D-87A6-AE5C-4B6E-609981A4ABEF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ACA789-D268-6F20-F7CE-CC1E04CA74B9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現況問題與痛點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7DD34D-02BD-F5C6-A73E-DA1C396353DB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PAIN POINTS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A15D2-F2DB-A848-5B8E-3084BEB782AE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4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0" name="Group 14">
            <a:extLst>
              <a:ext uri="{FF2B5EF4-FFF2-40B4-BE49-F238E27FC236}">
                <a16:creationId xmlns:a16="http://schemas.microsoft.com/office/drawing/2014/main" id="{00319A45-C82E-BBEC-7D16-AC37B25E1D10}"/>
              </a:ext>
            </a:extLst>
          </p:cNvPr>
          <p:cNvGrpSpPr/>
          <p:nvPr/>
        </p:nvGrpSpPr>
        <p:grpSpPr>
          <a:xfrm>
            <a:off x="758890" y="3005792"/>
            <a:ext cx="3309257" cy="2256674"/>
            <a:chOff x="1682570" y="2841474"/>
            <a:chExt cx="3309257" cy="2256674"/>
          </a:xfrm>
        </p:grpSpPr>
        <p:sp>
          <p:nvSpPr>
            <p:cNvPr id="11" name="Rectangle: Rounded Corners 15">
              <a:extLst>
                <a:ext uri="{FF2B5EF4-FFF2-40B4-BE49-F238E27FC236}">
                  <a16:creationId xmlns:a16="http://schemas.microsoft.com/office/drawing/2014/main" id="{EE6723E5-1B8B-3168-F2BF-F5C81797C8AB}"/>
                </a:ext>
              </a:extLst>
            </p:cNvPr>
            <p:cNvSpPr/>
            <p:nvPr/>
          </p:nvSpPr>
          <p:spPr>
            <a:xfrm>
              <a:off x="1682570" y="2841474"/>
              <a:ext cx="3309257" cy="2256674"/>
            </a:xfrm>
            <a:prstGeom prst="roundRect">
              <a:avLst>
                <a:gd name="adj" fmla="val 12819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0" dist="1320800" dir="2040000" sx="80000" sy="80000" algn="t" rotWithShape="0">
                <a:schemeClr val="tx1">
                  <a:lumMod val="95000"/>
                  <a:lumOff val="5000"/>
                  <a:alpha val="2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latin typeface="+mj-lt"/>
              </a:endParaRPr>
            </a:p>
          </p:txBody>
        </p:sp>
        <p:sp>
          <p:nvSpPr>
            <p:cNvPr id="13" name="Rectangle: Rounded Corners 17">
              <a:extLst>
                <a:ext uri="{FF2B5EF4-FFF2-40B4-BE49-F238E27FC236}">
                  <a16:creationId xmlns:a16="http://schemas.microsoft.com/office/drawing/2014/main" id="{DCB64258-0AC5-A27C-10FC-D9085849D996}"/>
                </a:ext>
              </a:extLst>
            </p:cNvPr>
            <p:cNvSpPr/>
            <p:nvPr/>
          </p:nvSpPr>
          <p:spPr>
            <a:xfrm>
              <a:off x="1929881" y="3067807"/>
              <a:ext cx="1429090" cy="43480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20000"/>
                </a:schemeClr>
              </a:outerShdw>
            </a:effectLst>
          </p:spPr>
          <p:txBody>
            <a:bodyPr rtlCol="0" anchor="ctr"/>
            <a:lstStyle/>
            <a:p>
              <a:pPr algn="ctr"/>
              <a:r>
                <a:rPr lang="zh-TW" altLang="en-US" sz="2000" spc="100" dirty="0">
                  <a:solidFill>
                    <a:schemeClr val="bg1"/>
                  </a:solidFill>
                  <a:latin typeface="Noto Sans TC Medium" panose="020B0200000000000000" pitchFamily="34" charset="-120"/>
                  <a:ea typeface="Noto Sans TC Medium" panose="020B0200000000000000" pitchFamily="34" charset="-120"/>
                </a:rPr>
                <a:t>面交困難</a:t>
              </a:r>
              <a:endParaRPr lang="id-ID" sz="2000" spc="100" dirty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endParaRPr>
            </a:p>
          </p:txBody>
        </p:sp>
        <p:sp>
          <p:nvSpPr>
            <p:cNvPr id="12" name="Rectangle 16">
              <a:extLst>
                <a:ext uri="{FF2B5EF4-FFF2-40B4-BE49-F238E27FC236}">
                  <a16:creationId xmlns:a16="http://schemas.microsoft.com/office/drawing/2014/main" id="{B137FF88-F52D-25ED-0236-34D02E99E769}"/>
                </a:ext>
              </a:extLst>
            </p:cNvPr>
            <p:cNvSpPr/>
            <p:nvPr/>
          </p:nvSpPr>
          <p:spPr>
            <a:xfrm>
              <a:off x="1920550" y="3654295"/>
              <a:ext cx="3071277" cy="1024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80000"/>
                </a:lnSpc>
                <a:buFont typeface="Arial" panose="020B0604020202020204" pitchFamily="34" charset="0"/>
                <a:buChar char="•"/>
              </a:pPr>
              <a:r>
                <a:rPr lang="zh-TW" altLang="en-US" spc="100" dirty="0">
                  <a:latin typeface="+mj-lt"/>
                  <a:cs typeface="Segoe UI Light" panose="020B0502040204020203" pitchFamily="34" charset="0"/>
                </a:rPr>
                <a:t>雙方時間難以媒合</a:t>
              </a:r>
              <a:endParaRPr lang="en-US" altLang="zh-TW" spc="100" dirty="0">
                <a:latin typeface="+mj-lt"/>
                <a:cs typeface="Segoe UI Light" panose="020B0502040204020203" pitchFamily="34" charset="0"/>
              </a:endParaRPr>
            </a:p>
            <a:p>
              <a:pPr marL="171450" indent="-171450">
                <a:lnSpc>
                  <a:spcPct val="180000"/>
                </a:lnSpc>
                <a:buFont typeface="Arial" panose="020B0604020202020204" pitchFamily="34" charset="0"/>
                <a:buChar char="•"/>
              </a:pPr>
              <a:r>
                <a:rPr lang="zh-TW" altLang="en-US" spc="100" dirty="0">
                  <a:latin typeface="+mj-lt"/>
                  <a:cs typeface="Segoe UI Light" panose="020B0502040204020203" pitchFamily="34" charset="0"/>
                </a:rPr>
                <a:t>存在安全與隱私顧慮</a:t>
              </a:r>
              <a:endParaRPr lang="en-US" spc="100" dirty="0">
                <a:latin typeface="+mj-lt"/>
                <a:cs typeface="Segoe UI Light" panose="020B0502040204020203" pitchFamily="34" charset="0"/>
              </a:endParaRPr>
            </a:p>
          </p:txBody>
        </p:sp>
      </p:grp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4DDF8DA-95C3-960A-9C8D-5091EE5EE534}"/>
              </a:ext>
            </a:extLst>
          </p:cNvPr>
          <p:cNvSpPr txBox="1"/>
          <p:nvPr/>
        </p:nvSpPr>
        <p:spPr>
          <a:xfrm>
            <a:off x="681135" y="1685554"/>
            <a:ext cx="11187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/>
            <a:r>
              <a:rPr lang="zh-TW" altLang="en-US" sz="2000" spc="50" dirty="0">
                <a:latin typeface="+mn-ea"/>
              </a:rPr>
              <a:t>大學生每學期需購買大量昂貴教科書，學期結束後書籍往往閒置，造成資源浪費與空間佔用。</a:t>
            </a:r>
          </a:p>
        </p:txBody>
      </p:sp>
      <p:grpSp>
        <p:nvGrpSpPr>
          <p:cNvPr id="24" name="Group 14">
            <a:extLst>
              <a:ext uri="{FF2B5EF4-FFF2-40B4-BE49-F238E27FC236}">
                <a16:creationId xmlns:a16="http://schemas.microsoft.com/office/drawing/2014/main" id="{FF0C5E1C-0518-15BF-F0D7-0A63EDC894A7}"/>
              </a:ext>
            </a:extLst>
          </p:cNvPr>
          <p:cNvGrpSpPr/>
          <p:nvPr/>
        </p:nvGrpSpPr>
        <p:grpSpPr>
          <a:xfrm>
            <a:off x="4441371" y="3005792"/>
            <a:ext cx="3309257" cy="2256674"/>
            <a:chOff x="1682570" y="2841474"/>
            <a:chExt cx="3309257" cy="2256674"/>
          </a:xfrm>
        </p:grpSpPr>
        <p:sp>
          <p:nvSpPr>
            <p:cNvPr id="25" name="Rectangle: Rounded Corners 15">
              <a:extLst>
                <a:ext uri="{FF2B5EF4-FFF2-40B4-BE49-F238E27FC236}">
                  <a16:creationId xmlns:a16="http://schemas.microsoft.com/office/drawing/2014/main" id="{C1CF914E-3AAC-B0BD-262E-1D7DD5B5CF57}"/>
                </a:ext>
              </a:extLst>
            </p:cNvPr>
            <p:cNvSpPr/>
            <p:nvPr/>
          </p:nvSpPr>
          <p:spPr>
            <a:xfrm>
              <a:off x="1682570" y="2841474"/>
              <a:ext cx="3309257" cy="2256674"/>
            </a:xfrm>
            <a:prstGeom prst="roundRect">
              <a:avLst>
                <a:gd name="adj" fmla="val 12819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0" dist="1320800" dir="2040000" sx="80000" sy="80000" algn="t" rotWithShape="0">
                <a:schemeClr val="tx1">
                  <a:lumMod val="95000"/>
                  <a:lumOff val="5000"/>
                  <a:alpha val="2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latin typeface="+mj-lt"/>
              </a:endParaRPr>
            </a:p>
          </p:txBody>
        </p:sp>
        <p:sp>
          <p:nvSpPr>
            <p:cNvPr id="26" name="Rectangle 16">
              <a:extLst>
                <a:ext uri="{FF2B5EF4-FFF2-40B4-BE49-F238E27FC236}">
                  <a16:creationId xmlns:a16="http://schemas.microsoft.com/office/drawing/2014/main" id="{79A393B8-48B7-AACC-C4C9-551F136910D0}"/>
                </a:ext>
              </a:extLst>
            </p:cNvPr>
            <p:cNvSpPr/>
            <p:nvPr/>
          </p:nvSpPr>
          <p:spPr>
            <a:xfrm>
              <a:off x="1920550" y="3654295"/>
              <a:ext cx="3071277" cy="1024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80000"/>
                </a:lnSpc>
                <a:buFont typeface="Arial" panose="020B0604020202020204" pitchFamily="34" charset="0"/>
                <a:buChar char="•"/>
              </a:pPr>
              <a:r>
                <a:rPr lang="zh-TW" altLang="en-US" spc="100" dirty="0">
                  <a:latin typeface="+mj-lt"/>
                  <a:cs typeface="Segoe UI Light" panose="020B0502040204020203" pitchFamily="34" charset="0"/>
                </a:rPr>
                <a:t>包裝程序繁瑣</a:t>
              </a:r>
              <a:endParaRPr lang="en-US" altLang="zh-TW" spc="100" dirty="0">
                <a:latin typeface="+mj-lt"/>
                <a:cs typeface="Segoe UI Light" panose="020B0502040204020203" pitchFamily="34" charset="0"/>
              </a:endParaRPr>
            </a:p>
            <a:p>
              <a:pPr marL="171450" indent="-171450">
                <a:lnSpc>
                  <a:spcPct val="180000"/>
                </a:lnSpc>
                <a:buFont typeface="Arial" panose="020B0604020202020204" pitchFamily="34" charset="0"/>
                <a:buChar char="•"/>
              </a:pPr>
              <a:r>
                <a:rPr lang="zh-TW" altLang="en-US" spc="100" dirty="0">
                  <a:latin typeface="+mj-lt"/>
                  <a:cs typeface="Segoe UI Light" panose="020B0502040204020203" pitchFamily="34" charset="0"/>
                </a:rPr>
                <a:t>物流運費過高</a:t>
              </a:r>
              <a:endParaRPr lang="en-US" spc="100" dirty="0">
                <a:latin typeface="+mj-lt"/>
                <a:cs typeface="Segoe UI Light" panose="020B0502040204020203" pitchFamily="34" charset="0"/>
              </a:endParaRPr>
            </a:p>
          </p:txBody>
        </p:sp>
        <p:sp>
          <p:nvSpPr>
            <p:cNvPr id="27" name="Rectangle: Rounded Corners 17">
              <a:extLst>
                <a:ext uri="{FF2B5EF4-FFF2-40B4-BE49-F238E27FC236}">
                  <a16:creationId xmlns:a16="http://schemas.microsoft.com/office/drawing/2014/main" id="{B904AC7C-0E6A-274C-E6FA-70D703704D9F}"/>
                </a:ext>
              </a:extLst>
            </p:cNvPr>
            <p:cNvSpPr/>
            <p:nvPr/>
          </p:nvSpPr>
          <p:spPr>
            <a:xfrm>
              <a:off x="1929881" y="3067807"/>
              <a:ext cx="1416650" cy="43480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20000"/>
                </a:schemeClr>
              </a:outerShdw>
            </a:effectLst>
          </p:spPr>
          <p:txBody>
            <a:bodyPr rtlCol="0" anchor="ctr"/>
            <a:lstStyle/>
            <a:p>
              <a:pPr algn="ctr"/>
              <a:r>
                <a:rPr lang="zh-TW" altLang="en-US" sz="2000" spc="100" dirty="0">
                  <a:solidFill>
                    <a:schemeClr val="bg1"/>
                  </a:solidFill>
                  <a:latin typeface="Noto Sans TC Medium" panose="020B0200000000000000" pitchFamily="34" charset="-120"/>
                  <a:ea typeface="Noto Sans TC Medium" panose="020B0200000000000000" pitchFamily="34" charset="-120"/>
                </a:rPr>
                <a:t>寄送成本</a:t>
              </a:r>
            </a:p>
          </p:txBody>
        </p:sp>
      </p:grpSp>
      <p:grpSp>
        <p:nvGrpSpPr>
          <p:cNvPr id="28" name="Group 14">
            <a:extLst>
              <a:ext uri="{FF2B5EF4-FFF2-40B4-BE49-F238E27FC236}">
                <a16:creationId xmlns:a16="http://schemas.microsoft.com/office/drawing/2014/main" id="{B02483BF-F98E-79E7-C637-F4BD80A820F0}"/>
              </a:ext>
            </a:extLst>
          </p:cNvPr>
          <p:cNvGrpSpPr/>
          <p:nvPr/>
        </p:nvGrpSpPr>
        <p:grpSpPr>
          <a:xfrm>
            <a:off x="8123853" y="3005792"/>
            <a:ext cx="3309257" cy="2256674"/>
            <a:chOff x="1682570" y="2841474"/>
            <a:chExt cx="3309257" cy="2256674"/>
          </a:xfrm>
        </p:grpSpPr>
        <p:sp>
          <p:nvSpPr>
            <p:cNvPr id="29" name="Rectangle: Rounded Corners 15">
              <a:extLst>
                <a:ext uri="{FF2B5EF4-FFF2-40B4-BE49-F238E27FC236}">
                  <a16:creationId xmlns:a16="http://schemas.microsoft.com/office/drawing/2014/main" id="{D786DBEB-72F9-985B-1271-26567C2050E0}"/>
                </a:ext>
              </a:extLst>
            </p:cNvPr>
            <p:cNvSpPr/>
            <p:nvPr/>
          </p:nvSpPr>
          <p:spPr>
            <a:xfrm>
              <a:off x="1682570" y="2841474"/>
              <a:ext cx="3309257" cy="2256674"/>
            </a:xfrm>
            <a:prstGeom prst="roundRect">
              <a:avLst>
                <a:gd name="adj" fmla="val 12819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0" dist="1320800" dir="2040000" sx="80000" sy="80000" algn="t" rotWithShape="0">
                <a:schemeClr val="tx1">
                  <a:lumMod val="95000"/>
                  <a:lumOff val="5000"/>
                  <a:alpha val="2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latin typeface="+mj-lt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9490D8CB-EA55-5710-BB03-D37C2204ECF8}"/>
                </a:ext>
              </a:extLst>
            </p:cNvPr>
            <p:cNvSpPr/>
            <p:nvPr/>
          </p:nvSpPr>
          <p:spPr>
            <a:xfrm>
              <a:off x="1900886" y="3654294"/>
              <a:ext cx="3071277" cy="1024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80000"/>
                </a:lnSpc>
                <a:buFont typeface="Arial" panose="020B0604020202020204" pitchFamily="34" charset="0"/>
                <a:buChar char="•"/>
              </a:pPr>
              <a:r>
                <a:rPr lang="zh-TW" altLang="en-US" spc="100" dirty="0">
                  <a:cs typeface="Segoe UI Light" panose="020B0502040204020203" pitchFamily="34" charset="0"/>
                </a:rPr>
                <a:t>買家難以確認真實書況</a:t>
              </a:r>
              <a:endParaRPr lang="en-US" altLang="zh-TW" spc="100" dirty="0">
                <a:cs typeface="Segoe UI Light" panose="020B0502040204020203" pitchFamily="34" charset="0"/>
              </a:endParaRPr>
            </a:p>
            <a:p>
              <a:pPr marL="171450" indent="-171450">
                <a:lnSpc>
                  <a:spcPct val="180000"/>
                </a:lnSpc>
                <a:buFont typeface="Arial" panose="020B0604020202020204" pitchFamily="34" charset="0"/>
                <a:buChar char="•"/>
              </a:pPr>
              <a:r>
                <a:rPr lang="zh-TW" altLang="en-US" spc="50" dirty="0">
                  <a:cs typeface="Segoe UI Light" panose="020B0502040204020203" pitchFamily="34" charset="0"/>
                </a:rPr>
                <a:t>筆記與破損程度無從得知</a:t>
              </a:r>
              <a:endParaRPr lang="en-US" altLang="zh-TW" spc="50" dirty="0">
                <a:cs typeface="Segoe UI Light" panose="020B0502040204020203" pitchFamily="34" charset="0"/>
              </a:endParaRPr>
            </a:p>
          </p:txBody>
        </p:sp>
        <p:sp>
          <p:nvSpPr>
            <p:cNvPr id="31" name="Rectangle: Rounded Corners 17">
              <a:extLst>
                <a:ext uri="{FF2B5EF4-FFF2-40B4-BE49-F238E27FC236}">
                  <a16:creationId xmlns:a16="http://schemas.microsoft.com/office/drawing/2014/main" id="{B74DDFCF-F487-08AB-2DCD-E47808A8B3DE}"/>
                </a:ext>
              </a:extLst>
            </p:cNvPr>
            <p:cNvSpPr/>
            <p:nvPr/>
          </p:nvSpPr>
          <p:spPr>
            <a:xfrm>
              <a:off x="1929880" y="3067807"/>
              <a:ext cx="1715229" cy="43480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20000"/>
                </a:schemeClr>
              </a:outerShdw>
            </a:effectLst>
          </p:spPr>
          <p:txBody>
            <a:bodyPr rtlCol="0" anchor="ctr"/>
            <a:lstStyle/>
            <a:p>
              <a:pPr algn="ctr"/>
              <a:r>
                <a:rPr lang="zh-TW" altLang="en-US" sz="2000" spc="100" dirty="0">
                  <a:solidFill>
                    <a:schemeClr val="bg1"/>
                  </a:solidFill>
                  <a:latin typeface="Noto Sans TC Medium" panose="020B0200000000000000" pitchFamily="34" charset="-120"/>
                  <a:ea typeface="Noto Sans TC Medium" panose="020B0200000000000000" pitchFamily="34" charset="-120"/>
                </a:rPr>
                <a:t>資訊不對稱</a:t>
              </a:r>
              <a:endParaRPr lang="id-ID" sz="2000" spc="100" dirty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7980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891188-1559-372F-82AB-D3A3B1667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77779850-4928-6004-7C48-F5840AECF3CD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0E72DB83-6AFF-A740-DF70-2EEFD6408217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問卷結果分析</a:t>
            </a:r>
            <a:r>
              <a:rPr lang="zh-TW" altLang="en-US" spc="150" dirty="0">
                <a:latin typeface="+mn-ea"/>
              </a:rPr>
              <a:t>／</a:t>
            </a:r>
            <a:r>
              <a:rPr lang="zh-TW" altLang="en-US" sz="2000" spc="150" dirty="0">
                <a:latin typeface="+mn-ea"/>
              </a:rPr>
              <a:t>樣本概況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56D5175-A687-EE95-A7EB-C626E2B00616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SURVEY</a:t>
            </a:r>
            <a:r>
              <a:rPr lang="zh-TW" altLang="en-US" sz="1400" spc="200" dirty="0">
                <a:solidFill>
                  <a:srgbClr val="7E8A90"/>
                </a:solidFill>
              </a:rPr>
              <a:t> </a:t>
            </a:r>
            <a:r>
              <a:rPr lang="pt-PT" altLang="zh-TW" sz="1400" spc="200" dirty="0">
                <a:solidFill>
                  <a:srgbClr val="7E8A90"/>
                </a:solidFill>
              </a:rPr>
              <a:t>SAMPLE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7444D4D1-77A5-1BB4-CC2C-37810CD77C29}"/>
              </a:ext>
            </a:extLst>
          </p:cNvPr>
          <p:cNvGrpSpPr/>
          <p:nvPr/>
        </p:nvGrpSpPr>
        <p:grpSpPr>
          <a:xfrm>
            <a:off x="1204506" y="1732752"/>
            <a:ext cx="2400116" cy="2253254"/>
            <a:chOff x="1204506" y="1732752"/>
            <a:chExt cx="2400116" cy="2253254"/>
          </a:xfrm>
        </p:grpSpPr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C7B5F8B1-9D51-BA9F-16D7-17A848551196}"/>
                </a:ext>
              </a:extLst>
            </p:cNvPr>
            <p:cNvSpPr txBox="1"/>
            <p:nvPr/>
          </p:nvSpPr>
          <p:spPr>
            <a:xfrm>
              <a:off x="1204506" y="3393215"/>
              <a:ext cx="2400116" cy="5927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45"/>
                </a:lnSpc>
                <a:spcBef>
                  <a:spcPct val="0"/>
                </a:spcBef>
              </a:pPr>
              <a:r>
                <a:rPr lang="en-US" sz="2400" spc="150" dirty="0" err="1">
                  <a:solidFill>
                    <a:schemeClr val="tx2"/>
                  </a:solidFill>
                  <a:latin typeface="Noto Sans TC Medium" panose="020B0200000000000000" pitchFamily="34" charset="-120"/>
                  <a:ea typeface="Noto Sans TC Medium" panose="020B0200000000000000" pitchFamily="34" charset="-120"/>
                  <a:cs typeface="Noto Sans T Chinese"/>
                  <a:sym typeface="Noto Sans T Chinese"/>
                </a:rPr>
                <a:t>總問卷數</a:t>
              </a:r>
              <a:endParaRPr lang="en-US" sz="2400" spc="1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endParaRP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7338583B-3886-A0AE-0C7D-6100836A6DDB}"/>
                </a:ext>
              </a:extLst>
            </p:cNvPr>
            <p:cNvGrpSpPr/>
            <p:nvPr/>
          </p:nvGrpSpPr>
          <p:grpSpPr>
            <a:xfrm>
              <a:off x="1350347" y="1732752"/>
              <a:ext cx="2108435" cy="1819421"/>
              <a:chOff x="885232" y="2074258"/>
              <a:chExt cx="2108435" cy="1819421"/>
            </a:xfrm>
          </p:grpSpPr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BBC6DBDE-A845-6D45-ED5A-7F578908C12A}"/>
                  </a:ext>
                </a:extLst>
              </p:cNvPr>
              <p:cNvSpPr txBox="1"/>
              <p:nvPr/>
            </p:nvSpPr>
            <p:spPr>
              <a:xfrm>
                <a:off x="924229" y="2113255"/>
                <a:ext cx="2069438" cy="178042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15729"/>
                  </a:lnSpc>
                  <a:spcBef>
                    <a:spcPct val="0"/>
                  </a:spcBef>
                </a:pPr>
                <a:r>
                  <a:rPr lang="en-US" sz="8800" b="1" spc="200" dirty="0">
                    <a:solidFill>
                      <a:schemeClr val="accent2"/>
                    </a:solidFill>
                    <a:latin typeface="+mj-ea"/>
                    <a:ea typeface="+mj-ea"/>
                    <a:sym typeface="Montserrat Bold"/>
                  </a:rPr>
                  <a:t>500</a:t>
                </a:r>
              </a:p>
            </p:txBody>
          </p:sp>
          <p:sp>
            <p:nvSpPr>
              <p:cNvPr id="40" name="TextBox 7">
                <a:extLst>
                  <a:ext uri="{FF2B5EF4-FFF2-40B4-BE49-F238E27FC236}">
                    <a16:creationId xmlns:a16="http://schemas.microsoft.com/office/drawing/2014/main" id="{0CECD64E-4A62-5FD2-57C8-912579869FA6}"/>
                  </a:ext>
                </a:extLst>
              </p:cNvPr>
              <p:cNvSpPr txBox="1"/>
              <p:nvPr/>
            </p:nvSpPr>
            <p:spPr>
              <a:xfrm>
                <a:off x="885232" y="2074258"/>
                <a:ext cx="2069438" cy="17804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15729"/>
                  </a:lnSpc>
                  <a:spcBef>
                    <a:spcPct val="0"/>
                  </a:spcBef>
                </a:pPr>
                <a:r>
                  <a:rPr lang="en-US" sz="8800" b="1" spc="200" dirty="0">
                    <a:ln w="38100">
                      <a:solidFill>
                        <a:schemeClr val="tx2"/>
                      </a:solidFill>
                    </a:ln>
                    <a:noFill/>
                    <a:latin typeface="+mj-ea"/>
                    <a:ea typeface="+mj-ea"/>
                    <a:sym typeface="Montserrat Bold"/>
                  </a:rPr>
                  <a:t>500</a:t>
                </a:r>
              </a:p>
            </p:txBody>
          </p:sp>
        </p:grpSp>
      </p:grp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AB3428E9-B402-C3CD-7FB8-53C3BE83027D}"/>
              </a:ext>
            </a:extLst>
          </p:cNvPr>
          <p:cNvSpPr txBox="1"/>
          <p:nvPr/>
        </p:nvSpPr>
        <p:spPr>
          <a:xfrm>
            <a:off x="865239" y="4596539"/>
            <a:ext cx="10490118" cy="136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>
              <a:lnSpc>
                <a:spcPct val="160000"/>
              </a:lnSpc>
            </a:pPr>
            <a:r>
              <a:rPr lang="zh-TW" altLang="en-US" spc="100" dirty="0">
                <a:latin typeface="+mn-ea"/>
              </a:rPr>
              <a:t>* 主要調查對象為 </a:t>
            </a:r>
            <a:r>
              <a:rPr lang="en-US" altLang="zh-TW" spc="100" dirty="0">
                <a:latin typeface="+mn-ea"/>
              </a:rPr>
              <a:t>18~24</a:t>
            </a:r>
            <a:r>
              <a:rPr lang="zh-TW" altLang="en-US" spc="100" dirty="0">
                <a:latin typeface="+mn-ea"/>
              </a:rPr>
              <a:t> 歲在校大學生。</a:t>
            </a:r>
            <a:endParaRPr lang="en-US" altLang="zh-TW" spc="100" dirty="0">
              <a:latin typeface="+mn-ea"/>
            </a:endParaRPr>
          </a:p>
          <a:p>
            <a:pPr hangingPunct="0">
              <a:lnSpc>
                <a:spcPct val="160000"/>
              </a:lnSpc>
            </a:pPr>
            <a:r>
              <a:rPr lang="en-US" altLang="zh-TW" spc="100" dirty="0">
                <a:latin typeface="+mn-ea"/>
              </a:rPr>
              <a:t>* </a:t>
            </a:r>
            <a:r>
              <a:rPr lang="zh-TW" altLang="en-US" spc="100" dirty="0">
                <a:latin typeface="+mn-ea"/>
              </a:rPr>
              <a:t>問卷共計 </a:t>
            </a:r>
            <a:r>
              <a:rPr lang="en-US" altLang="zh-TW" spc="100" dirty="0">
                <a:latin typeface="+mn-ea"/>
              </a:rPr>
              <a:t>18 </a:t>
            </a:r>
            <a:r>
              <a:rPr lang="zh-TW" altLang="en-US" spc="100" dirty="0">
                <a:latin typeface="+mn-ea"/>
              </a:rPr>
              <a:t>題，預估作答時間 </a:t>
            </a:r>
            <a:r>
              <a:rPr lang="en-US" altLang="zh-TW" spc="100" dirty="0">
                <a:latin typeface="+mn-ea"/>
              </a:rPr>
              <a:t>3 ~ 5 </a:t>
            </a:r>
            <a:r>
              <a:rPr lang="zh-TW" altLang="en-US" spc="100" dirty="0">
                <a:latin typeface="+mn-ea"/>
              </a:rPr>
              <a:t>分鐘。</a:t>
            </a:r>
            <a:endParaRPr lang="en-US" altLang="zh-TW" spc="100" dirty="0">
              <a:latin typeface="+mn-ea"/>
            </a:endParaRPr>
          </a:p>
          <a:p>
            <a:pPr hangingPunct="0">
              <a:lnSpc>
                <a:spcPct val="160000"/>
              </a:lnSpc>
            </a:pPr>
            <a:r>
              <a:rPr lang="en-US" altLang="zh-TW" spc="100" dirty="0">
                <a:latin typeface="+mn-ea"/>
              </a:rPr>
              <a:t>* </a:t>
            </a:r>
            <a:r>
              <a:rPr lang="zh-TW" altLang="en-US" spc="100" dirty="0">
                <a:latin typeface="+mn-ea"/>
              </a:rPr>
              <a:t>共 </a:t>
            </a:r>
            <a:r>
              <a:rPr lang="en-US" altLang="zh-TW" spc="100" dirty="0">
                <a:latin typeface="+mn-ea"/>
              </a:rPr>
              <a:t>2 </a:t>
            </a:r>
            <a:r>
              <a:rPr lang="zh-TW" altLang="en-US" spc="100" dirty="0">
                <a:latin typeface="+mn-ea"/>
              </a:rPr>
              <a:t>筆問卷因重複填答，認定為無效問卷予以排除。</a:t>
            </a:r>
            <a:endParaRPr lang="en-US" altLang="zh-TW" spc="100" dirty="0">
              <a:latin typeface="+mn-ea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B90D371E-913D-3EFA-4E1F-959057B6E594}"/>
              </a:ext>
            </a:extLst>
          </p:cNvPr>
          <p:cNvGrpSpPr/>
          <p:nvPr/>
        </p:nvGrpSpPr>
        <p:grpSpPr>
          <a:xfrm>
            <a:off x="4733387" y="1715977"/>
            <a:ext cx="3086100" cy="2278162"/>
            <a:chOff x="4619087" y="1715977"/>
            <a:chExt cx="3086100" cy="2278162"/>
          </a:xfrm>
        </p:grpSpPr>
        <p:sp>
          <p:nvSpPr>
            <p:cNvPr id="34" name="TextBox 10">
              <a:extLst>
                <a:ext uri="{FF2B5EF4-FFF2-40B4-BE49-F238E27FC236}">
                  <a16:creationId xmlns:a16="http://schemas.microsoft.com/office/drawing/2014/main" id="{1130A496-B970-F5FD-D0E8-D4AC4AC196F3}"/>
                </a:ext>
              </a:extLst>
            </p:cNvPr>
            <p:cNvSpPr txBox="1"/>
            <p:nvPr/>
          </p:nvSpPr>
          <p:spPr>
            <a:xfrm>
              <a:off x="4619087" y="3401348"/>
              <a:ext cx="3086100" cy="592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45"/>
                </a:lnSpc>
                <a:spcBef>
                  <a:spcPct val="0"/>
                </a:spcBef>
              </a:pPr>
              <a:r>
                <a:rPr lang="en-US" sz="2400" spc="150" dirty="0" err="1">
                  <a:solidFill>
                    <a:schemeClr val="tx2"/>
                  </a:solidFill>
                  <a:latin typeface="Noto Sans TC Medium" panose="020B0200000000000000" pitchFamily="34" charset="-120"/>
                  <a:ea typeface="Noto Sans TC Medium" panose="020B0200000000000000" pitchFamily="34" charset="-120"/>
                  <a:cs typeface="Noto Sans T Chinese"/>
                  <a:sym typeface="Noto Sans T Chinese"/>
                </a:rPr>
                <a:t>有效問卷數</a:t>
              </a:r>
              <a:endParaRPr lang="en-US" sz="2400" spc="1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endParaRPr>
            </a:p>
          </p:txBody>
        </p:sp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6C852317-1B57-3837-4DA4-20EBE9EB7DD2}"/>
                </a:ext>
              </a:extLst>
            </p:cNvPr>
            <p:cNvGrpSpPr>
              <a:grpSpLocks/>
            </p:cNvGrpSpPr>
            <p:nvPr/>
          </p:nvGrpSpPr>
          <p:grpSpPr>
            <a:xfrm>
              <a:off x="5006901" y="1715977"/>
              <a:ext cx="2310473" cy="1846414"/>
              <a:chOff x="4896479" y="2056179"/>
              <a:chExt cx="1930415" cy="3576129"/>
            </a:xfrm>
          </p:grpSpPr>
          <p:sp>
            <p:nvSpPr>
              <p:cNvPr id="33" name="TextBox 9">
                <a:extLst>
                  <a:ext uri="{FF2B5EF4-FFF2-40B4-BE49-F238E27FC236}">
                    <a16:creationId xmlns:a16="http://schemas.microsoft.com/office/drawing/2014/main" id="{2144DB08-9BBA-36F2-3169-20A5BD2799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29062" y="2131704"/>
                <a:ext cx="1897832" cy="350060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5729"/>
                  </a:lnSpc>
                  <a:spcBef>
                    <a:spcPct val="0"/>
                  </a:spcBef>
                </a:pPr>
                <a:r>
                  <a:rPr lang="en-US" sz="8800" b="1" spc="200" dirty="0">
                    <a:solidFill>
                      <a:schemeClr val="accent2"/>
                    </a:solidFill>
                    <a:sym typeface="Montserrat Bold"/>
                  </a:rPr>
                  <a:t>498</a:t>
                </a:r>
              </a:p>
            </p:txBody>
          </p:sp>
          <p:sp>
            <p:nvSpPr>
              <p:cNvPr id="41" name="TextBox 9">
                <a:extLst>
                  <a:ext uri="{FF2B5EF4-FFF2-40B4-BE49-F238E27FC236}">
                    <a16:creationId xmlns:a16="http://schemas.microsoft.com/office/drawing/2014/main" id="{9612DD91-D0E6-5263-65DA-D860F6430F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96479" y="2056179"/>
                <a:ext cx="1897832" cy="350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5729"/>
                  </a:lnSpc>
                  <a:spcBef>
                    <a:spcPct val="0"/>
                  </a:spcBef>
                </a:pPr>
                <a:r>
                  <a:rPr lang="en-US" sz="8800" b="1" spc="200" dirty="0">
                    <a:ln w="38100">
                      <a:solidFill>
                        <a:schemeClr val="tx2"/>
                      </a:solidFill>
                    </a:ln>
                    <a:noFill/>
                    <a:sym typeface="Montserrat Bold"/>
                  </a:rPr>
                  <a:t>498</a:t>
                </a:r>
              </a:p>
            </p:txBody>
          </p:sp>
        </p:grp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D8BCCD2F-514D-155F-7095-A06AF60BAC76}"/>
              </a:ext>
            </a:extLst>
          </p:cNvPr>
          <p:cNvGrpSpPr/>
          <p:nvPr/>
        </p:nvGrpSpPr>
        <p:grpSpPr>
          <a:xfrm>
            <a:off x="8948252" y="1719686"/>
            <a:ext cx="2267842" cy="2255205"/>
            <a:chOff x="8948252" y="1719686"/>
            <a:chExt cx="2267842" cy="2255205"/>
          </a:xfrm>
        </p:grpSpPr>
        <p:sp>
          <p:nvSpPr>
            <p:cNvPr id="36" name="TextBox 12">
              <a:extLst>
                <a:ext uri="{FF2B5EF4-FFF2-40B4-BE49-F238E27FC236}">
                  <a16:creationId xmlns:a16="http://schemas.microsoft.com/office/drawing/2014/main" id="{529CAE1A-14AA-4460-A239-06A10DC74661}"/>
                </a:ext>
              </a:extLst>
            </p:cNvPr>
            <p:cNvSpPr txBox="1"/>
            <p:nvPr/>
          </p:nvSpPr>
          <p:spPr>
            <a:xfrm>
              <a:off x="8948252" y="3382100"/>
              <a:ext cx="2267842" cy="5927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45"/>
                </a:lnSpc>
                <a:spcBef>
                  <a:spcPct val="0"/>
                </a:spcBef>
              </a:pPr>
              <a:r>
                <a:rPr lang="en-US" sz="2400" spc="150" dirty="0" err="1">
                  <a:solidFill>
                    <a:schemeClr val="tx2"/>
                  </a:solidFill>
                  <a:latin typeface="Noto Sans TC Medium" panose="020B0200000000000000" pitchFamily="34" charset="-120"/>
                  <a:ea typeface="Noto Sans TC Medium" panose="020B0200000000000000" pitchFamily="34" charset="-120"/>
                  <a:cs typeface="Noto Sans T Chinese"/>
                  <a:sym typeface="Noto Sans T Chinese"/>
                </a:rPr>
                <a:t>無效問卷數</a:t>
              </a:r>
              <a:endParaRPr lang="en-US" sz="2400" spc="1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endParaRPr>
            </a:p>
          </p:txBody>
        </p:sp>
        <p:grpSp>
          <p:nvGrpSpPr>
            <p:cNvPr id="43" name="群組 42">
              <a:extLst>
                <a:ext uri="{FF2B5EF4-FFF2-40B4-BE49-F238E27FC236}">
                  <a16:creationId xmlns:a16="http://schemas.microsoft.com/office/drawing/2014/main" id="{3F7078F8-56B5-D08B-1A0B-1763B0925D52}"/>
                </a:ext>
              </a:extLst>
            </p:cNvPr>
            <p:cNvGrpSpPr/>
            <p:nvPr/>
          </p:nvGrpSpPr>
          <p:grpSpPr>
            <a:xfrm>
              <a:off x="9464244" y="1719686"/>
              <a:ext cx="1235858" cy="1846415"/>
              <a:chOff x="9377603" y="2074258"/>
              <a:chExt cx="1235858" cy="1846415"/>
            </a:xfrm>
          </p:grpSpPr>
          <p:sp>
            <p:nvSpPr>
              <p:cNvPr id="35" name="TextBox 11">
                <a:extLst>
                  <a:ext uri="{FF2B5EF4-FFF2-40B4-BE49-F238E27FC236}">
                    <a16:creationId xmlns:a16="http://schemas.microsoft.com/office/drawing/2014/main" id="{0F4F5B5B-70F3-8937-134A-B792E3203AC7}"/>
                  </a:ext>
                </a:extLst>
              </p:cNvPr>
              <p:cNvSpPr txBox="1"/>
              <p:nvPr/>
            </p:nvSpPr>
            <p:spPr>
              <a:xfrm>
                <a:off x="9416600" y="2113255"/>
                <a:ext cx="1196861" cy="180741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15729"/>
                  </a:lnSpc>
                  <a:spcBef>
                    <a:spcPct val="0"/>
                  </a:spcBef>
                </a:pPr>
                <a:r>
                  <a:rPr lang="en-US" sz="8800" b="1" spc="200" dirty="0">
                    <a:solidFill>
                      <a:schemeClr val="accent2"/>
                    </a:solidFill>
                    <a:sym typeface="Montserrat Bold"/>
                  </a:rPr>
                  <a:t>2</a:t>
                </a:r>
              </a:p>
            </p:txBody>
          </p:sp>
          <p:sp>
            <p:nvSpPr>
              <p:cNvPr id="42" name="TextBox 11">
                <a:extLst>
                  <a:ext uri="{FF2B5EF4-FFF2-40B4-BE49-F238E27FC236}">
                    <a16:creationId xmlns:a16="http://schemas.microsoft.com/office/drawing/2014/main" id="{2FBD9CE2-A6CD-0BA7-DB2F-F4A5C608C304}"/>
                  </a:ext>
                </a:extLst>
              </p:cNvPr>
              <p:cNvSpPr txBox="1"/>
              <p:nvPr/>
            </p:nvSpPr>
            <p:spPr>
              <a:xfrm>
                <a:off x="9377603" y="2074258"/>
                <a:ext cx="1196861" cy="18074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15729"/>
                  </a:lnSpc>
                  <a:spcBef>
                    <a:spcPct val="0"/>
                  </a:spcBef>
                </a:pPr>
                <a:r>
                  <a:rPr lang="en-US" sz="8800" b="1" spc="200" dirty="0">
                    <a:ln w="38100">
                      <a:solidFill>
                        <a:schemeClr val="tx2"/>
                      </a:solidFill>
                    </a:ln>
                    <a:noFill/>
                    <a:sym typeface="Montserrat Bold"/>
                  </a:rPr>
                  <a:t>2</a:t>
                </a:r>
              </a:p>
            </p:txBody>
          </p:sp>
        </p:grp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02F70569-2DF8-31D5-9CA4-71B46F8B56CB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5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880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0617B-DA99-3C02-E364-F7528DB1F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B726649F-1990-B6B1-086A-DEE59E00A0E1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8A3FA622-9680-F129-354F-2BF0039316C6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問卷結果分析</a:t>
            </a:r>
            <a:r>
              <a:rPr lang="zh-TW" altLang="en-US" spc="150" dirty="0">
                <a:latin typeface="+mn-ea"/>
              </a:rPr>
              <a:t>／</a:t>
            </a:r>
            <a:r>
              <a:rPr lang="zh-TW" altLang="en-US" sz="2000" spc="150" dirty="0">
                <a:latin typeface="+mn-ea"/>
              </a:rPr>
              <a:t>核心問題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8705F20-DCB2-C1D5-38B7-51E9B27C38BF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CORE ISSUES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B51E3CA-6D8F-4A19-35C8-8220DBA3E910}"/>
              </a:ext>
            </a:extLst>
          </p:cNvPr>
          <p:cNvSpPr txBox="1"/>
          <p:nvPr/>
        </p:nvSpPr>
        <p:spPr>
          <a:xfrm>
            <a:off x="681135" y="1685554"/>
            <a:ext cx="11187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/>
            <a:r>
              <a:rPr lang="en-US" altLang="zh-TW" sz="2000" spc="100" dirty="0"/>
              <a:t>Q7.</a:t>
            </a:r>
            <a:r>
              <a:rPr lang="zh-TW" altLang="en-US" sz="2000" spc="100" dirty="0"/>
              <a:t> 處理書籍時最常遇到的困擾？</a:t>
            </a:r>
          </a:p>
        </p:txBody>
      </p:sp>
      <p:grpSp>
        <p:nvGrpSpPr>
          <p:cNvPr id="12" name="Group 1">
            <a:extLst>
              <a:ext uri="{FF2B5EF4-FFF2-40B4-BE49-F238E27FC236}">
                <a16:creationId xmlns:a16="http://schemas.microsoft.com/office/drawing/2014/main" id="{8D4212D4-89DE-4C8D-94EC-E192EC02991A}"/>
              </a:ext>
            </a:extLst>
          </p:cNvPr>
          <p:cNvGrpSpPr/>
          <p:nvPr/>
        </p:nvGrpSpPr>
        <p:grpSpPr>
          <a:xfrm>
            <a:off x="4061407" y="2360991"/>
            <a:ext cx="4069185" cy="3604731"/>
            <a:chOff x="4071515" y="1928636"/>
            <a:chExt cx="4069185" cy="3604731"/>
          </a:xfrm>
        </p:grpSpPr>
        <p:sp>
          <p:nvSpPr>
            <p:cNvPr id="13" name="Freeform: Shape 6">
              <a:extLst>
                <a:ext uri="{FF2B5EF4-FFF2-40B4-BE49-F238E27FC236}">
                  <a16:creationId xmlns:a16="http://schemas.microsoft.com/office/drawing/2014/main" id="{4B993C0E-9557-BDBE-80E0-6B18E63AE2E6}"/>
                </a:ext>
              </a:extLst>
            </p:cNvPr>
            <p:cNvSpPr/>
            <p:nvPr/>
          </p:nvSpPr>
          <p:spPr>
            <a:xfrm>
              <a:off x="5534176" y="2292756"/>
              <a:ext cx="314136" cy="1129523"/>
            </a:xfrm>
            <a:custGeom>
              <a:avLst/>
              <a:gdLst>
                <a:gd name="connsiteX0" fmla="*/ 374098 w 374098"/>
                <a:gd name="connsiteY0" fmla="*/ 911725 h 1345125"/>
                <a:gd name="connsiteX1" fmla="*/ 358269 w 374098"/>
                <a:gd name="connsiteY1" fmla="*/ 1345126 h 1345125"/>
                <a:gd name="connsiteX2" fmla="*/ 0 w 374098"/>
                <a:gd name="connsiteY2" fmla="*/ 433401 h 1345125"/>
                <a:gd name="connsiteX3" fmla="*/ 15829 w 374098"/>
                <a:gd name="connsiteY3" fmla="*/ 0 h 1345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098" h="1345125">
                  <a:moveTo>
                    <a:pt x="374098" y="911725"/>
                  </a:moveTo>
                  <a:lnTo>
                    <a:pt x="358269" y="1345126"/>
                  </a:lnTo>
                  <a:lnTo>
                    <a:pt x="0" y="433401"/>
                  </a:lnTo>
                  <a:lnTo>
                    <a:pt x="15829" y="0"/>
                  </a:lnTo>
                  <a:close/>
                </a:path>
              </a:pathLst>
            </a:custGeom>
            <a:solidFill>
              <a:srgbClr val="303D89"/>
            </a:solidFill>
            <a:ln w="111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207F7B42-244C-E22F-FB4A-E27F9B91D6A0}"/>
                </a:ext>
              </a:extLst>
            </p:cNvPr>
            <p:cNvSpPr/>
            <p:nvPr/>
          </p:nvSpPr>
          <p:spPr>
            <a:xfrm>
              <a:off x="5835020" y="3037076"/>
              <a:ext cx="1046403" cy="673692"/>
            </a:xfrm>
            <a:custGeom>
              <a:avLst/>
              <a:gdLst>
                <a:gd name="connsiteX0" fmla="*/ 1246139 w 1246139"/>
                <a:gd name="connsiteY0" fmla="*/ 368886 h 802286"/>
                <a:gd name="connsiteX1" fmla="*/ 1230310 w 1246139"/>
                <a:gd name="connsiteY1" fmla="*/ 802287 h 802286"/>
                <a:gd name="connsiteX2" fmla="*/ 0 w 1246139"/>
                <a:gd name="connsiteY2" fmla="*/ 458732 h 802286"/>
                <a:gd name="connsiteX3" fmla="*/ 15829 w 1246139"/>
                <a:gd name="connsiteY3" fmla="*/ 25331 h 802286"/>
                <a:gd name="connsiteX4" fmla="*/ 1246139 w 1246139"/>
                <a:gd name="connsiteY4" fmla="*/ 368886 h 80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139" h="802286">
                  <a:moveTo>
                    <a:pt x="1246139" y="368886"/>
                  </a:moveTo>
                  <a:lnTo>
                    <a:pt x="1230310" y="802287"/>
                  </a:lnTo>
                  <a:cubicBezTo>
                    <a:pt x="967572" y="519261"/>
                    <a:pt x="476206" y="370669"/>
                    <a:pt x="0" y="458732"/>
                  </a:cubicBezTo>
                  <a:lnTo>
                    <a:pt x="15829" y="25331"/>
                  </a:lnTo>
                  <a:cubicBezTo>
                    <a:pt x="492035" y="-62843"/>
                    <a:pt x="983401" y="85748"/>
                    <a:pt x="1246139" y="368886"/>
                  </a:cubicBezTo>
                  <a:close/>
                </a:path>
              </a:pathLst>
            </a:custGeom>
            <a:gradFill flip="none" rotWithShape="1">
              <a:gsLst>
                <a:gs pos="15000">
                  <a:schemeClr val="accent5">
                    <a:lumMod val="80000"/>
                    <a:lumOff val="20000"/>
                  </a:schemeClr>
                </a:gs>
                <a:gs pos="75000">
                  <a:schemeClr val="accent5">
                    <a:lumMod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5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A65D2557-2653-A02B-2B18-673027CA34DB}"/>
                </a:ext>
              </a:extLst>
            </p:cNvPr>
            <p:cNvSpPr/>
            <p:nvPr/>
          </p:nvSpPr>
          <p:spPr>
            <a:xfrm>
              <a:off x="6868131" y="2924492"/>
              <a:ext cx="927993" cy="786277"/>
            </a:xfrm>
            <a:custGeom>
              <a:avLst/>
              <a:gdLst>
                <a:gd name="connsiteX0" fmla="*/ 1105128 w 1105127"/>
                <a:gd name="connsiteY0" fmla="*/ 0 h 936360"/>
                <a:gd name="connsiteX1" fmla="*/ 1089299 w 1105127"/>
                <a:gd name="connsiteY1" fmla="*/ 433512 h 936360"/>
                <a:gd name="connsiteX2" fmla="*/ 0 w 1105127"/>
                <a:gd name="connsiteY2" fmla="*/ 936360 h 936360"/>
                <a:gd name="connsiteX3" fmla="*/ 15829 w 1105127"/>
                <a:gd name="connsiteY3" fmla="*/ 502959 h 93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5127" h="936360">
                  <a:moveTo>
                    <a:pt x="1105128" y="0"/>
                  </a:moveTo>
                  <a:lnTo>
                    <a:pt x="1089299" y="433512"/>
                  </a:lnTo>
                  <a:lnTo>
                    <a:pt x="0" y="936360"/>
                  </a:lnTo>
                  <a:lnTo>
                    <a:pt x="15829" y="502959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5">
                    <a:lumMod val="70000"/>
                    <a:lumOff val="30000"/>
                  </a:schemeClr>
                </a:gs>
                <a:gs pos="75000">
                  <a:schemeClr val="accent5">
                    <a:lumMod val="9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5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9">
              <a:extLst>
                <a:ext uri="{FF2B5EF4-FFF2-40B4-BE49-F238E27FC236}">
                  <a16:creationId xmlns:a16="http://schemas.microsoft.com/office/drawing/2014/main" id="{37FFC844-0EAA-3F4A-5386-2A3B8C03DF81}"/>
                </a:ext>
              </a:extLst>
            </p:cNvPr>
            <p:cNvSpPr/>
            <p:nvPr/>
          </p:nvSpPr>
          <p:spPr>
            <a:xfrm>
              <a:off x="5547468" y="2244654"/>
              <a:ext cx="2248657" cy="1102180"/>
            </a:xfrm>
            <a:custGeom>
              <a:avLst/>
              <a:gdLst>
                <a:gd name="connsiteX0" fmla="*/ 0 w 2677878"/>
                <a:gd name="connsiteY0" fmla="*/ 57284 h 1312563"/>
                <a:gd name="connsiteX1" fmla="*/ 2677878 w 2677878"/>
                <a:gd name="connsiteY1" fmla="*/ 809716 h 1312563"/>
                <a:gd name="connsiteX2" fmla="*/ 1588579 w 2677878"/>
                <a:gd name="connsiteY2" fmla="*/ 1312564 h 1312563"/>
                <a:gd name="connsiteX3" fmla="*/ 358269 w 2677878"/>
                <a:gd name="connsiteY3" fmla="*/ 969009 h 1312563"/>
                <a:gd name="connsiteX4" fmla="*/ 0 w 2677878"/>
                <a:gd name="connsiteY4" fmla="*/ 57284 h 1312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7878" h="1312563">
                  <a:moveTo>
                    <a:pt x="0" y="57284"/>
                  </a:moveTo>
                  <a:cubicBezTo>
                    <a:pt x="1031779" y="-133555"/>
                    <a:pt x="2081172" y="161287"/>
                    <a:pt x="2677878" y="809716"/>
                  </a:cubicBezTo>
                  <a:lnTo>
                    <a:pt x="1588579" y="1312564"/>
                  </a:lnTo>
                  <a:cubicBezTo>
                    <a:pt x="1325841" y="1029538"/>
                    <a:pt x="834475" y="880946"/>
                    <a:pt x="358269" y="969009"/>
                  </a:cubicBezTo>
                  <a:lnTo>
                    <a:pt x="0" y="57284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5">
                    <a:lumMod val="60000"/>
                    <a:lumOff val="40000"/>
                  </a:schemeClr>
                </a:gs>
                <a:gs pos="75000">
                  <a:schemeClr val="accent5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5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7" name="Graphic 3">
              <a:extLst>
                <a:ext uri="{FF2B5EF4-FFF2-40B4-BE49-F238E27FC236}">
                  <a16:creationId xmlns:a16="http://schemas.microsoft.com/office/drawing/2014/main" id="{09505CF7-6B8B-93EE-38D0-9FD280864F5E}"/>
                </a:ext>
              </a:extLst>
            </p:cNvPr>
            <p:cNvGrpSpPr/>
            <p:nvPr/>
          </p:nvGrpSpPr>
          <p:grpSpPr>
            <a:xfrm>
              <a:off x="4071517" y="1928636"/>
              <a:ext cx="1796725" cy="2896997"/>
              <a:chOff x="1167080" y="970913"/>
              <a:chExt cx="2139682" cy="3449972"/>
            </a:xfrm>
          </p:grpSpPr>
          <p:sp>
            <p:nvSpPr>
              <p:cNvPr id="43" name="Freeform: Shape 11">
                <a:extLst>
                  <a:ext uri="{FF2B5EF4-FFF2-40B4-BE49-F238E27FC236}">
                    <a16:creationId xmlns:a16="http://schemas.microsoft.com/office/drawing/2014/main" id="{81E78D2D-9AC9-5741-9C28-1833344CD62D}"/>
                  </a:ext>
                </a:extLst>
              </p:cNvPr>
              <p:cNvSpPr/>
              <p:nvPr/>
            </p:nvSpPr>
            <p:spPr>
              <a:xfrm>
                <a:off x="2455241" y="1882637"/>
                <a:ext cx="843391" cy="1588133"/>
              </a:xfrm>
              <a:custGeom>
                <a:avLst/>
                <a:gdLst>
                  <a:gd name="connsiteX0" fmla="*/ 843393 w 843392"/>
                  <a:gd name="connsiteY0" fmla="*/ 0 h 1588133"/>
                  <a:gd name="connsiteX1" fmla="*/ 811735 w 843392"/>
                  <a:gd name="connsiteY1" fmla="*/ 866913 h 1588133"/>
                  <a:gd name="connsiteX2" fmla="*/ 0 w 843392"/>
                  <a:gd name="connsiteY2" fmla="*/ 1588133 h 1588133"/>
                  <a:gd name="connsiteX3" fmla="*/ 31658 w 843392"/>
                  <a:gd name="connsiteY3" fmla="*/ 721220 h 1588133"/>
                  <a:gd name="connsiteX4" fmla="*/ 843393 w 843392"/>
                  <a:gd name="connsiteY4" fmla="*/ 0 h 1588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3392" h="1588133">
                    <a:moveTo>
                      <a:pt x="843393" y="0"/>
                    </a:moveTo>
                    <a:lnTo>
                      <a:pt x="811735" y="866913"/>
                    </a:lnTo>
                    <a:cubicBezTo>
                      <a:pt x="335640" y="954976"/>
                      <a:pt x="19619" y="1252827"/>
                      <a:pt x="0" y="1588133"/>
                    </a:cubicBezTo>
                    <a:lnTo>
                      <a:pt x="31658" y="721220"/>
                    </a:lnTo>
                    <a:cubicBezTo>
                      <a:pt x="51277" y="385914"/>
                      <a:pt x="367298" y="88062"/>
                      <a:pt x="843393" y="0"/>
                    </a:cubicBezTo>
                    <a:close/>
                  </a:path>
                </a:pathLst>
              </a:custGeom>
              <a:gradFill flip="none" rotWithShape="1">
                <a:gsLst>
                  <a:gs pos="15000">
                    <a:schemeClr val="accent1">
                      <a:lumMod val="80000"/>
                      <a:lumOff val="20000"/>
                    </a:schemeClr>
                  </a:gs>
                  <a:gs pos="75000">
                    <a:schemeClr val="accent1">
                      <a:lumMod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outerShdw blurRad="571500" dist="381000" dir="5400000" sx="85000" sy="85000" algn="t" rotWithShape="0">
                  <a:schemeClr val="accent1">
                    <a:alpha val="3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13">
                <a:extLst>
                  <a:ext uri="{FF2B5EF4-FFF2-40B4-BE49-F238E27FC236}">
                    <a16:creationId xmlns:a16="http://schemas.microsoft.com/office/drawing/2014/main" id="{725DF863-FFD6-CD81-03A8-683C2B9E7743}"/>
                  </a:ext>
                </a:extLst>
              </p:cNvPr>
              <p:cNvSpPr/>
              <p:nvPr/>
            </p:nvSpPr>
            <p:spPr>
              <a:xfrm>
                <a:off x="1167080" y="970913"/>
                <a:ext cx="2139682" cy="3449972"/>
              </a:xfrm>
              <a:custGeom>
                <a:avLst/>
                <a:gdLst>
                  <a:gd name="connsiteX0" fmla="*/ 1763812 w 2122081"/>
                  <a:gd name="connsiteY0" fmla="*/ 0 h 1632945"/>
                  <a:gd name="connsiteX1" fmla="*/ 2122082 w 2122081"/>
                  <a:gd name="connsiteY1" fmla="*/ 911725 h 1632945"/>
                  <a:gd name="connsiteX2" fmla="*/ 1310235 w 2122081"/>
                  <a:gd name="connsiteY2" fmla="*/ 1632945 h 1632945"/>
                  <a:gd name="connsiteX3" fmla="*/ 0 w 2122081"/>
                  <a:gd name="connsiteY3" fmla="*/ 1573865 h 1632945"/>
                  <a:gd name="connsiteX4" fmla="*/ 1763812 w 2122081"/>
                  <a:gd name="connsiteY4" fmla="*/ 0 h 1632945"/>
                  <a:gd name="csX0" fmla="*/ 1763812 w 2122082"/>
                  <a:gd name="csY0" fmla="*/ 0 h 1632945"/>
                  <a:gd name="csX1" fmla="*/ 2122082 w 2122082"/>
                  <a:gd name="csY1" fmla="*/ 911725 h 1632945"/>
                  <a:gd name="csX2" fmla="*/ 1310235 w 2122082"/>
                  <a:gd name="csY2" fmla="*/ 1632945 h 1632945"/>
                  <a:gd name="csX3" fmla="*/ 1155602 w 2122082"/>
                  <a:gd name="csY3" fmla="*/ 1613968 h 1632945"/>
                  <a:gd name="csX4" fmla="*/ 0 w 2122082"/>
                  <a:gd name="csY4" fmla="*/ 1573865 h 1632945"/>
                  <a:gd name="csX5" fmla="*/ 1763812 w 2122082"/>
                  <a:gd name="csY5" fmla="*/ 0 h 1632945"/>
                  <a:gd name="csX0" fmla="*/ 1763812 w 2122082"/>
                  <a:gd name="csY0" fmla="*/ 0 h 2424341"/>
                  <a:gd name="csX1" fmla="*/ 2122082 w 2122082"/>
                  <a:gd name="csY1" fmla="*/ 911725 h 2424341"/>
                  <a:gd name="csX2" fmla="*/ 1310235 w 2122082"/>
                  <a:gd name="csY2" fmla="*/ 1632945 h 2424341"/>
                  <a:gd name="csX3" fmla="*/ 2022101 w 2122082"/>
                  <a:gd name="csY3" fmla="*/ 2424341 h 2424341"/>
                  <a:gd name="csX4" fmla="*/ 0 w 2122082"/>
                  <a:gd name="csY4" fmla="*/ 1573865 h 2424341"/>
                  <a:gd name="csX5" fmla="*/ 1763812 w 2122082"/>
                  <a:gd name="csY5" fmla="*/ 0 h 2424341"/>
                  <a:gd name="csX0" fmla="*/ 1763812 w 2122082"/>
                  <a:gd name="csY0" fmla="*/ 0 h 2424341"/>
                  <a:gd name="csX1" fmla="*/ 2122082 w 2122082"/>
                  <a:gd name="csY1" fmla="*/ 911725 h 2424341"/>
                  <a:gd name="csX2" fmla="*/ 1310235 w 2122082"/>
                  <a:gd name="csY2" fmla="*/ 1632945 h 2424341"/>
                  <a:gd name="csX3" fmla="*/ 2022101 w 2122082"/>
                  <a:gd name="csY3" fmla="*/ 2424341 h 2424341"/>
                  <a:gd name="csX4" fmla="*/ 0 w 2122082"/>
                  <a:gd name="csY4" fmla="*/ 1573865 h 2424341"/>
                  <a:gd name="csX5" fmla="*/ 1763812 w 2122082"/>
                  <a:gd name="csY5" fmla="*/ 0 h 2424341"/>
                  <a:gd name="csX0" fmla="*/ 1763812 w 2122082"/>
                  <a:gd name="csY0" fmla="*/ 0 h 2424341"/>
                  <a:gd name="csX1" fmla="*/ 2122082 w 2122082"/>
                  <a:gd name="csY1" fmla="*/ 911725 h 2424341"/>
                  <a:gd name="csX2" fmla="*/ 1310235 w 2122082"/>
                  <a:gd name="csY2" fmla="*/ 1632945 h 2424341"/>
                  <a:gd name="csX3" fmla="*/ 2022101 w 2122082"/>
                  <a:gd name="csY3" fmla="*/ 2424341 h 2424341"/>
                  <a:gd name="csX4" fmla="*/ 0 w 2122082"/>
                  <a:gd name="csY4" fmla="*/ 1573865 h 2424341"/>
                  <a:gd name="csX5" fmla="*/ 1763812 w 2122082"/>
                  <a:gd name="csY5" fmla="*/ 0 h 2424341"/>
                  <a:gd name="csX0" fmla="*/ 1763812 w 2122082"/>
                  <a:gd name="csY0" fmla="*/ 0 h 2424341"/>
                  <a:gd name="csX1" fmla="*/ 2122082 w 2122082"/>
                  <a:gd name="csY1" fmla="*/ 911725 h 2424341"/>
                  <a:gd name="csX2" fmla="*/ 1310235 w 2122082"/>
                  <a:gd name="csY2" fmla="*/ 1632945 h 2424341"/>
                  <a:gd name="csX3" fmla="*/ 2022101 w 2122082"/>
                  <a:gd name="csY3" fmla="*/ 2424341 h 2424341"/>
                  <a:gd name="csX4" fmla="*/ 0 w 2122082"/>
                  <a:gd name="csY4" fmla="*/ 1573865 h 2424341"/>
                  <a:gd name="csX5" fmla="*/ 1763812 w 2122082"/>
                  <a:gd name="csY5" fmla="*/ 0 h 2424341"/>
                  <a:gd name="csX0" fmla="*/ 1763812 w 2122082"/>
                  <a:gd name="csY0" fmla="*/ 0 h 2424341"/>
                  <a:gd name="csX1" fmla="*/ 2122082 w 2122082"/>
                  <a:gd name="csY1" fmla="*/ 911725 h 2424341"/>
                  <a:gd name="csX2" fmla="*/ 1310235 w 2122082"/>
                  <a:gd name="csY2" fmla="*/ 1632945 h 2424341"/>
                  <a:gd name="csX3" fmla="*/ 2022101 w 2122082"/>
                  <a:gd name="csY3" fmla="*/ 2424341 h 2424341"/>
                  <a:gd name="csX4" fmla="*/ 1212111 w 2122082"/>
                  <a:gd name="csY4" fmla="*/ 2069804 h 2424341"/>
                  <a:gd name="csX5" fmla="*/ 0 w 2122082"/>
                  <a:gd name="csY5" fmla="*/ 1573865 h 2424341"/>
                  <a:gd name="csX6" fmla="*/ 1763812 w 2122082"/>
                  <a:gd name="csY6" fmla="*/ 0 h 2424341"/>
                  <a:gd name="csX0" fmla="*/ 1763812 w 2122082"/>
                  <a:gd name="csY0" fmla="*/ 0 h 3449972"/>
                  <a:gd name="csX1" fmla="*/ 2122082 w 2122082"/>
                  <a:gd name="csY1" fmla="*/ 911725 h 3449972"/>
                  <a:gd name="csX2" fmla="*/ 1310235 w 2122082"/>
                  <a:gd name="csY2" fmla="*/ 1632945 h 3449972"/>
                  <a:gd name="csX3" fmla="*/ 2022101 w 2122082"/>
                  <a:gd name="csY3" fmla="*/ 2424341 h 3449972"/>
                  <a:gd name="csX4" fmla="*/ 1526060 w 2122082"/>
                  <a:gd name="csY4" fmla="*/ 3449972 h 3449972"/>
                  <a:gd name="csX5" fmla="*/ 0 w 2122082"/>
                  <a:gd name="csY5" fmla="*/ 1573865 h 3449972"/>
                  <a:gd name="csX6" fmla="*/ 1763812 w 2122082"/>
                  <a:gd name="csY6" fmla="*/ 0 h 3449972"/>
                  <a:gd name="csX0" fmla="*/ 1763812 w 2122082"/>
                  <a:gd name="csY0" fmla="*/ 0 h 3449972"/>
                  <a:gd name="csX1" fmla="*/ 2122082 w 2122082"/>
                  <a:gd name="csY1" fmla="*/ 911725 h 3449972"/>
                  <a:gd name="csX2" fmla="*/ 1310235 w 2122082"/>
                  <a:gd name="csY2" fmla="*/ 1632945 h 3449972"/>
                  <a:gd name="csX3" fmla="*/ 2022101 w 2122082"/>
                  <a:gd name="csY3" fmla="*/ 2424341 h 3449972"/>
                  <a:gd name="csX4" fmla="*/ 1526060 w 2122082"/>
                  <a:gd name="csY4" fmla="*/ 3449972 h 3449972"/>
                  <a:gd name="csX5" fmla="*/ 0 w 2122082"/>
                  <a:gd name="csY5" fmla="*/ 1573865 h 3449972"/>
                  <a:gd name="csX6" fmla="*/ 1763812 w 2122082"/>
                  <a:gd name="csY6" fmla="*/ 0 h 3449972"/>
                  <a:gd name="csX0" fmla="*/ 1763812 w 2122082"/>
                  <a:gd name="csY0" fmla="*/ 0 h 3449972"/>
                  <a:gd name="csX1" fmla="*/ 2122082 w 2122082"/>
                  <a:gd name="csY1" fmla="*/ 911725 h 3449972"/>
                  <a:gd name="csX2" fmla="*/ 1310235 w 2122082"/>
                  <a:gd name="csY2" fmla="*/ 1632945 h 3449972"/>
                  <a:gd name="csX3" fmla="*/ 2022101 w 2122082"/>
                  <a:gd name="csY3" fmla="*/ 2424341 h 3449972"/>
                  <a:gd name="csX4" fmla="*/ 1526060 w 2122082"/>
                  <a:gd name="csY4" fmla="*/ 3449972 h 3449972"/>
                  <a:gd name="csX5" fmla="*/ 0 w 2122082"/>
                  <a:gd name="csY5" fmla="*/ 1573865 h 3449972"/>
                  <a:gd name="csX6" fmla="*/ 1763812 w 2122082"/>
                  <a:gd name="csY6" fmla="*/ 0 h 3449972"/>
                  <a:gd name="csX0" fmla="*/ 1763812 w 2122082"/>
                  <a:gd name="csY0" fmla="*/ 0 h 3449972"/>
                  <a:gd name="csX1" fmla="*/ 2122082 w 2122082"/>
                  <a:gd name="csY1" fmla="*/ 911725 h 3449972"/>
                  <a:gd name="csX2" fmla="*/ 1310235 w 2122082"/>
                  <a:gd name="csY2" fmla="*/ 1632945 h 3449972"/>
                  <a:gd name="csX3" fmla="*/ 2022101 w 2122082"/>
                  <a:gd name="csY3" fmla="*/ 2424341 h 3449972"/>
                  <a:gd name="csX4" fmla="*/ 1526060 w 2122082"/>
                  <a:gd name="csY4" fmla="*/ 3449972 h 3449972"/>
                  <a:gd name="csX5" fmla="*/ 0 w 2122082"/>
                  <a:gd name="csY5" fmla="*/ 1573865 h 3449972"/>
                  <a:gd name="csX6" fmla="*/ 1763812 w 2122082"/>
                  <a:gd name="csY6" fmla="*/ 0 h 3449972"/>
                  <a:gd name="csX0" fmla="*/ 1763812 w 2122082"/>
                  <a:gd name="csY0" fmla="*/ 0 h 3449972"/>
                  <a:gd name="csX1" fmla="*/ 2122082 w 2122082"/>
                  <a:gd name="csY1" fmla="*/ 911725 h 3449972"/>
                  <a:gd name="csX2" fmla="*/ 1310235 w 2122082"/>
                  <a:gd name="csY2" fmla="*/ 1632945 h 3449972"/>
                  <a:gd name="csX3" fmla="*/ 2022101 w 2122082"/>
                  <a:gd name="csY3" fmla="*/ 2424341 h 3449972"/>
                  <a:gd name="csX4" fmla="*/ 1526060 w 2122082"/>
                  <a:gd name="csY4" fmla="*/ 3449972 h 3449972"/>
                  <a:gd name="csX5" fmla="*/ 0 w 2122082"/>
                  <a:gd name="csY5" fmla="*/ 1573865 h 3449972"/>
                  <a:gd name="csX6" fmla="*/ 1763812 w 2122082"/>
                  <a:gd name="csY6" fmla="*/ 0 h 3449972"/>
                  <a:gd name="csX0" fmla="*/ 1763812 w 2122082"/>
                  <a:gd name="csY0" fmla="*/ 0 h 3449972"/>
                  <a:gd name="csX1" fmla="*/ 2122082 w 2122082"/>
                  <a:gd name="csY1" fmla="*/ 911725 h 3449972"/>
                  <a:gd name="csX2" fmla="*/ 1310235 w 2122082"/>
                  <a:gd name="csY2" fmla="*/ 1632945 h 3449972"/>
                  <a:gd name="csX3" fmla="*/ 2022101 w 2122082"/>
                  <a:gd name="csY3" fmla="*/ 2424341 h 3449972"/>
                  <a:gd name="csX4" fmla="*/ 1526060 w 2122082"/>
                  <a:gd name="csY4" fmla="*/ 3449972 h 3449972"/>
                  <a:gd name="csX5" fmla="*/ 0 w 2122082"/>
                  <a:gd name="csY5" fmla="*/ 1573865 h 3449972"/>
                  <a:gd name="csX6" fmla="*/ 1763812 w 2122082"/>
                  <a:gd name="csY6" fmla="*/ 0 h 3449972"/>
                  <a:gd name="csX0" fmla="*/ 1763812 w 2122082"/>
                  <a:gd name="csY0" fmla="*/ 0 h 3449972"/>
                  <a:gd name="csX1" fmla="*/ 2122082 w 2122082"/>
                  <a:gd name="csY1" fmla="*/ 911725 h 3449972"/>
                  <a:gd name="csX2" fmla="*/ 1310235 w 2122082"/>
                  <a:gd name="csY2" fmla="*/ 1632945 h 3449972"/>
                  <a:gd name="csX3" fmla="*/ 2022101 w 2122082"/>
                  <a:gd name="csY3" fmla="*/ 2424341 h 3449972"/>
                  <a:gd name="csX4" fmla="*/ 1526060 w 2122082"/>
                  <a:gd name="csY4" fmla="*/ 3449972 h 3449972"/>
                  <a:gd name="csX5" fmla="*/ 0 w 2122082"/>
                  <a:gd name="csY5" fmla="*/ 1573865 h 3449972"/>
                  <a:gd name="csX6" fmla="*/ 1763812 w 2122082"/>
                  <a:gd name="csY6" fmla="*/ 0 h 3449972"/>
                  <a:gd name="csX0" fmla="*/ 1763812 w 2122082"/>
                  <a:gd name="csY0" fmla="*/ 0 h 3449972"/>
                  <a:gd name="csX1" fmla="*/ 2122082 w 2122082"/>
                  <a:gd name="csY1" fmla="*/ 911725 h 3449972"/>
                  <a:gd name="csX2" fmla="*/ 1310235 w 2122082"/>
                  <a:gd name="csY2" fmla="*/ 1632945 h 3449972"/>
                  <a:gd name="csX3" fmla="*/ 2022101 w 2122082"/>
                  <a:gd name="csY3" fmla="*/ 2424341 h 3449972"/>
                  <a:gd name="csX4" fmla="*/ 1526060 w 2122082"/>
                  <a:gd name="csY4" fmla="*/ 3449972 h 3449972"/>
                  <a:gd name="csX5" fmla="*/ 0 w 2122082"/>
                  <a:gd name="csY5" fmla="*/ 1573865 h 3449972"/>
                  <a:gd name="csX6" fmla="*/ 1763812 w 2122082"/>
                  <a:gd name="csY6" fmla="*/ 0 h 3449972"/>
                  <a:gd name="csX0" fmla="*/ 1763812 w 2122082"/>
                  <a:gd name="csY0" fmla="*/ 0 h 3449972"/>
                  <a:gd name="csX1" fmla="*/ 2122082 w 2122082"/>
                  <a:gd name="csY1" fmla="*/ 911725 h 3449972"/>
                  <a:gd name="csX2" fmla="*/ 1310235 w 2122082"/>
                  <a:gd name="csY2" fmla="*/ 1632945 h 3449972"/>
                  <a:gd name="csX3" fmla="*/ 2022101 w 2122082"/>
                  <a:gd name="csY3" fmla="*/ 2424341 h 3449972"/>
                  <a:gd name="csX4" fmla="*/ 1526060 w 2122082"/>
                  <a:gd name="csY4" fmla="*/ 3449972 h 3449972"/>
                  <a:gd name="csX5" fmla="*/ 0 w 2122082"/>
                  <a:gd name="csY5" fmla="*/ 1573865 h 3449972"/>
                  <a:gd name="csX6" fmla="*/ 1763812 w 2122082"/>
                  <a:gd name="csY6" fmla="*/ 0 h 3449972"/>
                  <a:gd name="csX0" fmla="*/ 1763812 w 2122082"/>
                  <a:gd name="csY0" fmla="*/ 0 h 3449972"/>
                  <a:gd name="csX1" fmla="*/ 2122082 w 2122082"/>
                  <a:gd name="csY1" fmla="*/ 911725 h 3449972"/>
                  <a:gd name="csX2" fmla="*/ 1310235 w 2122082"/>
                  <a:gd name="csY2" fmla="*/ 1632945 h 3449972"/>
                  <a:gd name="csX3" fmla="*/ 2022101 w 2122082"/>
                  <a:gd name="csY3" fmla="*/ 2424341 h 3449972"/>
                  <a:gd name="csX4" fmla="*/ 1526060 w 2122082"/>
                  <a:gd name="csY4" fmla="*/ 3449972 h 3449972"/>
                  <a:gd name="csX5" fmla="*/ 0 w 2122082"/>
                  <a:gd name="csY5" fmla="*/ 1573865 h 3449972"/>
                  <a:gd name="csX6" fmla="*/ 1763812 w 2122082"/>
                  <a:gd name="csY6" fmla="*/ 0 h 34499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122082" h="3449972">
                    <a:moveTo>
                      <a:pt x="1763812" y="0"/>
                    </a:moveTo>
                    <a:lnTo>
                      <a:pt x="2122082" y="911725"/>
                    </a:lnTo>
                    <a:cubicBezTo>
                      <a:pt x="1645987" y="999787"/>
                      <a:pt x="1355082" y="1265984"/>
                      <a:pt x="1310235" y="1632945"/>
                    </a:cubicBezTo>
                    <a:cubicBezTo>
                      <a:pt x="1302644" y="1922067"/>
                      <a:pt x="1489700" y="2236516"/>
                      <a:pt x="2022101" y="2424341"/>
                    </a:cubicBezTo>
                    <a:lnTo>
                      <a:pt x="1526060" y="3449972"/>
                    </a:lnTo>
                    <a:cubicBezTo>
                      <a:pt x="182268" y="2963887"/>
                      <a:pt x="90" y="2142253"/>
                      <a:pt x="0" y="1573865"/>
                    </a:cubicBezTo>
                    <a:cubicBezTo>
                      <a:pt x="41021" y="807499"/>
                      <a:pt x="732256" y="190839"/>
                      <a:pt x="1763812" y="0"/>
                    </a:cubicBezTo>
                    <a:close/>
                  </a:path>
                </a:pathLst>
              </a:custGeom>
              <a:gradFill flip="none" rotWithShape="1">
                <a:gsLst>
                  <a:gs pos="1500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outerShdw blurRad="571500" dist="381000" dir="5400000" sx="85000" sy="85000" algn="t" rotWithShape="0">
                  <a:schemeClr val="accent1">
                    <a:alpha val="3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8" name="Graphic 3">
              <a:extLst>
                <a:ext uri="{FF2B5EF4-FFF2-40B4-BE49-F238E27FC236}">
                  <a16:creationId xmlns:a16="http://schemas.microsoft.com/office/drawing/2014/main" id="{7637D691-37FF-D481-D4BF-13F4A3011DE9}"/>
                </a:ext>
              </a:extLst>
            </p:cNvPr>
            <p:cNvGrpSpPr/>
            <p:nvPr/>
          </p:nvGrpSpPr>
          <p:grpSpPr>
            <a:xfrm>
              <a:off x="4071515" y="3253277"/>
              <a:ext cx="1711745" cy="2179684"/>
              <a:chOff x="1167076" y="2548401"/>
              <a:chExt cx="2038482" cy="2595738"/>
            </a:xfrm>
          </p:grpSpPr>
          <p:sp>
            <p:nvSpPr>
              <p:cNvPr id="41" name="Freeform: Shape 17">
                <a:extLst>
                  <a:ext uri="{FF2B5EF4-FFF2-40B4-BE49-F238E27FC236}">
                    <a16:creationId xmlns:a16="http://schemas.microsoft.com/office/drawing/2014/main" id="{8E65EC8C-6DCD-64BC-C503-B115F8A4588F}"/>
                  </a:ext>
                </a:extLst>
              </p:cNvPr>
              <p:cNvSpPr/>
              <p:nvPr/>
            </p:nvSpPr>
            <p:spPr>
              <a:xfrm>
                <a:off x="1167076" y="2548401"/>
                <a:ext cx="1566465" cy="2588981"/>
              </a:xfrm>
              <a:custGeom>
                <a:avLst/>
                <a:gdLst>
                  <a:gd name="connsiteX0" fmla="*/ 1611762 w 1611761"/>
                  <a:gd name="connsiteY0" fmla="*/ 1725020 h 2331870"/>
                  <a:gd name="connsiteX1" fmla="*/ 1589579 w 1611761"/>
                  <a:gd name="connsiteY1" fmla="*/ 2331871 h 2331870"/>
                  <a:gd name="connsiteX2" fmla="*/ 1891 w 1611761"/>
                  <a:gd name="connsiteY2" fmla="*/ 606851 h 2331870"/>
                  <a:gd name="connsiteX3" fmla="*/ 24074 w 1611761"/>
                  <a:gd name="connsiteY3" fmla="*/ 0 h 2331870"/>
                  <a:gd name="connsiteX4" fmla="*/ 1611762 w 1611761"/>
                  <a:gd name="connsiteY4" fmla="*/ 1725020 h 2331870"/>
                  <a:gd name="csX0" fmla="*/ 1566390 w 1590540"/>
                  <a:gd name="csY0" fmla="*/ 1626713 h 2331871"/>
                  <a:gd name="csX1" fmla="*/ 1589579 w 1590540"/>
                  <a:gd name="csY1" fmla="*/ 2331871 h 2331871"/>
                  <a:gd name="csX2" fmla="*/ 1891 w 1590540"/>
                  <a:gd name="csY2" fmla="*/ 606851 h 2331871"/>
                  <a:gd name="csX3" fmla="*/ 24074 w 1590540"/>
                  <a:gd name="csY3" fmla="*/ 0 h 2331871"/>
                  <a:gd name="csX4" fmla="*/ 1566390 w 1590540"/>
                  <a:gd name="csY4" fmla="*/ 1626713 h 2331871"/>
                  <a:gd name="csX0" fmla="*/ 1566390 w 1590539"/>
                  <a:gd name="csY0" fmla="*/ 1626713 h 2331871"/>
                  <a:gd name="csX1" fmla="*/ 1589579 w 1590539"/>
                  <a:gd name="csY1" fmla="*/ 2331871 h 2331871"/>
                  <a:gd name="csX2" fmla="*/ 1891 w 1590539"/>
                  <a:gd name="csY2" fmla="*/ 606851 h 2331871"/>
                  <a:gd name="csX3" fmla="*/ 24074 w 1590539"/>
                  <a:gd name="csY3" fmla="*/ 0 h 2331871"/>
                  <a:gd name="csX4" fmla="*/ 1566390 w 1590539"/>
                  <a:gd name="csY4" fmla="*/ 1626713 h 2331871"/>
                  <a:gd name="csX0" fmla="*/ 1566390 w 1590539"/>
                  <a:gd name="csY0" fmla="*/ 1626713 h 2331871"/>
                  <a:gd name="csX1" fmla="*/ 1589579 w 1590539"/>
                  <a:gd name="csY1" fmla="*/ 2331871 h 2331871"/>
                  <a:gd name="csX2" fmla="*/ 1891 w 1590539"/>
                  <a:gd name="csY2" fmla="*/ 606851 h 2331871"/>
                  <a:gd name="csX3" fmla="*/ 24074 w 1590539"/>
                  <a:gd name="csY3" fmla="*/ 0 h 2331871"/>
                  <a:gd name="csX4" fmla="*/ 1566390 w 1590539"/>
                  <a:gd name="csY4" fmla="*/ 1626713 h 2331871"/>
                  <a:gd name="csX0" fmla="*/ 1564499 w 1588648"/>
                  <a:gd name="csY0" fmla="*/ 1626713 h 2331871"/>
                  <a:gd name="csX1" fmla="*/ 1587688 w 1588648"/>
                  <a:gd name="csY1" fmla="*/ 2331871 h 2331871"/>
                  <a:gd name="csX2" fmla="*/ 0 w 1588648"/>
                  <a:gd name="csY2" fmla="*/ 606851 h 2331871"/>
                  <a:gd name="csX3" fmla="*/ 22183 w 1588648"/>
                  <a:gd name="csY3" fmla="*/ 0 h 2331871"/>
                  <a:gd name="csX4" fmla="*/ 1564499 w 1588648"/>
                  <a:gd name="csY4" fmla="*/ 1626713 h 2331871"/>
                  <a:gd name="csX0" fmla="*/ 1564499 w 1588648"/>
                  <a:gd name="csY0" fmla="*/ 1626713 h 2331871"/>
                  <a:gd name="csX1" fmla="*/ 1587688 w 1588648"/>
                  <a:gd name="csY1" fmla="*/ 2331871 h 2331871"/>
                  <a:gd name="csX2" fmla="*/ 0 w 1588648"/>
                  <a:gd name="csY2" fmla="*/ 606851 h 2331871"/>
                  <a:gd name="csX3" fmla="*/ 22183 w 1588648"/>
                  <a:gd name="csY3" fmla="*/ 0 h 2331871"/>
                  <a:gd name="csX4" fmla="*/ 1564499 w 1588648"/>
                  <a:gd name="csY4" fmla="*/ 1626713 h 2331871"/>
                  <a:gd name="csX0" fmla="*/ 1564499 w 1588648"/>
                  <a:gd name="csY0" fmla="*/ 1626713 h 2331871"/>
                  <a:gd name="csX1" fmla="*/ 1587688 w 1588648"/>
                  <a:gd name="csY1" fmla="*/ 2331871 h 2331871"/>
                  <a:gd name="csX2" fmla="*/ 0 w 1588648"/>
                  <a:gd name="csY2" fmla="*/ 606851 h 2331871"/>
                  <a:gd name="csX3" fmla="*/ 22183 w 1588648"/>
                  <a:gd name="csY3" fmla="*/ 0 h 2331871"/>
                  <a:gd name="csX4" fmla="*/ 1564499 w 1588648"/>
                  <a:gd name="csY4" fmla="*/ 1626713 h 2331871"/>
                  <a:gd name="csX0" fmla="*/ 1564499 w 1588648"/>
                  <a:gd name="csY0" fmla="*/ 1626713 h 2331871"/>
                  <a:gd name="csX1" fmla="*/ 1587688 w 1588648"/>
                  <a:gd name="csY1" fmla="*/ 2331871 h 2331871"/>
                  <a:gd name="csX2" fmla="*/ 0 w 1588648"/>
                  <a:gd name="csY2" fmla="*/ 606851 h 2331871"/>
                  <a:gd name="csX3" fmla="*/ 22183 w 1588648"/>
                  <a:gd name="csY3" fmla="*/ 0 h 2331871"/>
                  <a:gd name="csX4" fmla="*/ 1564499 w 1588648"/>
                  <a:gd name="csY4" fmla="*/ 1626713 h 2331871"/>
                  <a:gd name="csX0" fmla="*/ 1542316 w 1566465"/>
                  <a:gd name="csY0" fmla="*/ 1626713 h 2331871"/>
                  <a:gd name="csX1" fmla="*/ 1565505 w 1566465"/>
                  <a:gd name="csY1" fmla="*/ 2331871 h 2331871"/>
                  <a:gd name="csX2" fmla="*/ 503 w 1566465"/>
                  <a:gd name="csY2" fmla="*/ 621976 h 2331871"/>
                  <a:gd name="csX3" fmla="*/ 0 w 1566465"/>
                  <a:gd name="csY3" fmla="*/ 0 h 2331871"/>
                  <a:gd name="csX4" fmla="*/ 1542316 w 1566465"/>
                  <a:gd name="csY4" fmla="*/ 1626713 h 2331871"/>
                  <a:gd name="csX0" fmla="*/ 1542316 w 1566465"/>
                  <a:gd name="csY0" fmla="*/ 1626713 h 2331871"/>
                  <a:gd name="csX1" fmla="*/ 1565505 w 1566465"/>
                  <a:gd name="csY1" fmla="*/ 2331871 h 2331871"/>
                  <a:gd name="csX2" fmla="*/ 503 w 1566465"/>
                  <a:gd name="csY2" fmla="*/ 621976 h 2331871"/>
                  <a:gd name="csX3" fmla="*/ 0 w 1566465"/>
                  <a:gd name="csY3" fmla="*/ 0 h 2331871"/>
                  <a:gd name="csX4" fmla="*/ 1542316 w 1566465"/>
                  <a:gd name="csY4" fmla="*/ 1626713 h 2331871"/>
                  <a:gd name="csX0" fmla="*/ 1542316 w 1566465"/>
                  <a:gd name="csY0" fmla="*/ 1883824 h 2588982"/>
                  <a:gd name="csX1" fmla="*/ 1565505 w 1566465"/>
                  <a:gd name="csY1" fmla="*/ 2588982 h 2588982"/>
                  <a:gd name="csX2" fmla="*/ 503 w 1566465"/>
                  <a:gd name="csY2" fmla="*/ 879087 h 2588982"/>
                  <a:gd name="csX3" fmla="*/ 0 w 1566465"/>
                  <a:gd name="csY3" fmla="*/ 0 h 2588982"/>
                  <a:gd name="csX4" fmla="*/ 1542316 w 1566465"/>
                  <a:gd name="csY4" fmla="*/ 1883824 h 2588982"/>
                  <a:gd name="csX0" fmla="*/ 1542316 w 1566465"/>
                  <a:gd name="csY0" fmla="*/ 1883824 h 2588982"/>
                  <a:gd name="csX1" fmla="*/ 1565505 w 1566465"/>
                  <a:gd name="csY1" fmla="*/ 2588982 h 2588982"/>
                  <a:gd name="csX2" fmla="*/ 503 w 1566465"/>
                  <a:gd name="csY2" fmla="*/ 879087 h 2588982"/>
                  <a:gd name="csX3" fmla="*/ 0 w 1566465"/>
                  <a:gd name="csY3" fmla="*/ 0 h 2588982"/>
                  <a:gd name="csX4" fmla="*/ 1542316 w 1566465"/>
                  <a:gd name="csY4" fmla="*/ 1883824 h 2588982"/>
                  <a:gd name="csX0" fmla="*/ 1542316 w 1566465"/>
                  <a:gd name="csY0" fmla="*/ 1883824 h 2588982"/>
                  <a:gd name="csX1" fmla="*/ 1565505 w 1566465"/>
                  <a:gd name="csY1" fmla="*/ 2588982 h 2588982"/>
                  <a:gd name="csX2" fmla="*/ 503 w 1566465"/>
                  <a:gd name="csY2" fmla="*/ 879087 h 2588982"/>
                  <a:gd name="csX3" fmla="*/ 0 w 1566465"/>
                  <a:gd name="csY3" fmla="*/ 0 h 2588982"/>
                  <a:gd name="csX4" fmla="*/ 1542316 w 1566465"/>
                  <a:gd name="csY4" fmla="*/ 1883824 h 2588982"/>
                  <a:gd name="csX0" fmla="*/ 1542316 w 1566465"/>
                  <a:gd name="csY0" fmla="*/ 1883824 h 2588982"/>
                  <a:gd name="csX1" fmla="*/ 1565505 w 1566465"/>
                  <a:gd name="csY1" fmla="*/ 2588982 h 2588982"/>
                  <a:gd name="csX2" fmla="*/ 503 w 1566465"/>
                  <a:gd name="csY2" fmla="*/ 879087 h 2588982"/>
                  <a:gd name="csX3" fmla="*/ 0 w 1566465"/>
                  <a:gd name="csY3" fmla="*/ 0 h 2588982"/>
                  <a:gd name="csX4" fmla="*/ 1542316 w 1566465"/>
                  <a:gd name="csY4" fmla="*/ 1883824 h 2588982"/>
                  <a:gd name="csX0" fmla="*/ 1542316 w 1566465"/>
                  <a:gd name="csY0" fmla="*/ 1883824 h 2588982"/>
                  <a:gd name="csX1" fmla="*/ 1565505 w 1566465"/>
                  <a:gd name="csY1" fmla="*/ 2588982 h 2588982"/>
                  <a:gd name="csX2" fmla="*/ 503 w 1566465"/>
                  <a:gd name="csY2" fmla="*/ 879087 h 2588982"/>
                  <a:gd name="csX3" fmla="*/ 0 w 1566465"/>
                  <a:gd name="csY3" fmla="*/ 0 h 2588982"/>
                  <a:gd name="csX4" fmla="*/ 1542316 w 1566465"/>
                  <a:gd name="csY4" fmla="*/ 1883824 h 2588982"/>
                  <a:gd name="csX0" fmla="*/ 1542316 w 1566465"/>
                  <a:gd name="csY0" fmla="*/ 1877494 h 2588982"/>
                  <a:gd name="csX1" fmla="*/ 1565505 w 1566465"/>
                  <a:gd name="csY1" fmla="*/ 2588982 h 2588982"/>
                  <a:gd name="csX2" fmla="*/ 503 w 1566465"/>
                  <a:gd name="csY2" fmla="*/ 879087 h 2588982"/>
                  <a:gd name="csX3" fmla="*/ 0 w 1566465"/>
                  <a:gd name="csY3" fmla="*/ 0 h 2588982"/>
                  <a:gd name="csX4" fmla="*/ 1542316 w 1566465"/>
                  <a:gd name="csY4" fmla="*/ 1877494 h 25889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566465" h="2588982">
                    <a:moveTo>
                      <a:pt x="1542316" y="1877494"/>
                    </a:moveTo>
                    <a:cubicBezTo>
                      <a:pt x="1534922" y="2079778"/>
                      <a:pt x="1572899" y="2386698"/>
                      <a:pt x="1565505" y="2588982"/>
                    </a:cubicBezTo>
                    <a:cubicBezTo>
                      <a:pt x="559141" y="2306179"/>
                      <a:pt x="-17610" y="1501662"/>
                      <a:pt x="503" y="879087"/>
                    </a:cubicBezTo>
                    <a:cubicBezTo>
                      <a:pt x="335" y="671762"/>
                      <a:pt x="168" y="207325"/>
                      <a:pt x="0" y="0"/>
                    </a:cubicBezTo>
                    <a:cubicBezTo>
                      <a:pt x="24687" y="973421"/>
                      <a:pt x="556879" y="1469476"/>
                      <a:pt x="1542316" y="187749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lumMod val="90000"/>
                    </a:schemeClr>
                  </a:gs>
                  <a:gs pos="100000">
                    <a:schemeClr val="accent2">
                      <a:lumMod val="9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outerShdw blurRad="571500" dist="381000" dir="5400000" sx="85000" sy="85000" algn="t" rotWithShape="0">
                  <a:schemeClr val="accent2">
                    <a:alpha val="3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16">
                <a:extLst>
                  <a:ext uri="{FF2B5EF4-FFF2-40B4-BE49-F238E27FC236}">
                    <a16:creationId xmlns:a16="http://schemas.microsoft.com/office/drawing/2014/main" id="{4D161873-5D11-31FE-88E6-DC60306A1F70}"/>
                  </a:ext>
                </a:extLst>
              </p:cNvPr>
              <p:cNvSpPr/>
              <p:nvPr/>
            </p:nvSpPr>
            <p:spPr>
              <a:xfrm>
                <a:off x="2674333" y="3383827"/>
                <a:ext cx="531225" cy="1760312"/>
              </a:xfrm>
              <a:custGeom>
                <a:avLst/>
                <a:gdLst>
                  <a:gd name="connsiteX0" fmla="*/ 472862 w 472861"/>
                  <a:gd name="connsiteY0" fmla="*/ 0 h 1476438"/>
                  <a:gd name="connsiteX1" fmla="*/ 450679 w 472861"/>
                  <a:gd name="connsiteY1" fmla="*/ 606851 h 1476438"/>
                  <a:gd name="connsiteX2" fmla="*/ 0 w 472861"/>
                  <a:gd name="connsiteY2" fmla="*/ 1476439 h 1476438"/>
                  <a:gd name="connsiteX3" fmla="*/ 22071 w 472861"/>
                  <a:gd name="connsiteY3" fmla="*/ 869588 h 1476438"/>
                  <a:gd name="csX0" fmla="*/ 472862 w 472862"/>
                  <a:gd name="csY0" fmla="*/ 0 h 1476439"/>
                  <a:gd name="csX1" fmla="*/ 450679 w 472862"/>
                  <a:gd name="csY1" fmla="*/ 606851 h 1476439"/>
                  <a:gd name="csX2" fmla="*/ 69606 w 472862"/>
                  <a:gd name="csY2" fmla="*/ 1358250 h 1476439"/>
                  <a:gd name="csX3" fmla="*/ 0 w 472862"/>
                  <a:gd name="csY3" fmla="*/ 1476439 h 1476439"/>
                  <a:gd name="csX4" fmla="*/ 22071 w 472862"/>
                  <a:gd name="csY4" fmla="*/ 869588 h 1476439"/>
                  <a:gd name="csX5" fmla="*/ 472862 w 472862"/>
                  <a:gd name="csY5" fmla="*/ 0 h 1476439"/>
                  <a:gd name="csX0" fmla="*/ 472862 w 472862"/>
                  <a:gd name="csY0" fmla="*/ 0 h 1476439"/>
                  <a:gd name="csX1" fmla="*/ 450679 w 472862"/>
                  <a:gd name="csY1" fmla="*/ 606851 h 1476439"/>
                  <a:gd name="csX2" fmla="*/ 75211 w 472862"/>
                  <a:gd name="csY2" fmla="*/ 1470191 h 1476439"/>
                  <a:gd name="csX3" fmla="*/ 0 w 472862"/>
                  <a:gd name="csY3" fmla="*/ 1476439 h 1476439"/>
                  <a:gd name="csX4" fmla="*/ 22071 w 472862"/>
                  <a:gd name="csY4" fmla="*/ 869588 h 1476439"/>
                  <a:gd name="csX5" fmla="*/ 472862 w 472862"/>
                  <a:gd name="csY5" fmla="*/ 0 h 1476439"/>
                  <a:gd name="csX0" fmla="*/ 470351 w 470351"/>
                  <a:gd name="csY0" fmla="*/ 0 h 1470191"/>
                  <a:gd name="csX1" fmla="*/ 448168 w 470351"/>
                  <a:gd name="csY1" fmla="*/ 606851 h 1470191"/>
                  <a:gd name="csX2" fmla="*/ 72700 w 470351"/>
                  <a:gd name="csY2" fmla="*/ 1470191 h 1470191"/>
                  <a:gd name="csX3" fmla="*/ 0 w 470351"/>
                  <a:gd name="csY3" fmla="*/ 1462113 h 1470191"/>
                  <a:gd name="csX4" fmla="*/ 19560 w 470351"/>
                  <a:gd name="csY4" fmla="*/ 869588 h 1470191"/>
                  <a:gd name="csX5" fmla="*/ 470351 w 470351"/>
                  <a:gd name="csY5" fmla="*/ 0 h 1470191"/>
                  <a:gd name="csX0" fmla="*/ 470351 w 470351"/>
                  <a:gd name="csY0" fmla="*/ 0 h 1482129"/>
                  <a:gd name="csX1" fmla="*/ 448168 w 470351"/>
                  <a:gd name="csY1" fmla="*/ 606851 h 1482129"/>
                  <a:gd name="csX2" fmla="*/ 85254 w 470351"/>
                  <a:gd name="csY2" fmla="*/ 1482129 h 1482129"/>
                  <a:gd name="csX3" fmla="*/ 0 w 470351"/>
                  <a:gd name="csY3" fmla="*/ 1462113 h 1482129"/>
                  <a:gd name="csX4" fmla="*/ 19560 w 470351"/>
                  <a:gd name="csY4" fmla="*/ 869588 h 1482129"/>
                  <a:gd name="csX5" fmla="*/ 470351 w 470351"/>
                  <a:gd name="csY5" fmla="*/ 0 h 14821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70351" h="1482129">
                    <a:moveTo>
                      <a:pt x="470351" y="0"/>
                    </a:moveTo>
                    <a:lnTo>
                      <a:pt x="448168" y="606851"/>
                    </a:lnTo>
                    <a:lnTo>
                      <a:pt x="85254" y="1482129"/>
                    </a:lnTo>
                    <a:lnTo>
                      <a:pt x="0" y="1462113"/>
                    </a:lnTo>
                    <a:lnTo>
                      <a:pt x="19560" y="869588"/>
                    </a:lnTo>
                    <a:lnTo>
                      <a:pt x="470351" y="0"/>
                    </a:lnTo>
                    <a:close/>
                  </a:path>
                </a:pathLst>
              </a:custGeom>
              <a:gradFill flip="none" rotWithShape="1">
                <a:gsLst>
                  <a:gs pos="15000">
                    <a:schemeClr val="accent2">
                      <a:lumMod val="80000"/>
                    </a:schemeClr>
                  </a:gs>
                  <a:gs pos="75000">
                    <a:schemeClr val="accent2">
                      <a:lumMod val="8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9525" cap="flat">
                <a:noFill/>
                <a:prstDash val="solid"/>
                <a:miter/>
              </a:ln>
              <a:effectLst>
                <a:outerShdw blurRad="571500" dist="381000" dir="5400000" sx="85000" sy="85000" algn="t" rotWithShape="0">
                  <a:schemeClr val="accent2">
                    <a:alpha val="3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4" name="Freeform: Shape 20">
              <a:extLst>
                <a:ext uri="{FF2B5EF4-FFF2-40B4-BE49-F238E27FC236}">
                  <a16:creationId xmlns:a16="http://schemas.microsoft.com/office/drawing/2014/main" id="{2EC0259A-5EF8-F0D1-94EF-F092B38CBA43}"/>
                </a:ext>
              </a:extLst>
            </p:cNvPr>
            <p:cNvSpPr/>
            <p:nvPr/>
          </p:nvSpPr>
          <p:spPr>
            <a:xfrm>
              <a:off x="6868319" y="3565964"/>
              <a:ext cx="166001" cy="542063"/>
            </a:xfrm>
            <a:custGeom>
              <a:avLst/>
              <a:gdLst>
                <a:gd name="connsiteX0" fmla="*/ 197304 w 197687"/>
                <a:gd name="connsiteY0" fmla="*/ 472193 h 645531"/>
                <a:gd name="connsiteX1" fmla="*/ 190950 w 197687"/>
                <a:gd name="connsiteY1" fmla="*/ 645531 h 645531"/>
                <a:gd name="connsiteX2" fmla="*/ 148814 w 197687"/>
                <a:gd name="connsiteY2" fmla="*/ 405756 h 645531"/>
                <a:gd name="connsiteX3" fmla="*/ 0 w 197687"/>
                <a:gd name="connsiteY3" fmla="*/ 173338 h 645531"/>
                <a:gd name="connsiteX4" fmla="*/ 6354 w 197687"/>
                <a:gd name="connsiteY4" fmla="*/ 0 h 645531"/>
                <a:gd name="connsiteX5" fmla="*/ 155168 w 197687"/>
                <a:gd name="connsiteY5" fmla="*/ 232418 h 645531"/>
                <a:gd name="connsiteX6" fmla="*/ 197304 w 197687"/>
                <a:gd name="connsiteY6" fmla="*/ 472193 h 645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7687" h="645531">
                  <a:moveTo>
                    <a:pt x="197304" y="472193"/>
                  </a:moveTo>
                  <a:cubicBezTo>
                    <a:pt x="195186" y="530047"/>
                    <a:pt x="193068" y="587789"/>
                    <a:pt x="190950" y="645531"/>
                  </a:cubicBezTo>
                  <a:cubicBezTo>
                    <a:pt x="193849" y="566832"/>
                    <a:pt x="180361" y="486127"/>
                    <a:pt x="148814" y="405756"/>
                  </a:cubicBezTo>
                  <a:cubicBezTo>
                    <a:pt x="115596" y="321149"/>
                    <a:pt x="64653" y="243119"/>
                    <a:pt x="0" y="173338"/>
                  </a:cubicBezTo>
                  <a:lnTo>
                    <a:pt x="6354" y="0"/>
                  </a:lnTo>
                  <a:cubicBezTo>
                    <a:pt x="71007" y="69781"/>
                    <a:pt x="121950" y="147811"/>
                    <a:pt x="155168" y="232418"/>
                  </a:cubicBezTo>
                  <a:cubicBezTo>
                    <a:pt x="186715" y="312789"/>
                    <a:pt x="200203" y="393383"/>
                    <a:pt x="197304" y="472193"/>
                  </a:cubicBezTo>
                  <a:close/>
                </a:path>
              </a:pathLst>
            </a:custGeom>
            <a:gradFill flip="none" rotWithShape="1">
              <a:gsLst>
                <a:gs pos="15000">
                  <a:schemeClr val="accent2">
                    <a:lumMod val="80000"/>
                  </a:schemeClr>
                </a:gs>
                <a:gs pos="75000">
                  <a:schemeClr val="accent2">
                    <a:lumMod val="8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2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21">
              <a:extLst>
                <a:ext uri="{FF2B5EF4-FFF2-40B4-BE49-F238E27FC236}">
                  <a16:creationId xmlns:a16="http://schemas.microsoft.com/office/drawing/2014/main" id="{81E35571-14F4-97EA-D4AA-F763F54EBA4C}"/>
                </a:ext>
              </a:extLst>
            </p:cNvPr>
            <p:cNvSpPr/>
            <p:nvPr/>
          </p:nvSpPr>
          <p:spPr>
            <a:xfrm>
              <a:off x="6829567" y="4354954"/>
              <a:ext cx="867431" cy="646338"/>
            </a:xfrm>
            <a:custGeom>
              <a:avLst/>
              <a:gdLst>
                <a:gd name="connsiteX0" fmla="*/ 1033006 w 1033005"/>
                <a:gd name="connsiteY0" fmla="*/ 596372 h 769710"/>
                <a:gd name="connsiteX1" fmla="*/ 1026652 w 1033005"/>
                <a:gd name="connsiteY1" fmla="*/ 769710 h 769710"/>
                <a:gd name="connsiteX2" fmla="*/ 0 w 1033005"/>
                <a:gd name="connsiteY2" fmla="*/ 173338 h 769710"/>
                <a:gd name="connsiteX3" fmla="*/ 6242 w 1033005"/>
                <a:gd name="connsiteY3" fmla="*/ 0 h 76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3005" h="769710">
                  <a:moveTo>
                    <a:pt x="1033006" y="596372"/>
                  </a:moveTo>
                  <a:lnTo>
                    <a:pt x="1026652" y="769710"/>
                  </a:lnTo>
                  <a:lnTo>
                    <a:pt x="0" y="173338"/>
                  </a:lnTo>
                  <a:lnTo>
                    <a:pt x="6242" y="0"/>
                  </a:lnTo>
                  <a:close/>
                </a:path>
              </a:pathLst>
            </a:custGeom>
            <a:solidFill>
              <a:srgbClr val="6DBA13"/>
            </a:solidFill>
            <a:ln w="111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22">
              <a:extLst>
                <a:ext uri="{FF2B5EF4-FFF2-40B4-BE49-F238E27FC236}">
                  <a16:creationId xmlns:a16="http://schemas.microsoft.com/office/drawing/2014/main" id="{98BD345A-D618-ACE9-2AFD-0EF876DE3E1A}"/>
                </a:ext>
              </a:extLst>
            </p:cNvPr>
            <p:cNvSpPr/>
            <p:nvPr/>
          </p:nvSpPr>
          <p:spPr>
            <a:xfrm>
              <a:off x="7691569" y="4000569"/>
              <a:ext cx="448458" cy="1000724"/>
            </a:xfrm>
            <a:custGeom>
              <a:avLst/>
              <a:gdLst>
                <a:gd name="connsiteX0" fmla="*/ 534060 w 534059"/>
                <a:gd name="connsiteY0" fmla="*/ 0 h 1191741"/>
                <a:gd name="connsiteX1" fmla="*/ 527706 w 534059"/>
                <a:gd name="connsiteY1" fmla="*/ 173450 h 1191741"/>
                <a:gd name="connsiteX2" fmla="*/ 0 w 534059"/>
                <a:gd name="connsiteY2" fmla="*/ 1191741 h 1191741"/>
                <a:gd name="connsiteX3" fmla="*/ 6354 w 534059"/>
                <a:gd name="connsiteY3" fmla="*/ 1018403 h 1191741"/>
                <a:gd name="connsiteX4" fmla="*/ 534060 w 534059"/>
                <a:gd name="connsiteY4" fmla="*/ 0 h 119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059" h="1191741">
                  <a:moveTo>
                    <a:pt x="534060" y="0"/>
                  </a:moveTo>
                  <a:cubicBezTo>
                    <a:pt x="531942" y="57854"/>
                    <a:pt x="529824" y="115596"/>
                    <a:pt x="527706" y="173450"/>
                  </a:cubicBezTo>
                  <a:cubicBezTo>
                    <a:pt x="514552" y="535174"/>
                    <a:pt x="337759" y="890434"/>
                    <a:pt x="0" y="1191741"/>
                  </a:cubicBezTo>
                  <a:lnTo>
                    <a:pt x="6354" y="1018403"/>
                  </a:lnTo>
                  <a:cubicBezTo>
                    <a:pt x="344112" y="716984"/>
                    <a:pt x="520906" y="361725"/>
                    <a:pt x="534060" y="0"/>
                  </a:cubicBezTo>
                  <a:close/>
                </a:path>
              </a:pathLst>
            </a:custGeom>
            <a:gradFill flip="none" rotWithShape="1">
              <a:gsLst>
                <a:gs pos="15000">
                  <a:schemeClr val="accent2">
                    <a:lumMod val="90000"/>
                  </a:schemeClr>
                </a:gs>
                <a:gs pos="75000">
                  <a:schemeClr val="accent2">
                    <a:lumMod val="9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2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23">
              <a:extLst>
                <a:ext uri="{FF2B5EF4-FFF2-40B4-BE49-F238E27FC236}">
                  <a16:creationId xmlns:a16="http://schemas.microsoft.com/office/drawing/2014/main" id="{55F9AF32-F9C6-8DB2-FCD2-61DEE863F982}"/>
                </a:ext>
              </a:extLst>
            </p:cNvPr>
            <p:cNvSpPr/>
            <p:nvPr/>
          </p:nvSpPr>
          <p:spPr>
            <a:xfrm>
              <a:off x="6834809" y="3143621"/>
              <a:ext cx="1305891" cy="1712116"/>
            </a:xfrm>
            <a:custGeom>
              <a:avLst/>
              <a:gdLst>
                <a:gd name="connsiteX0" fmla="*/ 1135448 w 1555159"/>
                <a:gd name="connsiteY0" fmla="*/ 0 h 2038923"/>
                <a:gd name="connsiteX1" fmla="*/ 1026652 w 1555159"/>
                <a:gd name="connsiteY1" fmla="*/ 2038924 h 2038923"/>
                <a:gd name="connsiteX2" fmla="*/ 0 w 1555159"/>
                <a:gd name="connsiteY2" fmla="*/ 1442552 h 2038923"/>
                <a:gd name="connsiteX3" fmla="*/ 194963 w 1555159"/>
                <a:gd name="connsiteY3" fmla="*/ 735377 h 2038923"/>
                <a:gd name="connsiteX4" fmla="*/ 46149 w 1555159"/>
                <a:gd name="connsiteY4" fmla="*/ 502959 h 2038923"/>
                <a:gd name="connsiteX5" fmla="*/ 1135448 w 1555159"/>
                <a:gd name="connsiteY5" fmla="*/ 0 h 203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5159" h="2038923">
                  <a:moveTo>
                    <a:pt x="1135448" y="0"/>
                  </a:moveTo>
                  <a:cubicBezTo>
                    <a:pt x="1732266" y="648318"/>
                    <a:pt x="1689572" y="1447345"/>
                    <a:pt x="1026652" y="2038924"/>
                  </a:cubicBezTo>
                  <a:lnTo>
                    <a:pt x="0" y="1442552"/>
                  </a:lnTo>
                  <a:cubicBezTo>
                    <a:pt x="211907" y="1252159"/>
                    <a:pt x="295957" y="992319"/>
                    <a:pt x="194963" y="735377"/>
                  </a:cubicBezTo>
                  <a:cubicBezTo>
                    <a:pt x="161745" y="650770"/>
                    <a:pt x="110803" y="572740"/>
                    <a:pt x="46149" y="502959"/>
                  </a:cubicBezTo>
                  <a:lnTo>
                    <a:pt x="1135448" y="0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25">
              <a:extLst>
                <a:ext uri="{FF2B5EF4-FFF2-40B4-BE49-F238E27FC236}">
                  <a16:creationId xmlns:a16="http://schemas.microsoft.com/office/drawing/2014/main" id="{616DFA9D-78E4-0104-DD74-05A5D03ECCBC}"/>
                </a:ext>
              </a:extLst>
            </p:cNvPr>
            <p:cNvSpPr/>
            <p:nvPr/>
          </p:nvSpPr>
          <p:spPr>
            <a:xfrm>
              <a:off x="5386657" y="4676243"/>
              <a:ext cx="2349432" cy="857124"/>
            </a:xfrm>
            <a:custGeom>
              <a:avLst/>
              <a:gdLst>
                <a:gd name="connsiteX0" fmla="*/ 2757803 w 2757802"/>
                <a:gd name="connsiteY0" fmla="*/ 0 h 981275"/>
                <a:gd name="connsiteX1" fmla="*/ 2745095 w 2757802"/>
                <a:gd name="connsiteY1" fmla="*/ 346787 h 981275"/>
                <a:gd name="connsiteX2" fmla="*/ 1501409 w 2757802"/>
                <a:gd name="connsiteY2" fmla="*/ 928446 h 981275"/>
                <a:gd name="connsiteX3" fmla="*/ 0 w 2757802"/>
                <a:gd name="connsiteY3" fmla="*/ 854428 h 981275"/>
                <a:gd name="connsiteX4" fmla="*/ 12596 w 2757802"/>
                <a:gd name="connsiteY4" fmla="*/ 507641 h 981275"/>
                <a:gd name="connsiteX5" fmla="*/ 1514005 w 2757802"/>
                <a:gd name="connsiteY5" fmla="*/ 581658 h 981275"/>
                <a:gd name="connsiteX6" fmla="*/ 2757803 w 2757802"/>
                <a:gd name="connsiteY6" fmla="*/ 0 h 981275"/>
                <a:gd name="csX0" fmla="*/ 2797887 w 2797887"/>
                <a:gd name="csY0" fmla="*/ 0 h 1001316"/>
                <a:gd name="csX1" fmla="*/ 2745095 w 2797887"/>
                <a:gd name="csY1" fmla="*/ 366828 h 1001316"/>
                <a:gd name="csX2" fmla="*/ 1501409 w 2797887"/>
                <a:gd name="csY2" fmla="*/ 948487 h 1001316"/>
                <a:gd name="csX3" fmla="*/ 0 w 2797887"/>
                <a:gd name="csY3" fmla="*/ 874469 h 1001316"/>
                <a:gd name="csX4" fmla="*/ 12596 w 2797887"/>
                <a:gd name="csY4" fmla="*/ 527682 h 1001316"/>
                <a:gd name="csX5" fmla="*/ 1514005 w 2797887"/>
                <a:gd name="csY5" fmla="*/ 601699 h 1001316"/>
                <a:gd name="csX6" fmla="*/ 2797887 w 2797887"/>
                <a:gd name="csY6" fmla="*/ 0 h 1001316"/>
                <a:gd name="csX0" fmla="*/ 2797887 w 2799692"/>
                <a:gd name="csY0" fmla="*/ 0 h 1002135"/>
                <a:gd name="csX1" fmla="*/ 2798540 w 2799692"/>
                <a:gd name="csY1" fmla="*/ 333425 h 1002135"/>
                <a:gd name="csX2" fmla="*/ 1501409 w 2799692"/>
                <a:gd name="csY2" fmla="*/ 948487 h 1002135"/>
                <a:gd name="csX3" fmla="*/ 0 w 2799692"/>
                <a:gd name="csY3" fmla="*/ 874469 h 1002135"/>
                <a:gd name="csX4" fmla="*/ 12596 w 2799692"/>
                <a:gd name="csY4" fmla="*/ 527682 h 1002135"/>
                <a:gd name="csX5" fmla="*/ 1514005 w 2799692"/>
                <a:gd name="csY5" fmla="*/ 601699 h 1002135"/>
                <a:gd name="csX6" fmla="*/ 2797887 w 2799692"/>
                <a:gd name="csY6" fmla="*/ 0 h 1002135"/>
                <a:gd name="csX0" fmla="*/ 2784526 w 2799074"/>
                <a:gd name="csY0" fmla="*/ 0 h 1022177"/>
                <a:gd name="csX1" fmla="*/ 2798540 w 2799074"/>
                <a:gd name="csY1" fmla="*/ 353467 h 1022177"/>
                <a:gd name="csX2" fmla="*/ 1501409 w 2799074"/>
                <a:gd name="csY2" fmla="*/ 968529 h 1022177"/>
                <a:gd name="csX3" fmla="*/ 0 w 2799074"/>
                <a:gd name="csY3" fmla="*/ 894511 h 1022177"/>
                <a:gd name="csX4" fmla="*/ 12596 w 2799074"/>
                <a:gd name="csY4" fmla="*/ 547724 h 1022177"/>
                <a:gd name="csX5" fmla="*/ 1514005 w 2799074"/>
                <a:gd name="csY5" fmla="*/ 621741 h 1022177"/>
                <a:gd name="csX6" fmla="*/ 2784526 w 2799074"/>
                <a:gd name="csY6" fmla="*/ 0 h 1022177"/>
                <a:gd name="csX0" fmla="*/ 2784526 w 2792588"/>
                <a:gd name="csY0" fmla="*/ 0 h 1020729"/>
                <a:gd name="csX1" fmla="*/ 2791860 w 2792588"/>
                <a:gd name="csY1" fmla="*/ 373508 h 1020729"/>
                <a:gd name="csX2" fmla="*/ 1501409 w 2792588"/>
                <a:gd name="csY2" fmla="*/ 968529 h 1020729"/>
                <a:gd name="csX3" fmla="*/ 0 w 2792588"/>
                <a:gd name="csY3" fmla="*/ 894511 h 1020729"/>
                <a:gd name="csX4" fmla="*/ 12596 w 2792588"/>
                <a:gd name="csY4" fmla="*/ 547724 h 1020729"/>
                <a:gd name="csX5" fmla="*/ 1514005 w 2792588"/>
                <a:gd name="csY5" fmla="*/ 621741 h 1020729"/>
                <a:gd name="csX6" fmla="*/ 2784526 w 2792588"/>
                <a:gd name="csY6" fmla="*/ 0 h 1020729"/>
                <a:gd name="csX0" fmla="*/ 2791207 w 2793012"/>
                <a:gd name="csY0" fmla="*/ 0 h 907159"/>
                <a:gd name="csX1" fmla="*/ 2791860 w 2793012"/>
                <a:gd name="csY1" fmla="*/ 259938 h 907159"/>
                <a:gd name="csX2" fmla="*/ 1501409 w 2793012"/>
                <a:gd name="csY2" fmla="*/ 854959 h 907159"/>
                <a:gd name="csX3" fmla="*/ 0 w 2793012"/>
                <a:gd name="csY3" fmla="*/ 780941 h 907159"/>
                <a:gd name="csX4" fmla="*/ 12596 w 2793012"/>
                <a:gd name="csY4" fmla="*/ 434154 h 907159"/>
                <a:gd name="csX5" fmla="*/ 1514005 w 2793012"/>
                <a:gd name="csY5" fmla="*/ 508171 h 907159"/>
                <a:gd name="csX6" fmla="*/ 2791207 w 2793012"/>
                <a:gd name="csY6" fmla="*/ 0 h 907159"/>
                <a:gd name="csX0" fmla="*/ 2784527 w 2792588"/>
                <a:gd name="csY0" fmla="*/ 0 h 1014049"/>
                <a:gd name="csX1" fmla="*/ 2791860 w 2792588"/>
                <a:gd name="csY1" fmla="*/ 366828 h 1014049"/>
                <a:gd name="csX2" fmla="*/ 1501409 w 2792588"/>
                <a:gd name="csY2" fmla="*/ 961849 h 1014049"/>
                <a:gd name="csX3" fmla="*/ 0 w 2792588"/>
                <a:gd name="csY3" fmla="*/ 887831 h 1014049"/>
                <a:gd name="csX4" fmla="*/ 12596 w 2792588"/>
                <a:gd name="csY4" fmla="*/ 541044 h 1014049"/>
                <a:gd name="csX5" fmla="*/ 1514005 w 2792588"/>
                <a:gd name="csY5" fmla="*/ 615061 h 1014049"/>
                <a:gd name="csX6" fmla="*/ 2784527 w 2792588"/>
                <a:gd name="csY6" fmla="*/ 0 h 1014049"/>
                <a:gd name="csX0" fmla="*/ 2797889 w 2797889"/>
                <a:gd name="csY0" fmla="*/ 0 h 1020730"/>
                <a:gd name="csX1" fmla="*/ 2791860 w 2797889"/>
                <a:gd name="csY1" fmla="*/ 373509 h 1020730"/>
                <a:gd name="csX2" fmla="*/ 1501409 w 2797889"/>
                <a:gd name="csY2" fmla="*/ 968530 h 1020730"/>
                <a:gd name="csX3" fmla="*/ 0 w 2797889"/>
                <a:gd name="csY3" fmla="*/ 894512 h 1020730"/>
                <a:gd name="csX4" fmla="*/ 12596 w 2797889"/>
                <a:gd name="csY4" fmla="*/ 547725 h 1020730"/>
                <a:gd name="csX5" fmla="*/ 1514005 w 2797889"/>
                <a:gd name="csY5" fmla="*/ 621742 h 1020730"/>
                <a:gd name="csX6" fmla="*/ 2797889 w 2797889"/>
                <a:gd name="csY6" fmla="*/ 0 h 1020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797889" h="1020730">
                  <a:moveTo>
                    <a:pt x="2797889" y="0"/>
                  </a:moveTo>
                  <a:cubicBezTo>
                    <a:pt x="2793653" y="115596"/>
                    <a:pt x="2796096" y="257913"/>
                    <a:pt x="2791860" y="373509"/>
                  </a:cubicBezTo>
                  <a:cubicBezTo>
                    <a:pt x="2460456" y="669243"/>
                    <a:pt x="1966719" y="881696"/>
                    <a:pt x="1501409" y="968530"/>
                  </a:cubicBezTo>
                  <a:cubicBezTo>
                    <a:pt x="1036099" y="1055364"/>
                    <a:pt x="503293" y="1035970"/>
                    <a:pt x="0" y="894512"/>
                  </a:cubicBezTo>
                  <a:lnTo>
                    <a:pt x="12596" y="547725"/>
                  </a:lnTo>
                  <a:cubicBezTo>
                    <a:pt x="515890" y="689071"/>
                    <a:pt x="1036350" y="710027"/>
                    <a:pt x="1514005" y="621742"/>
                  </a:cubicBezTo>
                  <a:cubicBezTo>
                    <a:pt x="1991771" y="533457"/>
                    <a:pt x="2466484" y="295734"/>
                    <a:pt x="2797889" y="0"/>
                  </a:cubicBezTo>
                  <a:close/>
                </a:path>
              </a:pathLst>
            </a:custGeom>
            <a:gradFill flip="none" rotWithShape="1">
              <a:gsLst>
                <a:gs pos="15000">
                  <a:schemeClr val="accent3">
                    <a:lumMod val="70000"/>
                    <a:lumOff val="30000"/>
                  </a:schemeClr>
                </a:gs>
                <a:gs pos="75000">
                  <a:schemeClr val="accent3">
                    <a:lumMod val="9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3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26">
              <a:extLst>
                <a:ext uri="{FF2B5EF4-FFF2-40B4-BE49-F238E27FC236}">
                  <a16:creationId xmlns:a16="http://schemas.microsoft.com/office/drawing/2014/main" id="{65885C9A-8286-4FA2-4B59-D9D82934C075}"/>
                </a:ext>
              </a:extLst>
            </p:cNvPr>
            <p:cNvSpPr/>
            <p:nvPr/>
          </p:nvSpPr>
          <p:spPr>
            <a:xfrm>
              <a:off x="5397328" y="4186680"/>
              <a:ext cx="2338759" cy="1056699"/>
            </a:xfrm>
            <a:custGeom>
              <a:avLst/>
              <a:gdLst>
                <a:gd name="connsiteX0" fmla="*/ 1718443 w 2745095"/>
                <a:gd name="connsiteY0" fmla="*/ 0 h 1230859"/>
                <a:gd name="connsiteX1" fmla="*/ 2745095 w 2745095"/>
                <a:gd name="connsiteY1" fmla="*/ 596372 h 1230859"/>
                <a:gd name="connsiteX2" fmla="*/ 1501408 w 2745095"/>
                <a:gd name="connsiteY2" fmla="*/ 1178030 h 1230859"/>
                <a:gd name="connsiteX3" fmla="*/ 0 w 2745095"/>
                <a:gd name="connsiteY3" fmla="*/ 1104013 h 1230859"/>
                <a:gd name="connsiteX4" fmla="*/ 450790 w 2745095"/>
                <a:gd name="connsiteY4" fmla="*/ 234424 h 1230859"/>
                <a:gd name="connsiteX5" fmla="*/ 1143139 w 2745095"/>
                <a:gd name="connsiteY5" fmla="*/ 266305 h 1230859"/>
                <a:gd name="connsiteX6" fmla="*/ 1718443 w 2745095"/>
                <a:gd name="connsiteY6" fmla="*/ 0 h 1230859"/>
                <a:gd name="csX0" fmla="*/ 1751846 w 2745095"/>
                <a:gd name="csY0" fmla="*/ 0 h 1257582"/>
                <a:gd name="csX1" fmla="*/ 2745095 w 2745095"/>
                <a:gd name="csY1" fmla="*/ 623094 h 1257582"/>
                <a:gd name="csX2" fmla="*/ 1501408 w 2745095"/>
                <a:gd name="csY2" fmla="*/ 1204752 h 1257582"/>
                <a:gd name="csX3" fmla="*/ 0 w 2745095"/>
                <a:gd name="csY3" fmla="*/ 1130735 h 1257582"/>
                <a:gd name="csX4" fmla="*/ 450790 w 2745095"/>
                <a:gd name="csY4" fmla="*/ 261146 h 1257582"/>
                <a:gd name="csX5" fmla="*/ 1143139 w 2745095"/>
                <a:gd name="csY5" fmla="*/ 293027 h 1257582"/>
                <a:gd name="csX6" fmla="*/ 1751846 w 2745095"/>
                <a:gd name="csY6" fmla="*/ 0 h 1257582"/>
                <a:gd name="csX0" fmla="*/ 1751846 w 2785179"/>
                <a:gd name="csY0" fmla="*/ 0 h 1258400"/>
                <a:gd name="csX1" fmla="*/ 2785179 w 2785179"/>
                <a:gd name="csY1" fmla="*/ 589691 h 1258400"/>
                <a:gd name="csX2" fmla="*/ 1501408 w 2785179"/>
                <a:gd name="csY2" fmla="*/ 1204752 h 1258400"/>
                <a:gd name="csX3" fmla="*/ 0 w 2785179"/>
                <a:gd name="csY3" fmla="*/ 1130735 h 1258400"/>
                <a:gd name="csX4" fmla="*/ 450790 w 2785179"/>
                <a:gd name="csY4" fmla="*/ 261146 h 1258400"/>
                <a:gd name="csX5" fmla="*/ 1143139 w 2785179"/>
                <a:gd name="csY5" fmla="*/ 293027 h 1258400"/>
                <a:gd name="csX6" fmla="*/ 1751846 w 2785179"/>
                <a:gd name="csY6" fmla="*/ 0 h 1258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785179" h="1258400">
                  <a:moveTo>
                    <a:pt x="1751846" y="0"/>
                  </a:moveTo>
                  <a:cubicBezTo>
                    <a:pt x="2094063" y="198791"/>
                    <a:pt x="2442962" y="390900"/>
                    <a:pt x="2785179" y="589691"/>
                  </a:cubicBezTo>
                  <a:cubicBezTo>
                    <a:pt x="2453775" y="885425"/>
                    <a:pt x="1965604" y="1114578"/>
                    <a:pt x="1501408" y="1204752"/>
                  </a:cubicBezTo>
                  <a:cubicBezTo>
                    <a:pt x="1037212" y="1294926"/>
                    <a:pt x="503293" y="1272192"/>
                    <a:pt x="0" y="1130735"/>
                  </a:cubicBezTo>
                  <a:lnTo>
                    <a:pt x="450790" y="261146"/>
                  </a:lnTo>
                  <a:cubicBezTo>
                    <a:pt x="665261" y="322010"/>
                    <a:pt x="906151" y="336836"/>
                    <a:pt x="1143139" y="293027"/>
                  </a:cubicBezTo>
                  <a:cubicBezTo>
                    <a:pt x="1380239" y="249219"/>
                    <a:pt x="1610947" y="126632"/>
                    <a:pt x="1751846" y="0"/>
                  </a:cubicBezTo>
                  <a:close/>
                </a:path>
              </a:pathLst>
            </a:custGeom>
            <a:gradFill flip="none" rotWithShape="1">
              <a:gsLst>
                <a:gs pos="15000">
                  <a:schemeClr val="accent3">
                    <a:lumMod val="60000"/>
                    <a:lumOff val="40000"/>
                  </a:schemeClr>
                </a:gs>
                <a:gs pos="75000">
                  <a:schemeClr val="accent3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3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5" name="TextBox 75">
            <a:extLst>
              <a:ext uri="{FF2B5EF4-FFF2-40B4-BE49-F238E27FC236}">
                <a16:creationId xmlns:a16="http://schemas.microsoft.com/office/drawing/2014/main" id="{4777B424-89B1-DAC6-2F9B-36793EE7FFF4}"/>
              </a:ext>
            </a:extLst>
          </p:cNvPr>
          <p:cNvSpPr txBox="1"/>
          <p:nvPr/>
        </p:nvSpPr>
        <p:spPr>
          <a:xfrm>
            <a:off x="3981374" y="3525530"/>
            <a:ext cx="132278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spc="-50" dirty="0">
                <a:ln w="6350">
                  <a:solidFill>
                    <a:schemeClr val="accent1"/>
                  </a:solidFill>
                </a:ln>
                <a:solidFill>
                  <a:schemeClr val="bg1"/>
                </a:solidFill>
                <a:effectLst>
                  <a:outerShdw blurRad="60007" dir="2000400" sy="-30000" kx="-800400" algn="bl" rotWithShape="0">
                    <a:prstClr val="black">
                      <a:alpha val="8000"/>
                    </a:prstClr>
                  </a:outerShdw>
                </a:effectLst>
                <a:latin typeface="+mj-lt"/>
              </a:rPr>
              <a:t>35%</a:t>
            </a:r>
          </a:p>
        </p:txBody>
      </p:sp>
      <p:sp>
        <p:nvSpPr>
          <p:cNvPr id="66" name="TextBox 75">
            <a:extLst>
              <a:ext uri="{FF2B5EF4-FFF2-40B4-BE49-F238E27FC236}">
                <a16:creationId xmlns:a16="http://schemas.microsoft.com/office/drawing/2014/main" id="{6FF5E368-07EF-F920-C988-D4CBCBAC0B4B}"/>
              </a:ext>
            </a:extLst>
          </p:cNvPr>
          <p:cNvSpPr txBox="1"/>
          <p:nvPr/>
        </p:nvSpPr>
        <p:spPr>
          <a:xfrm>
            <a:off x="5973734" y="2922783"/>
            <a:ext cx="132278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spc="-50" dirty="0">
                <a:ln w="6350">
                  <a:solidFill>
                    <a:schemeClr val="accent1"/>
                  </a:solidFill>
                </a:ln>
                <a:solidFill>
                  <a:schemeClr val="bg1"/>
                </a:solidFill>
                <a:effectLst>
                  <a:outerShdw blurRad="60007" dir="2000400" sy="-30000" kx="-800400" algn="bl" rotWithShape="0">
                    <a:prstClr val="black">
                      <a:alpha val="8000"/>
                    </a:prstClr>
                  </a:outerShdw>
                </a:effectLst>
                <a:latin typeface="+mj-lt"/>
              </a:rPr>
              <a:t>26.9</a:t>
            </a:r>
            <a:r>
              <a:rPr lang="en-US" sz="2400" b="1" spc="-50" dirty="0">
                <a:ln w="6350">
                  <a:solidFill>
                    <a:schemeClr val="accent1"/>
                  </a:solidFill>
                </a:ln>
                <a:solidFill>
                  <a:schemeClr val="bg1"/>
                </a:solidFill>
                <a:effectLst>
                  <a:outerShdw blurRad="60007" dir="2000400" sy="-30000" kx="-800400" algn="bl" rotWithShape="0">
                    <a:prstClr val="black">
                      <a:alpha val="8000"/>
                    </a:prstClr>
                  </a:outerShdw>
                </a:effectLst>
                <a:latin typeface="+mj-lt"/>
              </a:rPr>
              <a:t>%</a:t>
            </a:r>
          </a:p>
        </p:txBody>
      </p:sp>
      <p:sp>
        <p:nvSpPr>
          <p:cNvPr id="67" name="TextBox 75">
            <a:extLst>
              <a:ext uri="{FF2B5EF4-FFF2-40B4-BE49-F238E27FC236}">
                <a16:creationId xmlns:a16="http://schemas.microsoft.com/office/drawing/2014/main" id="{882181AF-F0FD-6774-5B1A-27F872C7C6E3}"/>
              </a:ext>
            </a:extLst>
          </p:cNvPr>
          <p:cNvSpPr txBox="1"/>
          <p:nvPr/>
        </p:nvSpPr>
        <p:spPr>
          <a:xfrm>
            <a:off x="5829760" y="4967978"/>
            <a:ext cx="132278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spc="-50" dirty="0">
                <a:ln w="6350">
                  <a:solidFill>
                    <a:schemeClr val="tx2"/>
                  </a:solidFill>
                </a:ln>
                <a:solidFill>
                  <a:schemeClr val="bg1"/>
                </a:solidFill>
                <a:effectLst>
                  <a:outerShdw blurRad="60007" dir="2000400" sy="-30000" kx="-800400" algn="bl" rotWithShape="0">
                    <a:prstClr val="black">
                      <a:alpha val="8000"/>
                    </a:prstClr>
                  </a:outerShdw>
                </a:effectLst>
                <a:latin typeface="+mj-lt"/>
              </a:rPr>
              <a:t>21.9</a:t>
            </a:r>
            <a:r>
              <a:rPr lang="en-US" sz="2400" b="1" spc="-50" dirty="0">
                <a:ln w="6350">
                  <a:solidFill>
                    <a:schemeClr val="tx2"/>
                  </a:solidFill>
                </a:ln>
                <a:solidFill>
                  <a:schemeClr val="bg1"/>
                </a:solidFill>
                <a:effectLst>
                  <a:outerShdw blurRad="60007" dir="2000400" sy="-30000" kx="-800400" algn="bl" rotWithShape="0">
                    <a:prstClr val="black">
                      <a:alpha val="8000"/>
                    </a:prstClr>
                  </a:outerShdw>
                </a:effectLst>
                <a:latin typeface="+mj-lt"/>
              </a:rPr>
              <a:t>%</a:t>
            </a:r>
          </a:p>
        </p:txBody>
      </p:sp>
      <p:sp>
        <p:nvSpPr>
          <p:cNvPr id="68" name="TextBox 75">
            <a:extLst>
              <a:ext uri="{FF2B5EF4-FFF2-40B4-BE49-F238E27FC236}">
                <a16:creationId xmlns:a16="http://schemas.microsoft.com/office/drawing/2014/main" id="{0507EFD8-9E84-EF2E-7097-E4705144DB79}"/>
              </a:ext>
            </a:extLst>
          </p:cNvPr>
          <p:cNvSpPr txBox="1"/>
          <p:nvPr/>
        </p:nvSpPr>
        <p:spPr>
          <a:xfrm>
            <a:off x="6912664" y="4127221"/>
            <a:ext cx="132278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spc="-50" dirty="0">
                <a:ln w="6350">
                  <a:solidFill>
                    <a:schemeClr val="accent1"/>
                  </a:solidFill>
                </a:ln>
                <a:solidFill>
                  <a:schemeClr val="bg1"/>
                </a:solidFill>
                <a:effectLst>
                  <a:outerShdw blurRad="60007" dir="2000400" sy="-30000" kx="-800400" algn="bl" rotWithShape="0">
                    <a:prstClr val="black">
                      <a:alpha val="8000"/>
                    </a:prstClr>
                  </a:outerShdw>
                </a:effectLst>
                <a:latin typeface="+mj-lt"/>
              </a:rPr>
              <a:t>16.2</a:t>
            </a:r>
            <a:r>
              <a:rPr lang="en-US" sz="2400" b="1" spc="-50" dirty="0">
                <a:ln w="6350">
                  <a:solidFill>
                    <a:schemeClr val="accent1"/>
                  </a:solidFill>
                </a:ln>
                <a:solidFill>
                  <a:schemeClr val="bg1"/>
                </a:solidFill>
                <a:effectLst>
                  <a:outerShdw blurRad="60007" dir="2000400" sy="-30000" kx="-800400" algn="bl" rotWithShape="0">
                    <a:prstClr val="black">
                      <a:alpha val="8000"/>
                    </a:prstClr>
                  </a:outerShdw>
                </a:effectLst>
                <a:latin typeface="+mj-lt"/>
              </a:rPr>
              <a:t>%</a:t>
            </a:r>
          </a:p>
        </p:txBody>
      </p:sp>
      <p:grpSp>
        <p:nvGrpSpPr>
          <p:cNvPr id="69" name="Group 52">
            <a:extLst>
              <a:ext uri="{FF2B5EF4-FFF2-40B4-BE49-F238E27FC236}">
                <a16:creationId xmlns:a16="http://schemas.microsoft.com/office/drawing/2014/main" id="{7B0A871A-D7C7-B3B1-B9B6-2CEBD262CB1E}"/>
              </a:ext>
            </a:extLst>
          </p:cNvPr>
          <p:cNvGrpSpPr/>
          <p:nvPr/>
        </p:nvGrpSpPr>
        <p:grpSpPr>
          <a:xfrm>
            <a:off x="7005212" y="2350717"/>
            <a:ext cx="806670" cy="275514"/>
            <a:chOff x="5212074" y="2149193"/>
            <a:chExt cx="481242" cy="226171"/>
          </a:xfrm>
        </p:grpSpPr>
        <p:cxnSp>
          <p:nvCxnSpPr>
            <p:cNvPr id="70" name="Straight Arrow Connector 53">
              <a:extLst>
                <a:ext uri="{FF2B5EF4-FFF2-40B4-BE49-F238E27FC236}">
                  <a16:creationId xmlns:a16="http://schemas.microsoft.com/office/drawing/2014/main" id="{628EB1CF-187C-6718-D27C-AC82C769A5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54">
              <a:extLst>
                <a:ext uri="{FF2B5EF4-FFF2-40B4-BE49-F238E27FC236}">
                  <a16:creationId xmlns:a16="http://schemas.microsoft.com/office/drawing/2014/main" id="{BA9894E6-A595-1D98-D4F3-3C10F82ED5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255070" cy="0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TextBox 8">
            <a:extLst>
              <a:ext uri="{FF2B5EF4-FFF2-40B4-BE49-F238E27FC236}">
                <a16:creationId xmlns:a16="http://schemas.microsoft.com/office/drawing/2014/main" id="{C5BDE2EC-7B71-CE88-E946-8E85CC69D992}"/>
              </a:ext>
            </a:extLst>
          </p:cNvPr>
          <p:cNvSpPr txBox="1"/>
          <p:nvPr/>
        </p:nvSpPr>
        <p:spPr>
          <a:xfrm>
            <a:off x="899943" y="3295876"/>
            <a:ext cx="2196139" cy="636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TW" altLang="en-US" spc="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rPr>
              <a:t>家裡空間不足，</a:t>
            </a:r>
            <a:endParaRPr lang="en-US" altLang="zh-TW" spc="50" dirty="0">
              <a:solidFill>
                <a:schemeClr val="tx2"/>
              </a:solidFill>
              <a:latin typeface="Noto Sans TC Medium" panose="020B0200000000000000" pitchFamily="34" charset="-120"/>
              <a:ea typeface="Noto Sans TC Medium" panose="020B0200000000000000" pitchFamily="34" charset="-120"/>
              <a:cs typeface="Noto Sans T Chinese"/>
              <a:sym typeface="Noto Sans T Chinese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TW" altLang="en-US" spc="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rPr>
              <a:t>想清空但懶得處理</a:t>
            </a:r>
            <a:endParaRPr lang="en-US" spc="50" dirty="0">
              <a:solidFill>
                <a:schemeClr val="tx2"/>
              </a:solidFill>
              <a:latin typeface="Noto Sans TC Medium" panose="020B0200000000000000" pitchFamily="34" charset="-120"/>
              <a:ea typeface="Noto Sans TC Medium" panose="020B0200000000000000" pitchFamily="34" charset="-120"/>
              <a:cs typeface="Noto Sans T Chinese"/>
              <a:sym typeface="Noto Sans T Chinese"/>
            </a:endParaRPr>
          </a:p>
        </p:txBody>
      </p:sp>
      <p:sp>
        <p:nvSpPr>
          <p:cNvPr id="73" name="TextBox 8">
            <a:extLst>
              <a:ext uri="{FF2B5EF4-FFF2-40B4-BE49-F238E27FC236}">
                <a16:creationId xmlns:a16="http://schemas.microsoft.com/office/drawing/2014/main" id="{45E34A51-5D7C-E17E-CCFB-3F29427A3FAB}"/>
              </a:ext>
            </a:extLst>
          </p:cNvPr>
          <p:cNvSpPr txBox="1"/>
          <p:nvPr/>
        </p:nvSpPr>
        <p:spPr>
          <a:xfrm>
            <a:off x="8037870" y="2212217"/>
            <a:ext cx="363547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en-US" spc="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rPr>
              <a:t>寄送流程繁瑣（需包裝、去超商）</a:t>
            </a:r>
            <a:endParaRPr lang="en-US" spc="50" dirty="0">
              <a:solidFill>
                <a:schemeClr val="tx2"/>
              </a:solidFill>
              <a:latin typeface="Noto Sans TC Medium" panose="020B0200000000000000" pitchFamily="34" charset="-120"/>
              <a:ea typeface="Noto Sans TC Medium" panose="020B0200000000000000" pitchFamily="34" charset="-120"/>
              <a:cs typeface="Noto Sans T Chinese"/>
              <a:sym typeface="Noto Sans T Chinese"/>
            </a:endParaRPr>
          </a:p>
        </p:txBody>
      </p:sp>
      <p:sp>
        <p:nvSpPr>
          <p:cNvPr id="74" name="TextBox 8">
            <a:extLst>
              <a:ext uri="{FF2B5EF4-FFF2-40B4-BE49-F238E27FC236}">
                <a16:creationId xmlns:a16="http://schemas.microsoft.com/office/drawing/2014/main" id="{15ABB079-91D7-32AC-69AB-6D1852BDD227}"/>
              </a:ext>
            </a:extLst>
          </p:cNvPr>
          <p:cNvSpPr txBox="1"/>
          <p:nvPr/>
        </p:nvSpPr>
        <p:spPr>
          <a:xfrm>
            <a:off x="8309112" y="5814859"/>
            <a:ext cx="407747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en-US" spc="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rPr>
              <a:t>實體二手店收購價太低</a:t>
            </a:r>
            <a:endParaRPr lang="en-US" spc="50" dirty="0">
              <a:solidFill>
                <a:schemeClr val="tx2"/>
              </a:solidFill>
              <a:latin typeface="Noto Sans TC Medium" panose="020B0200000000000000" pitchFamily="34" charset="-120"/>
              <a:ea typeface="Noto Sans TC Medium" panose="020B0200000000000000" pitchFamily="34" charset="-120"/>
              <a:cs typeface="Noto Sans T Chinese"/>
              <a:sym typeface="Noto Sans T Chinese"/>
            </a:endParaRPr>
          </a:p>
        </p:txBody>
      </p:sp>
      <p:sp>
        <p:nvSpPr>
          <p:cNvPr id="75" name="TextBox 8">
            <a:extLst>
              <a:ext uri="{FF2B5EF4-FFF2-40B4-BE49-F238E27FC236}">
                <a16:creationId xmlns:a16="http://schemas.microsoft.com/office/drawing/2014/main" id="{0291CFF2-B834-285C-AEFB-DE0E07818F2C}"/>
              </a:ext>
            </a:extLst>
          </p:cNvPr>
          <p:cNvSpPr txBox="1"/>
          <p:nvPr/>
        </p:nvSpPr>
        <p:spPr>
          <a:xfrm>
            <a:off x="9040586" y="3561920"/>
            <a:ext cx="2392525" cy="636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TW" altLang="en-US" spc="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rPr>
              <a:t>在電商平台與買家溝通太耗時</a:t>
            </a:r>
            <a:endParaRPr lang="en-US" spc="50" dirty="0">
              <a:solidFill>
                <a:schemeClr val="tx2"/>
              </a:solidFill>
              <a:latin typeface="Noto Sans TC Medium" panose="020B0200000000000000" pitchFamily="34" charset="-120"/>
              <a:ea typeface="Noto Sans TC Medium" panose="020B0200000000000000" pitchFamily="34" charset="-120"/>
              <a:cs typeface="Noto Sans T Chinese"/>
              <a:sym typeface="Noto Sans T Chinese"/>
            </a:endParaRPr>
          </a:p>
        </p:txBody>
      </p:sp>
      <p:grpSp>
        <p:nvGrpSpPr>
          <p:cNvPr id="77" name="Group 27">
            <a:extLst>
              <a:ext uri="{FF2B5EF4-FFF2-40B4-BE49-F238E27FC236}">
                <a16:creationId xmlns:a16="http://schemas.microsoft.com/office/drawing/2014/main" id="{E352F79E-3B58-15FF-F44D-E394F45520E2}"/>
              </a:ext>
            </a:extLst>
          </p:cNvPr>
          <p:cNvGrpSpPr/>
          <p:nvPr/>
        </p:nvGrpSpPr>
        <p:grpSpPr>
          <a:xfrm flipV="1">
            <a:off x="7562850" y="5807803"/>
            <a:ext cx="520274" cy="146040"/>
            <a:chOff x="5212074" y="2149193"/>
            <a:chExt cx="593495" cy="226171"/>
          </a:xfrm>
        </p:grpSpPr>
        <p:cxnSp>
          <p:nvCxnSpPr>
            <p:cNvPr id="78" name="Straight Arrow Connector 28">
              <a:extLst>
                <a:ext uri="{FF2B5EF4-FFF2-40B4-BE49-F238E27FC236}">
                  <a16:creationId xmlns:a16="http://schemas.microsoft.com/office/drawing/2014/main" id="{611F763F-AE70-15FF-31AB-15235D15EF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29">
              <a:extLst>
                <a:ext uri="{FF2B5EF4-FFF2-40B4-BE49-F238E27FC236}">
                  <a16:creationId xmlns:a16="http://schemas.microsoft.com/office/drawing/2014/main" id="{09741DC8-FD20-54B7-0E62-456C64F50C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52">
            <a:extLst>
              <a:ext uri="{FF2B5EF4-FFF2-40B4-BE49-F238E27FC236}">
                <a16:creationId xmlns:a16="http://schemas.microsoft.com/office/drawing/2014/main" id="{70382234-AC7C-BD92-1340-6447CF49E7F1}"/>
              </a:ext>
            </a:extLst>
          </p:cNvPr>
          <p:cNvGrpSpPr/>
          <p:nvPr/>
        </p:nvGrpSpPr>
        <p:grpSpPr>
          <a:xfrm>
            <a:off x="8309112" y="3879969"/>
            <a:ext cx="473153" cy="165495"/>
            <a:chOff x="5212074" y="2149193"/>
            <a:chExt cx="481242" cy="226171"/>
          </a:xfrm>
        </p:grpSpPr>
        <p:cxnSp>
          <p:nvCxnSpPr>
            <p:cNvPr id="82" name="Straight Arrow Connector 53">
              <a:extLst>
                <a:ext uri="{FF2B5EF4-FFF2-40B4-BE49-F238E27FC236}">
                  <a16:creationId xmlns:a16="http://schemas.microsoft.com/office/drawing/2014/main" id="{269792DC-F929-9984-9F78-DCA28E2BB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54">
              <a:extLst>
                <a:ext uri="{FF2B5EF4-FFF2-40B4-BE49-F238E27FC236}">
                  <a16:creationId xmlns:a16="http://schemas.microsoft.com/office/drawing/2014/main" id="{D07FCE95-CC19-9252-ED98-A76D7F1794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255070" cy="0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52">
            <a:extLst>
              <a:ext uri="{FF2B5EF4-FFF2-40B4-BE49-F238E27FC236}">
                <a16:creationId xmlns:a16="http://schemas.microsoft.com/office/drawing/2014/main" id="{502CA093-BD83-65B6-9709-A89E46A39069}"/>
              </a:ext>
            </a:extLst>
          </p:cNvPr>
          <p:cNvGrpSpPr/>
          <p:nvPr/>
        </p:nvGrpSpPr>
        <p:grpSpPr>
          <a:xfrm flipH="1">
            <a:off x="3092968" y="3606314"/>
            <a:ext cx="690221" cy="275514"/>
            <a:chOff x="5212074" y="2149193"/>
            <a:chExt cx="481242" cy="226171"/>
          </a:xfrm>
        </p:grpSpPr>
        <p:cxnSp>
          <p:nvCxnSpPr>
            <p:cNvPr id="86" name="Straight Arrow Connector 53">
              <a:extLst>
                <a:ext uri="{FF2B5EF4-FFF2-40B4-BE49-F238E27FC236}">
                  <a16:creationId xmlns:a16="http://schemas.microsoft.com/office/drawing/2014/main" id="{44E50A01-01D3-66A7-6AB9-7080C4A2DE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54">
              <a:extLst>
                <a:ext uri="{FF2B5EF4-FFF2-40B4-BE49-F238E27FC236}">
                  <a16:creationId xmlns:a16="http://schemas.microsoft.com/office/drawing/2014/main" id="{2154434A-BBB9-AB2B-2AC7-154EC1312E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255070" cy="0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3613070D-E835-45F5-6505-EF4D78E462DE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6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68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3AFB1A-83A9-1FEF-A7C5-A4689E850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DED53669-C3CD-E31A-107C-7DFDD44E5E52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3A50D893-FE5F-69CF-BAC8-5B0D6C71E2C6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問卷結果分析</a:t>
            </a:r>
            <a:r>
              <a:rPr lang="zh-TW" altLang="en-US" spc="150" dirty="0">
                <a:latin typeface="+mn-ea"/>
              </a:rPr>
              <a:t>／</a:t>
            </a:r>
            <a:r>
              <a:rPr lang="zh-TW" altLang="en-US" sz="2000" spc="150" dirty="0">
                <a:latin typeface="+mn-ea"/>
              </a:rPr>
              <a:t>核心問題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35BD857-FBF3-8AB0-9C86-60118C5AE4FB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CORE ISSUES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9403423-A44D-6964-CF0F-D04A1017E3DB}"/>
              </a:ext>
            </a:extLst>
          </p:cNvPr>
          <p:cNvSpPr txBox="1"/>
          <p:nvPr/>
        </p:nvSpPr>
        <p:spPr>
          <a:xfrm>
            <a:off x="681135" y="1685554"/>
            <a:ext cx="11187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/>
            <a:r>
              <a:rPr lang="en-US" altLang="zh-TW" sz="2000" spc="100" dirty="0"/>
              <a:t>Q10.</a:t>
            </a:r>
            <a:r>
              <a:rPr lang="zh-TW" altLang="en-US" sz="2000" spc="100" dirty="0"/>
              <a:t> 若能改良寄送不便之處，您更傾向哪個方案</a:t>
            </a:r>
            <a:r>
              <a:rPr lang="en-US" altLang="zh-TW" sz="2000" spc="100" dirty="0"/>
              <a:t>?</a:t>
            </a:r>
            <a:endParaRPr lang="zh-TW" altLang="en-US" sz="2000" spc="100" dirty="0"/>
          </a:p>
        </p:txBody>
      </p:sp>
      <p:grpSp>
        <p:nvGrpSpPr>
          <p:cNvPr id="3" name="Group 80">
            <a:extLst>
              <a:ext uri="{FF2B5EF4-FFF2-40B4-BE49-F238E27FC236}">
                <a16:creationId xmlns:a16="http://schemas.microsoft.com/office/drawing/2014/main" id="{348AB912-C3CA-7435-D6EE-0B9D380941B2}"/>
              </a:ext>
            </a:extLst>
          </p:cNvPr>
          <p:cNvGrpSpPr/>
          <p:nvPr/>
        </p:nvGrpSpPr>
        <p:grpSpPr>
          <a:xfrm>
            <a:off x="3683745" y="2509800"/>
            <a:ext cx="4792761" cy="3279120"/>
            <a:chOff x="2795648" y="1605561"/>
            <a:chExt cx="5320793" cy="3640391"/>
          </a:xfrm>
        </p:grpSpPr>
        <p:sp>
          <p:nvSpPr>
            <p:cNvPr id="4" name="Freeform: Shape 9">
              <a:extLst>
                <a:ext uri="{FF2B5EF4-FFF2-40B4-BE49-F238E27FC236}">
                  <a16:creationId xmlns:a16="http://schemas.microsoft.com/office/drawing/2014/main" id="{E759FAB7-ECC9-B5E8-358F-9EE543BDE417}"/>
                </a:ext>
              </a:extLst>
            </p:cNvPr>
            <p:cNvSpPr/>
            <p:nvPr/>
          </p:nvSpPr>
          <p:spPr>
            <a:xfrm>
              <a:off x="5475693" y="2830507"/>
              <a:ext cx="1897589" cy="1004105"/>
            </a:xfrm>
            <a:custGeom>
              <a:avLst/>
              <a:gdLst>
                <a:gd name="connsiteX0" fmla="*/ 0 w 1897589"/>
                <a:gd name="connsiteY0" fmla="*/ 0 h 1004105"/>
                <a:gd name="connsiteX1" fmla="*/ 40521 w 1897589"/>
                <a:gd name="connsiteY1" fmla="*/ 1004105 h 1004105"/>
                <a:gd name="connsiteX2" fmla="*/ 1897590 w 1897589"/>
                <a:gd name="connsiteY2" fmla="*/ 354557 h 1004105"/>
                <a:gd name="connsiteX3" fmla="*/ 0 w 1897589"/>
                <a:gd name="connsiteY3" fmla="*/ 0 h 1004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7589" h="1004105">
                  <a:moveTo>
                    <a:pt x="0" y="0"/>
                  </a:moveTo>
                  <a:lnTo>
                    <a:pt x="40521" y="1004105"/>
                  </a:lnTo>
                  <a:lnTo>
                    <a:pt x="1897590" y="354557"/>
                  </a:lnTo>
                  <a:cubicBezTo>
                    <a:pt x="1414177" y="139392"/>
                    <a:pt x="731806" y="2026"/>
                    <a:pt x="0" y="0"/>
                  </a:cubicBezTo>
                  <a:close/>
                </a:path>
              </a:pathLst>
            </a:custGeom>
            <a:solidFill>
              <a:srgbClr val="6AA587"/>
            </a:solidFill>
            <a:ln w="404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295520C7-2677-5889-C211-6F21544A54B3}"/>
                </a:ext>
              </a:extLst>
            </p:cNvPr>
            <p:cNvSpPr/>
            <p:nvPr/>
          </p:nvSpPr>
          <p:spPr>
            <a:xfrm>
              <a:off x="2800367" y="2807113"/>
              <a:ext cx="2720567" cy="1650006"/>
            </a:xfrm>
            <a:custGeom>
              <a:avLst/>
              <a:gdLst>
                <a:gd name="connsiteX0" fmla="*/ 0 w 2720567"/>
                <a:gd name="connsiteY0" fmla="*/ 0 h 1650006"/>
                <a:gd name="connsiteX1" fmla="*/ 175860 w 2720567"/>
                <a:gd name="connsiteY1" fmla="*/ 140607 h 1650006"/>
                <a:gd name="connsiteX2" fmla="*/ 175860 w 2720567"/>
                <a:gd name="connsiteY2" fmla="*/ 792992 h 1650006"/>
                <a:gd name="connsiteX3" fmla="*/ 2680047 w 2720567"/>
                <a:gd name="connsiteY3" fmla="*/ 10130 h 1650006"/>
                <a:gd name="connsiteX4" fmla="*/ 2720568 w 2720567"/>
                <a:gd name="connsiteY4" fmla="*/ 1014236 h 1650006"/>
                <a:gd name="connsiteX5" fmla="*/ 175860 w 2720567"/>
                <a:gd name="connsiteY5" fmla="*/ 1649602 h 1650006"/>
                <a:gd name="connsiteX6" fmla="*/ 175860 w 2720567"/>
                <a:gd name="connsiteY6" fmla="*/ 1650007 h 1650006"/>
                <a:gd name="connsiteX7" fmla="*/ 175860 w 2720567"/>
                <a:gd name="connsiteY7" fmla="*/ 1649602 h 1650006"/>
                <a:gd name="connsiteX8" fmla="*/ 173429 w 2720567"/>
                <a:gd name="connsiteY8" fmla="*/ 1650007 h 1650006"/>
                <a:gd name="connsiteX9" fmla="*/ 0 w 2720567"/>
                <a:gd name="connsiteY9" fmla="*/ 1224944 h 1650006"/>
                <a:gd name="connsiteX10" fmla="*/ 0 w 2720567"/>
                <a:gd name="connsiteY10" fmla="*/ 0 h 165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20567" h="1650006">
                  <a:moveTo>
                    <a:pt x="0" y="0"/>
                  </a:moveTo>
                  <a:lnTo>
                    <a:pt x="175860" y="140607"/>
                  </a:lnTo>
                  <a:lnTo>
                    <a:pt x="175860" y="792992"/>
                  </a:lnTo>
                  <a:cubicBezTo>
                    <a:pt x="560808" y="337538"/>
                    <a:pt x="1536144" y="13372"/>
                    <a:pt x="2680047" y="10130"/>
                  </a:cubicBezTo>
                  <a:lnTo>
                    <a:pt x="2720568" y="1014236"/>
                  </a:lnTo>
                  <a:lnTo>
                    <a:pt x="175860" y="1649602"/>
                  </a:lnTo>
                  <a:lnTo>
                    <a:pt x="175860" y="1650007"/>
                  </a:lnTo>
                  <a:lnTo>
                    <a:pt x="175860" y="1649602"/>
                  </a:lnTo>
                  <a:lnTo>
                    <a:pt x="173429" y="1650007"/>
                  </a:lnTo>
                  <a:cubicBezTo>
                    <a:pt x="63212" y="1517909"/>
                    <a:pt x="0" y="1374871"/>
                    <a:pt x="0" y="1224944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1">
                    <a:lumMod val="80000"/>
                    <a:lumOff val="20000"/>
                  </a:schemeClr>
                </a:gs>
                <a:gs pos="75000">
                  <a:schemeClr val="accent1">
                    <a:lumMod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4">
              <a:extLst>
                <a:ext uri="{FF2B5EF4-FFF2-40B4-BE49-F238E27FC236}">
                  <a16:creationId xmlns:a16="http://schemas.microsoft.com/office/drawing/2014/main" id="{FCAB0EA3-1FF2-FD13-3149-390A750F0D87}"/>
                </a:ext>
              </a:extLst>
            </p:cNvPr>
            <p:cNvSpPr/>
            <p:nvPr/>
          </p:nvSpPr>
          <p:spPr>
            <a:xfrm>
              <a:off x="2968670" y="2137346"/>
              <a:ext cx="4408636" cy="2333444"/>
            </a:xfrm>
            <a:custGeom>
              <a:avLst/>
              <a:gdLst>
                <a:gd name="connsiteX0" fmla="*/ 0 w 2547543"/>
                <a:gd name="connsiteY0" fmla="*/ 636177 h 1861120"/>
                <a:gd name="connsiteX1" fmla="*/ 2547544 w 2547543"/>
                <a:gd name="connsiteY1" fmla="*/ 0 h 1861120"/>
                <a:gd name="connsiteX2" fmla="*/ 2547544 w 2547543"/>
                <a:gd name="connsiteY2" fmla="*/ 1224944 h 1861120"/>
                <a:gd name="connsiteX3" fmla="*/ 0 w 2547543"/>
                <a:gd name="connsiteY3" fmla="*/ 1861120 h 1861120"/>
                <a:gd name="csX0" fmla="*/ 0 w 4366341"/>
                <a:gd name="csY0" fmla="*/ 1087351 h 2312294"/>
                <a:gd name="csX1" fmla="*/ 4366341 w 4366341"/>
                <a:gd name="csY1" fmla="*/ 0 h 2312294"/>
                <a:gd name="csX2" fmla="*/ 2547544 w 4366341"/>
                <a:gd name="csY2" fmla="*/ 1676118 h 2312294"/>
                <a:gd name="csX3" fmla="*/ 0 w 4366341"/>
                <a:gd name="csY3" fmla="*/ 2312294 h 2312294"/>
                <a:gd name="csX4" fmla="*/ 0 w 4366341"/>
                <a:gd name="csY4" fmla="*/ 1087351 h 2312294"/>
                <a:gd name="csX0" fmla="*/ 0 w 4366341"/>
                <a:gd name="csY0" fmla="*/ 1087351 h 2312294"/>
                <a:gd name="csX1" fmla="*/ 4366341 w 4366341"/>
                <a:gd name="csY1" fmla="*/ 0 h 2312294"/>
                <a:gd name="csX2" fmla="*/ 4352242 w 4366341"/>
                <a:gd name="csY2" fmla="*/ 724423 h 2312294"/>
                <a:gd name="csX3" fmla="*/ 0 w 4366341"/>
                <a:gd name="csY3" fmla="*/ 2312294 h 2312294"/>
                <a:gd name="csX4" fmla="*/ 0 w 4366341"/>
                <a:gd name="csY4" fmla="*/ 1087351 h 2312294"/>
                <a:gd name="csX0" fmla="*/ 0 w 4408639"/>
                <a:gd name="csY0" fmla="*/ 1087351 h 2312294"/>
                <a:gd name="csX1" fmla="*/ 4366341 w 4408639"/>
                <a:gd name="csY1" fmla="*/ 0 h 2312294"/>
                <a:gd name="csX2" fmla="*/ 4408639 w 4408639"/>
                <a:gd name="csY2" fmla="*/ 682126 h 2312294"/>
                <a:gd name="csX3" fmla="*/ 0 w 4408639"/>
                <a:gd name="csY3" fmla="*/ 2312294 h 2312294"/>
                <a:gd name="csX4" fmla="*/ 0 w 4408639"/>
                <a:gd name="csY4" fmla="*/ 1087351 h 2312294"/>
                <a:gd name="csX0" fmla="*/ 0 w 4408639"/>
                <a:gd name="csY0" fmla="*/ 1094401 h 2319344"/>
                <a:gd name="csX1" fmla="*/ 4401589 w 4408639"/>
                <a:gd name="csY1" fmla="*/ 0 h 2319344"/>
                <a:gd name="csX2" fmla="*/ 4408639 w 4408639"/>
                <a:gd name="csY2" fmla="*/ 689176 h 2319344"/>
                <a:gd name="csX3" fmla="*/ 0 w 4408639"/>
                <a:gd name="csY3" fmla="*/ 2319344 h 2319344"/>
                <a:gd name="csX4" fmla="*/ 0 w 4408639"/>
                <a:gd name="csY4" fmla="*/ 1094401 h 2319344"/>
                <a:gd name="csX0" fmla="*/ 0 w 4408639"/>
                <a:gd name="csY0" fmla="*/ 1073252 h 2319344"/>
                <a:gd name="csX1" fmla="*/ 4401589 w 4408639"/>
                <a:gd name="csY1" fmla="*/ 0 h 2319344"/>
                <a:gd name="csX2" fmla="*/ 4408639 w 4408639"/>
                <a:gd name="csY2" fmla="*/ 689176 h 2319344"/>
                <a:gd name="csX3" fmla="*/ 0 w 4408639"/>
                <a:gd name="csY3" fmla="*/ 2319344 h 2319344"/>
                <a:gd name="csX4" fmla="*/ 0 w 4408639"/>
                <a:gd name="csY4" fmla="*/ 1073252 h 2319344"/>
                <a:gd name="csX0" fmla="*/ 0 w 4408639"/>
                <a:gd name="csY0" fmla="*/ 1087351 h 2333443"/>
                <a:gd name="csX1" fmla="*/ 4401589 w 4408639"/>
                <a:gd name="csY1" fmla="*/ 0 h 2333443"/>
                <a:gd name="csX2" fmla="*/ 4408639 w 4408639"/>
                <a:gd name="csY2" fmla="*/ 703275 h 2333443"/>
                <a:gd name="csX3" fmla="*/ 0 w 4408639"/>
                <a:gd name="csY3" fmla="*/ 2333443 h 2333443"/>
                <a:gd name="csX4" fmla="*/ 0 w 4408639"/>
                <a:gd name="csY4" fmla="*/ 1087351 h 2333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408639" h="2333443">
                  <a:moveTo>
                    <a:pt x="0" y="1087351"/>
                  </a:moveTo>
                  <a:lnTo>
                    <a:pt x="4401589" y="0"/>
                  </a:lnTo>
                  <a:lnTo>
                    <a:pt x="4408639" y="703275"/>
                  </a:lnTo>
                  <a:lnTo>
                    <a:pt x="0" y="2333443"/>
                  </a:lnTo>
                  <a:lnTo>
                    <a:pt x="0" y="1087351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1">
                    <a:lumMod val="70000"/>
                    <a:lumOff val="30000"/>
                  </a:schemeClr>
                </a:gs>
                <a:gs pos="75000">
                  <a:schemeClr val="accent1">
                    <a:lumMod val="9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5">
              <a:extLst>
                <a:ext uri="{FF2B5EF4-FFF2-40B4-BE49-F238E27FC236}">
                  <a16:creationId xmlns:a16="http://schemas.microsoft.com/office/drawing/2014/main" id="{BE5B68C0-9B06-255C-19F5-7C36A5D4881C}"/>
                </a:ext>
              </a:extLst>
            </p:cNvPr>
            <p:cNvSpPr/>
            <p:nvPr/>
          </p:nvSpPr>
          <p:spPr>
            <a:xfrm>
              <a:off x="2795648" y="1605561"/>
              <a:ext cx="4581662" cy="1640282"/>
            </a:xfrm>
            <a:custGeom>
              <a:avLst/>
              <a:gdLst>
                <a:gd name="connsiteX0" fmla="*/ 2720568 w 2720567"/>
                <a:gd name="connsiteY0" fmla="*/ 1004105 h 1640281"/>
                <a:gd name="connsiteX1" fmla="*/ 2680047 w 2720567"/>
                <a:gd name="connsiteY1" fmla="*/ 0 h 1640281"/>
                <a:gd name="connsiteX2" fmla="*/ 0 w 2720567"/>
                <a:gd name="connsiteY2" fmla="*/ 1214814 h 1640281"/>
                <a:gd name="connsiteX3" fmla="*/ 173024 w 2720567"/>
                <a:gd name="connsiteY3" fmla="*/ 1640282 h 1640281"/>
                <a:gd name="connsiteX4" fmla="*/ 2720568 w 2720567"/>
                <a:gd name="connsiteY4" fmla="*/ 1004105 h 1640281"/>
                <a:gd name="csX0" fmla="*/ 4567562 w 4567562"/>
                <a:gd name="csY0" fmla="*/ 545881 h 1640282"/>
                <a:gd name="csX1" fmla="*/ 2680047 w 4567562"/>
                <a:gd name="csY1" fmla="*/ 0 h 1640282"/>
                <a:gd name="csX2" fmla="*/ 0 w 4567562"/>
                <a:gd name="csY2" fmla="*/ 1214814 h 1640282"/>
                <a:gd name="csX3" fmla="*/ 173024 w 4567562"/>
                <a:gd name="csY3" fmla="*/ 1640282 h 1640282"/>
                <a:gd name="csX4" fmla="*/ 4567562 w 4567562"/>
                <a:gd name="csY4" fmla="*/ 545881 h 1640282"/>
                <a:gd name="csX0" fmla="*/ 4567562 w 4567562"/>
                <a:gd name="csY0" fmla="*/ 545881 h 1640282"/>
                <a:gd name="csX1" fmla="*/ 2680047 w 4567562"/>
                <a:gd name="csY1" fmla="*/ 0 h 1640282"/>
                <a:gd name="csX2" fmla="*/ 0 w 4567562"/>
                <a:gd name="csY2" fmla="*/ 1214814 h 1640282"/>
                <a:gd name="csX3" fmla="*/ 173024 w 4567562"/>
                <a:gd name="csY3" fmla="*/ 1640282 h 1640282"/>
                <a:gd name="csX4" fmla="*/ 4567562 w 4567562"/>
                <a:gd name="csY4" fmla="*/ 545881 h 1640282"/>
                <a:gd name="csX0" fmla="*/ 4567562 w 4567562"/>
                <a:gd name="csY0" fmla="*/ 545881 h 1640282"/>
                <a:gd name="csX1" fmla="*/ 2680047 w 4567562"/>
                <a:gd name="csY1" fmla="*/ 0 h 1640282"/>
                <a:gd name="csX2" fmla="*/ 0 w 4567562"/>
                <a:gd name="csY2" fmla="*/ 1214814 h 1640282"/>
                <a:gd name="csX3" fmla="*/ 173024 w 4567562"/>
                <a:gd name="csY3" fmla="*/ 1640282 h 1640282"/>
                <a:gd name="csX4" fmla="*/ 4567562 w 4567562"/>
                <a:gd name="csY4" fmla="*/ 545881 h 1640282"/>
                <a:gd name="csX0" fmla="*/ 4567562 w 4567562"/>
                <a:gd name="csY0" fmla="*/ 545881 h 1640282"/>
                <a:gd name="csX1" fmla="*/ 2680047 w 4567562"/>
                <a:gd name="csY1" fmla="*/ 0 h 1640282"/>
                <a:gd name="csX2" fmla="*/ 0 w 4567562"/>
                <a:gd name="csY2" fmla="*/ 1214814 h 1640282"/>
                <a:gd name="csX3" fmla="*/ 173024 w 4567562"/>
                <a:gd name="csY3" fmla="*/ 1640282 h 1640282"/>
                <a:gd name="csX4" fmla="*/ 4567562 w 4567562"/>
                <a:gd name="csY4" fmla="*/ 545881 h 1640282"/>
                <a:gd name="csX0" fmla="*/ 4567562 w 4567562"/>
                <a:gd name="csY0" fmla="*/ 546582 h 1640983"/>
                <a:gd name="csX1" fmla="*/ 2680047 w 4567562"/>
                <a:gd name="csY1" fmla="*/ 701 h 1640983"/>
                <a:gd name="csX2" fmla="*/ 0 w 4567562"/>
                <a:gd name="csY2" fmla="*/ 1215515 h 1640983"/>
                <a:gd name="csX3" fmla="*/ 173024 w 4567562"/>
                <a:gd name="csY3" fmla="*/ 1640983 h 1640983"/>
                <a:gd name="csX4" fmla="*/ 4567562 w 4567562"/>
                <a:gd name="csY4" fmla="*/ 546582 h 1640983"/>
                <a:gd name="csX0" fmla="*/ 4581661 w 4581661"/>
                <a:gd name="csY0" fmla="*/ 532568 h 1641068"/>
                <a:gd name="csX1" fmla="*/ 2680047 w 4581661"/>
                <a:gd name="csY1" fmla="*/ 786 h 1641068"/>
                <a:gd name="csX2" fmla="*/ 0 w 4581661"/>
                <a:gd name="csY2" fmla="*/ 1215600 h 1641068"/>
                <a:gd name="csX3" fmla="*/ 173024 w 4581661"/>
                <a:gd name="csY3" fmla="*/ 1641068 h 1641068"/>
                <a:gd name="csX4" fmla="*/ 4581661 w 4581661"/>
                <a:gd name="csY4" fmla="*/ 532568 h 1641068"/>
                <a:gd name="csX0" fmla="*/ 4581661 w 4581661"/>
                <a:gd name="csY0" fmla="*/ 532450 h 1640950"/>
                <a:gd name="csX1" fmla="*/ 2680047 w 4581661"/>
                <a:gd name="csY1" fmla="*/ 668 h 1640950"/>
                <a:gd name="csX2" fmla="*/ 0 w 4581661"/>
                <a:gd name="csY2" fmla="*/ 1215482 h 1640950"/>
                <a:gd name="csX3" fmla="*/ 173024 w 4581661"/>
                <a:gd name="csY3" fmla="*/ 1640950 h 1640950"/>
                <a:gd name="csX4" fmla="*/ 4581661 w 4581661"/>
                <a:gd name="csY4" fmla="*/ 532450 h 1640950"/>
                <a:gd name="csX0" fmla="*/ 4581661 w 4581661"/>
                <a:gd name="csY0" fmla="*/ 531782 h 1640282"/>
                <a:gd name="csX1" fmla="*/ 2680047 w 4581661"/>
                <a:gd name="csY1" fmla="*/ 0 h 1640282"/>
                <a:gd name="csX2" fmla="*/ 0 w 4581661"/>
                <a:gd name="csY2" fmla="*/ 1214814 h 1640282"/>
                <a:gd name="csX3" fmla="*/ 173024 w 4581661"/>
                <a:gd name="csY3" fmla="*/ 1640282 h 1640282"/>
                <a:gd name="csX4" fmla="*/ 4581661 w 4581661"/>
                <a:gd name="csY4" fmla="*/ 531782 h 16402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81661" h="1640282">
                  <a:moveTo>
                    <a:pt x="4581661" y="531782"/>
                  </a:moveTo>
                  <a:cubicBezTo>
                    <a:pt x="3975989" y="105435"/>
                    <a:pt x="2940290" y="3370"/>
                    <a:pt x="2680047" y="0"/>
                  </a:cubicBezTo>
                  <a:cubicBezTo>
                    <a:pt x="1198606" y="4052"/>
                    <a:pt x="0" y="546220"/>
                    <a:pt x="0" y="1214814"/>
                  </a:cubicBezTo>
                  <a:cubicBezTo>
                    <a:pt x="0" y="1364741"/>
                    <a:pt x="63212" y="1507779"/>
                    <a:pt x="173024" y="1640282"/>
                  </a:cubicBezTo>
                  <a:lnTo>
                    <a:pt x="4581661" y="531782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6">
              <a:extLst>
                <a:ext uri="{FF2B5EF4-FFF2-40B4-BE49-F238E27FC236}">
                  <a16:creationId xmlns:a16="http://schemas.microsoft.com/office/drawing/2014/main" id="{00356B88-0982-0A4F-FDE6-1D2CD102B686}"/>
                </a:ext>
              </a:extLst>
            </p:cNvPr>
            <p:cNvSpPr/>
            <p:nvPr/>
          </p:nvSpPr>
          <p:spPr>
            <a:xfrm>
              <a:off x="5516214" y="3185470"/>
              <a:ext cx="2600227" cy="1917849"/>
            </a:xfrm>
            <a:custGeom>
              <a:avLst/>
              <a:gdLst>
                <a:gd name="connsiteX0" fmla="*/ 2635474 w 2635473"/>
                <a:gd name="connsiteY0" fmla="*/ 351315 h 1917849"/>
                <a:gd name="connsiteX1" fmla="*/ 2635474 w 2635473"/>
                <a:gd name="connsiteY1" fmla="*/ 853368 h 1917849"/>
                <a:gd name="connsiteX2" fmla="*/ 1239937 w 2635473"/>
                <a:gd name="connsiteY2" fmla="*/ 1917849 h 1917849"/>
                <a:gd name="connsiteX3" fmla="*/ 0 w 2635473"/>
                <a:gd name="connsiteY3" fmla="*/ 649548 h 1917849"/>
                <a:gd name="connsiteX4" fmla="*/ 1857069 w 2635473"/>
                <a:gd name="connsiteY4" fmla="*/ 0 h 1917849"/>
                <a:gd name="connsiteX5" fmla="*/ 2492841 w 2635473"/>
                <a:gd name="connsiteY5" fmla="*/ 462747 h 1917849"/>
                <a:gd name="connsiteX6" fmla="*/ 2635474 w 2635473"/>
                <a:gd name="connsiteY6" fmla="*/ 351315 h 1917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35473" h="1917849">
                  <a:moveTo>
                    <a:pt x="2635474" y="351315"/>
                  </a:moveTo>
                  <a:lnTo>
                    <a:pt x="2635474" y="853368"/>
                  </a:lnTo>
                  <a:cubicBezTo>
                    <a:pt x="2635474" y="1311658"/>
                    <a:pt x="2071829" y="1710788"/>
                    <a:pt x="1239937" y="1917849"/>
                  </a:cubicBezTo>
                  <a:lnTo>
                    <a:pt x="0" y="649548"/>
                  </a:lnTo>
                  <a:lnTo>
                    <a:pt x="1857069" y="0"/>
                  </a:lnTo>
                  <a:cubicBezTo>
                    <a:pt x="2140310" y="129261"/>
                    <a:pt x="2359932" y="286887"/>
                    <a:pt x="2492841" y="462747"/>
                  </a:cubicBezTo>
                  <a:lnTo>
                    <a:pt x="2635474" y="351315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3">
                    <a:lumMod val="80000"/>
                    <a:lumOff val="20000"/>
                  </a:schemeClr>
                </a:gs>
                <a:gs pos="75000">
                  <a:schemeClr val="accent3">
                    <a:lumMod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3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17">
              <a:extLst>
                <a:ext uri="{FF2B5EF4-FFF2-40B4-BE49-F238E27FC236}">
                  <a16:creationId xmlns:a16="http://schemas.microsoft.com/office/drawing/2014/main" id="{AB60B134-02D5-3DD4-EE01-40F0F25C4CC6}"/>
                </a:ext>
              </a:extLst>
            </p:cNvPr>
            <p:cNvSpPr/>
            <p:nvPr/>
          </p:nvSpPr>
          <p:spPr>
            <a:xfrm>
              <a:off x="5480967" y="2701423"/>
              <a:ext cx="2635474" cy="1924156"/>
            </a:xfrm>
            <a:custGeom>
              <a:avLst/>
              <a:gdLst>
                <a:gd name="connsiteX0" fmla="*/ 0 w 2635473"/>
                <a:gd name="connsiteY0" fmla="*/ 649954 h 1918254"/>
                <a:gd name="connsiteX1" fmla="*/ 1239937 w 2635473"/>
                <a:gd name="connsiteY1" fmla="*/ 1918255 h 1918254"/>
                <a:gd name="connsiteX2" fmla="*/ 2635474 w 2635473"/>
                <a:gd name="connsiteY2" fmla="*/ 853773 h 1918254"/>
                <a:gd name="connsiteX3" fmla="*/ 1857069 w 2635473"/>
                <a:gd name="connsiteY3" fmla="*/ 0 h 1918254"/>
                <a:gd name="connsiteX4" fmla="*/ 0 w 2635473"/>
                <a:gd name="connsiteY4" fmla="*/ 649954 h 1918254"/>
                <a:gd name="csX0" fmla="*/ 0 w 2684821"/>
                <a:gd name="csY0" fmla="*/ 600607 h 1918255"/>
                <a:gd name="csX1" fmla="*/ 1289284 w 2684821"/>
                <a:gd name="csY1" fmla="*/ 1918255 h 1918255"/>
                <a:gd name="csX2" fmla="*/ 2684821 w 2684821"/>
                <a:gd name="csY2" fmla="*/ 853773 h 1918255"/>
                <a:gd name="csX3" fmla="*/ 1906416 w 2684821"/>
                <a:gd name="csY3" fmla="*/ 0 h 1918255"/>
                <a:gd name="csX4" fmla="*/ 0 w 2684821"/>
                <a:gd name="csY4" fmla="*/ 600607 h 1918255"/>
                <a:gd name="csX0" fmla="*/ 0 w 2691871"/>
                <a:gd name="csY0" fmla="*/ 565359 h 1918255"/>
                <a:gd name="csX1" fmla="*/ 1296334 w 2691871"/>
                <a:gd name="csY1" fmla="*/ 1918255 h 1918255"/>
                <a:gd name="csX2" fmla="*/ 2691871 w 2691871"/>
                <a:gd name="csY2" fmla="*/ 853773 h 1918255"/>
                <a:gd name="csX3" fmla="*/ 1913466 w 2691871"/>
                <a:gd name="csY3" fmla="*/ 0 h 1918255"/>
                <a:gd name="csX4" fmla="*/ 0 w 2691871"/>
                <a:gd name="csY4" fmla="*/ 565359 h 1918255"/>
                <a:gd name="csX0" fmla="*/ 0 w 2670722"/>
                <a:gd name="csY0" fmla="*/ 565359 h 1918255"/>
                <a:gd name="csX1" fmla="*/ 1275185 w 2670722"/>
                <a:gd name="csY1" fmla="*/ 1918255 h 1918255"/>
                <a:gd name="csX2" fmla="*/ 2670722 w 2670722"/>
                <a:gd name="csY2" fmla="*/ 853773 h 1918255"/>
                <a:gd name="csX3" fmla="*/ 1892317 w 2670722"/>
                <a:gd name="csY3" fmla="*/ 0 h 1918255"/>
                <a:gd name="csX4" fmla="*/ 0 w 2670722"/>
                <a:gd name="csY4" fmla="*/ 565359 h 1918255"/>
                <a:gd name="csX0" fmla="*/ 0 w 2670722"/>
                <a:gd name="csY0" fmla="*/ 571261 h 1924157"/>
                <a:gd name="csX1" fmla="*/ 1275185 w 2670722"/>
                <a:gd name="csY1" fmla="*/ 1924157 h 1924157"/>
                <a:gd name="csX2" fmla="*/ 2670722 w 2670722"/>
                <a:gd name="csY2" fmla="*/ 859675 h 1924157"/>
                <a:gd name="csX3" fmla="*/ 1922221 w 2670722"/>
                <a:gd name="csY3" fmla="*/ 0 h 1924157"/>
                <a:gd name="csX4" fmla="*/ 0 w 2670722"/>
                <a:gd name="csY4" fmla="*/ 571261 h 1924157"/>
                <a:gd name="csX0" fmla="*/ 0 w 2670722"/>
                <a:gd name="csY0" fmla="*/ 571261 h 1924157"/>
                <a:gd name="csX1" fmla="*/ 1275185 w 2670722"/>
                <a:gd name="csY1" fmla="*/ 1924157 h 1924157"/>
                <a:gd name="csX2" fmla="*/ 2670722 w 2670722"/>
                <a:gd name="csY2" fmla="*/ 859675 h 1924157"/>
                <a:gd name="csX3" fmla="*/ 1922221 w 2670722"/>
                <a:gd name="csY3" fmla="*/ 0 h 1924157"/>
                <a:gd name="csX4" fmla="*/ 0 w 2670722"/>
                <a:gd name="csY4" fmla="*/ 571261 h 1924157"/>
                <a:gd name="csX0" fmla="*/ 0 w 2670722"/>
                <a:gd name="csY0" fmla="*/ 571261 h 1924157"/>
                <a:gd name="csX1" fmla="*/ 1275185 w 2670722"/>
                <a:gd name="csY1" fmla="*/ 1924157 h 1924157"/>
                <a:gd name="csX2" fmla="*/ 2670722 w 2670722"/>
                <a:gd name="csY2" fmla="*/ 859675 h 1924157"/>
                <a:gd name="csX3" fmla="*/ 1922221 w 2670722"/>
                <a:gd name="csY3" fmla="*/ 0 h 1924157"/>
                <a:gd name="csX4" fmla="*/ 0 w 2670722"/>
                <a:gd name="csY4" fmla="*/ 571261 h 19241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70722" h="1924157">
                  <a:moveTo>
                    <a:pt x="0" y="571261"/>
                  </a:moveTo>
                  <a:lnTo>
                    <a:pt x="1275185" y="1924157"/>
                  </a:lnTo>
                  <a:cubicBezTo>
                    <a:pt x="2106672" y="1717095"/>
                    <a:pt x="2670722" y="1318371"/>
                    <a:pt x="2670722" y="859675"/>
                  </a:cubicBezTo>
                  <a:cubicBezTo>
                    <a:pt x="2646798" y="556510"/>
                    <a:pt x="2397222" y="237330"/>
                    <a:pt x="1922221" y="0"/>
                  </a:cubicBezTo>
                  <a:lnTo>
                    <a:pt x="0" y="571261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3">
                    <a:lumMod val="60000"/>
                    <a:lumOff val="40000"/>
                  </a:schemeClr>
                </a:gs>
                <a:gs pos="75000">
                  <a:schemeClr val="accent3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3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71">
              <a:extLst>
                <a:ext uri="{FF2B5EF4-FFF2-40B4-BE49-F238E27FC236}">
                  <a16:creationId xmlns:a16="http://schemas.microsoft.com/office/drawing/2014/main" id="{6A2BEC97-F334-80C4-FE71-6EA63EA3B36E}"/>
                </a:ext>
              </a:extLst>
            </p:cNvPr>
            <p:cNvSpPr/>
            <p:nvPr/>
          </p:nvSpPr>
          <p:spPr>
            <a:xfrm>
              <a:off x="5488904" y="3283213"/>
              <a:ext cx="1267247" cy="1819701"/>
            </a:xfrm>
            <a:custGeom>
              <a:avLst/>
              <a:gdLst>
                <a:gd name="connsiteX0" fmla="*/ 0 w 1260197"/>
                <a:gd name="connsiteY0" fmla="*/ 0 h 1770353"/>
                <a:gd name="connsiteX1" fmla="*/ 20260 w 1260197"/>
                <a:gd name="connsiteY1" fmla="*/ 502053 h 1770353"/>
                <a:gd name="connsiteX2" fmla="*/ 1260197 w 1260197"/>
                <a:gd name="connsiteY2" fmla="*/ 1770354 h 1770353"/>
                <a:gd name="connsiteX3" fmla="*/ 1260197 w 1260197"/>
                <a:gd name="connsiteY3" fmla="*/ 1293424 h 1770353"/>
                <a:gd name="csX0" fmla="*/ 0 w 1260197"/>
                <a:gd name="csY0" fmla="*/ 0 h 1791503"/>
                <a:gd name="csX1" fmla="*/ 20260 w 1260197"/>
                <a:gd name="csY1" fmla="*/ 523202 h 1791503"/>
                <a:gd name="csX2" fmla="*/ 1260197 w 1260197"/>
                <a:gd name="csY2" fmla="*/ 1791503 h 1791503"/>
                <a:gd name="csX3" fmla="*/ 1260197 w 1260197"/>
                <a:gd name="csY3" fmla="*/ 1314573 h 1791503"/>
                <a:gd name="csX4" fmla="*/ 0 w 1260197"/>
                <a:gd name="csY4" fmla="*/ 0 h 1791503"/>
                <a:gd name="csX0" fmla="*/ 0 w 1267247"/>
                <a:gd name="csY0" fmla="*/ 0 h 1819701"/>
                <a:gd name="csX1" fmla="*/ 27310 w 1267247"/>
                <a:gd name="csY1" fmla="*/ 551400 h 1819701"/>
                <a:gd name="csX2" fmla="*/ 1267247 w 1267247"/>
                <a:gd name="csY2" fmla="*/ 1819701 h 1819701"/>
                <a:gd name="csX3" fmla="*/ 1267247 w 1267247"/>
                <a:gd name="csY3" fmla="*/ 1342771 h 1819701"/>
                <a:gd name="csX4" fmla="*/ 0 w 1267247"/>
                <a:gd name="csY4" fmla="*/ 0 h 18197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67247" h="1819701">
                  <a:moveTo>
                    <a:pt x="0" y="0"/>
                  </a:moveTo>
                  <a:lnTo>
                    <a:pt x="27310" y="551400"/>
                  </a:lnTo>
                  <a:lnTo>
                    <a:pt x="1267247" y="1819701"/>
                  </a:lnTo>
                  <a:lnTo>
                    <a:pt x="1267247" y="1342771"/>
                  </a:lnTo>
                  <a:cubicBezTo>
                    <a:pt x="847181" y="911630"/>
                    <a:pt x="420066" y="431141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15000">
                  <a:schemeClr val="accent3">
                    <a:lumMod val="70000"/>
                    <a:lumOff val="30000"/>
                  </a:schemeClr>
                </a:gs>
                <a:gs pos="75000">
                  <a:schemeClr val="accent3">
                    <a:lumMod val="9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3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72">
              <a:extLst>
                <a:ext uri="{FF2B5EF4-FFF2-40B4-BE49-F238E27FC236}">
                  <a16:creationId xmlns:a16="http://schemas.microsoft.com/office/drawing/2014/main" id="{CD61840A-C758-9D2F-EB2E-C70AD85EFBD4}"/>
                </a:ext>
              </a:extLst>
            </p:cNvPr>
            <p:cNvSpPr/>
            <p:nvPr/>
          </p:nvSpPr>
          <p:spPr>
            <a:xfrm>
              <a:off x="2971508" y="3834613"/>
              <a:ext cx="3785050" cy="1411339"/>
            </a:xfrm>
            <a:custGeom>
              <a:avLst/>
              <a:gdLst>
                <a:gd name="connsiteX0" fmla="*/ 3784644 w 3785049"/>
                <a:gd name="connsiteY0" fmla="*/ 1030039 h 1411339"/>
                <a:gd name="connsiteX1" fmla="*/ 3551245 w 3785049"/>
                <a:gd name="connsiteY1" fmla="*/ 1030039 h 1411339"/>
                <a:gd name="connsiteX2" fmla="*/ 2544707 w 3785049"/>
                <a:gd name="connsiteY2" fmla="*/ 0 h 1411339"/>
                <a:gd name="connsiteX3" fmla="*/ 898752 w 3785049"/>
                <a:gd name="connsiteY3" fmla="*/ 411286 h 1411339"/>
                <a:gd name="connsiteX4" fmla="*/ 0 w 3785049"/>
                <a:gd name="connsiteY4" fmla="*/ 411286 h 1411339"/>
                <a:gd name="connsiteX5" fmla="*/ 0 w 3785049"/>
                <a:gd name="connsiteY5" fmla="*/ 635771 h 1411339"/>
                <a:gd name="connsiteX6" fmla="*/ 2511886 w 3785049"/>
                <a:gd name="connsiteY6" fmla="*/ 1411339 h 1411339"/>
                <a:gd name="connsiteX7" fmla="*/ 3780187 w 3785049"/>
                <a:gd name="connsiteY7" fmla="*/ 1268301 h 1411339"/>
                <a:gd name="connsiteX8" fmla="*/ 3785050 w 3785049"/>
                <a:gd name="connsiteY8" fmla="*/ 1268301 h 1411339"/>
                <a:gd name="connsiteX9" fmla="*/ 3785050 w 3785049"/>
                <a:gd name="connsiteY9" fmla="*/ 1030039 h 1411339"/>
                <a:gd name="csX0" fmla="*/ 3777068 w 3785050"/>
                <a:gd name="csY0" fmla="*/ 999736 h 1411339"/>
                <a:gd name="csX1" fmla="*/ 3551245 w 3785050"/>
                <a:gd name="csY1" fmla="*/ 1030039 h 1411339"/>
                <a:gd name="csX2" fmla="*/ 2544707 w 3785050"/>
                <a:gd name="csY2" fmla="*/ 0 h 1411339"/>
                <a:gd name="csX3" fmla="*/ 898752 w 3785050"/>
                <a:gd name="csY3" fmla="*/ 411286 h 1411339"/>
                <a:gd name="csX4" fmla="*/ 0 w 3785050"/>
                <a:gd name="csY4" fmla="*/ 411286 h 1411339"/>
                <a:gd name="csX5" fmla="*/ 0 w 3785050"/>
                <a:gd name="csY5" fmla="*/ 635771 h 1411339"/>
                <a:gd name="csX6" fmla="*/ 2511886 w 3785050"/>
                <a:gd name="csY6" fmla="*/ 1411339 h 1411339"/>
                <a:gd name="csX7" fmla="*/ 3780187 w 3785050"/>
                <a:gd name="csY7" fmla="*/ 1268301 h 1411339"/>
                <a:gd name="csX8" fmla="*/ 3785050 w 3785050"/>
                <a:gd name="csY8" fmla="*/ 1268301 h 1411339"/>
                <a:gd name="csX9" fmla="*/ 3785050 w 3785050"/>
                <a:gd name="csY9" fmla="*/ 1030039 h 1411339"/>
                <a:gd name="csX10" fmla="*/ 3777068 w 3785050"/>
                <a:gd name="csY10" fmla="*/ 999736 h 1411339"/>
                <a:gd name="csX0" fmla="*/ 3777068 w 3785050"/>
                <a:gd name="csY0" fmla="*/ 999736 h 1411339"/>
                <a:gd name="csX1" fmla="*/ 3551245 w 3785050"/>
                <a:gd name="csY1" fmla="*/ 1030039 h 1411339"/>
                <a:gd name="csX2" fmla="*/ 2544707 w 3785050"/>
                <a:gd name="csY2" fmla="*/ 0 h 1411339"/>
                <a:gd name="csX3" fmla="*/ 898752 w 3785050"/>
                <a:gd name="csY3" fmla="*/ 411286 h 1411339"/>
                <a:gd name="csX4" fmla="*/ 0 w 3785050"/>
                <a:gd name="csY4" fmla="*/ 358256 h 1411339"/>
                <a:gd name="csX5" fmla="*/ 0 w 3785050"/>
                <a:gd name="csY5" fmla="*/ 635771 h 1411339"/>
                <a:gd name="csX6" fmla="*/ 2511886 w 3785050"/>
                <a:gd name="csY6" fmla="*/ 1411339 h 1411339"/>
                <a:gd name="csX7" fmla="*/ 3780187 w 3785050"/>
                <a:gd name="csY7" fmla="*/ 1268301 h 1411339"/>
                <a:gd name="csX8" fmla="*/ 3785050 w 3785050"/>
                <a:gd name="csY8" fmla="*/ 1268301 h 1411339"/>
                <a:gd name="csX9" fmla="*/ 3785050 w 3785050"/>
                <a:gd name="csY9" fmla="*/ 1030039 h 1411339"/>
                <a:gd name="csX10" fmla="*/ 3777068 w 3785050"/>
                <a:gd name="csY10" fmla="*/ 999736 h 14113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85050" h="1411339">
                  <a:moveTo>
                    <a:pt x="3777068" y="999736"/>
                  </a:moveTo>
                  <a:lnTo>
                    <a:pt x="3551245" y="1030039"/>
                  </a:lnTo>
                  <a:lnTo>
                    <a:pt x="2544707" y="0"/>
                  </a:lnTo>
                  <a:lnTo>
                    <a:pt x="898752" y="411286"/>
                  </a:lnTo>
                  <a:lnTo>
                    <a:pt x="0" y="358256"/>
                  </a:lnTo>
                  <a:lnTo>
                    <a:pt x="0" y="635771"/>
                  </a:lnTo>
                  <a:cubicBezTo>
                    <a:pt x="391431" y="1089199"/>
                    <a:pt x="1367173" y="1411339"/>
                    <a:pt x="2511886" y="1411339"/>
                  </a:cubicBezTo>
                  <a:cubicBezTo>
                    <a:pt x="2970581" y="1411339"/>
                    <a:pt x="3402128" y="1359473"/>
                    <a:pt x="3780187" y="1268301"/>
                  </a:cubicBezTo>
                  <a:lnTo>
                    <a:pt x="3785050" y="1268301"/>
                  </a:lnTo>
                  <a:lnTo>
                    <a:pt x="3785050" y="1030039"/>
                  </a:lnTo>
                  <a:cubicBezTo>
                    <a:pt x="3784915" y="1030039"/>
                    <a:pt x="3777203" y="999736"/>
                    <a:pt x="3777068" y="999736"/>
                  </a:cubicBezTo>
                  <a:close/>
                </a:path>
              </a:pathLst>
            </a:custGeom>
            <a:gradFill flip="none" rotWithShape="1">
              <a:gsLst>
                <a:gs pos="15000">
                  <a:schemeClr val="accent5">
                    <a:lumMod val="80000"/>
                    <a:lumOff val="20000"/>
                  </a:schemeClr>
                </a:gs>
                <a:gs pos="75000">
                  <a:schemeClr val="accent5">
                    <a:lumMod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5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73">
              <a:extLst>
                <a:ext uri="{FF2B5EF4-FFF2-40B4-BE49-F238E27FC236}">
                  <a16:creationId xmlns:a16="http://schemas.microsoft.com/office/drawing/2014/main" id="{0C658B3D-F17C-51A5-2A7C-55C0C3498DC8}"/>
                </a:ext>
              </a:extLst>
            </p:cNvPr>
            <p:cNvSpPr/>
            <p:nvPr/>
          </p:nvSpPr>
          <p:spPr>
            <a:xfrm>
              <a:off x="2971507" y="3521334"/>
              <a:ext cx="3783428" cy="1459209"/>
            </a:xfrm>
            <a:custGeom>
              <a:avLst/>
              <a:gdLst>
                <a:gd name="connsiteX0" fmla="*/ 2544707 w 3783428"/>
                <a:gd name="connsiteY0" fmla="*/ 0 h 1411339"/>
                <a:gd name="connsiteX1" fmla="*/ 0 w 3783428"/>
                <a:gd name="connsiteY1" fmla="*/ 635771 h 1411339"/>
                <a:gd name="connsiteX2" fmla="*/ 2511886 w 3783428"/>
                <a:gd name="connsiteY2" fmla="*/ 1411340 h 1411339"/>
                <a:gd name="connsiteX3" fmla="*/ 3783429 w 3783428"/>
                <a:gd name="connsiteY3" fmla="*/ 1267491 h 1411339"/>
                <a:gd name="connsiteX4" fmla="*/ 2544707 w 3783428"/>
                <a:gd name="connsiteY4" fmla="*/ 0 h 1411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3428" h="1411339">
                  <a:moveTo>
                    <a:pt x="2544707" y="0"/>
                  </a:moveTo>
                  <a:lnTo>
                    <a:pt x="0" y="635771"/>
                  </a:lnTo>
                  <a:cubicBezTo>
                    <a:pt x="391026" y="1089199"/>
                    <a:pt x="1367173" y="1411340"/>
                    <a:pt x="2511886" y="1411340"/>
                  </a:cubicBezTo>
                  <a:cubicBezTo>
                    <a:pt x="2971797" y="1411340"/>
                    <a:pt x="3404559" y="1359068"/>
                    <a:pt x="3783429" y="1267491"/>
                  </a:cubicBezTo>
                  <a:lnTo>
                    <a:pt x="2544707" y="0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5">
                    <a:lumMod val="60000"/>
                    <a:lumOff val="40000"/>
                  </a:schemeClr>
                </a:gs>
                <a:gs pos="75000">
                  <a:schemeClr val="accent5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5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3" name="TextBox 75">
            <a:extLst>
              <a:ext uri="{FF2B5EF4-FFF2-40B4-BE49-F238E27FC236}">
                <a16:creationId xmlns:a16="http://schemas.microsoft.com/office/drawing/2014/main" id="{5A8C4EF9-179E-562B-33B8-4FCCF45A3153}"/>
              </a:ext>
            </a:extLst>
          </p:cNvPr>
          <p:cNvSpPr txBox="1"/>
          <p:nvPr/>
        </p:nvSpPr>
        <p:spPr>
          <a:xfrm>
            <a:off x="4575443" y="2601248"/>
            <a:ext cx="194138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isometricOffAxis1Right">
                <a:rot lat="1080000" lon="20039998" rev="300000"/>
              </a:camera>
              <a:lightRig rig="threePt" dir="t"/>
            </a:scene3d>
          </a:bodyPr>
          <a:lstStyle/>
          <a:p>
            <a:pPr algn="ctr"/>
            <a:r>
              <a:rPr lang="en-US" altLang="zh-TW" sz="4000" b="1" spc="-100" dirty="0">
                <a:ln w="6350">
                  <a:solidFill>
                    <a:schemeClr val="accent1"/>
                  </a:solidFill>
                </a:ln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lt"/>
              </a:rPr>
              <a:t>51.4</a:t>
            </a:r>
            <a:r>
              <a:rPr lang="en-US" sz="4000" b="1" spc="-100" dirty="0">
                <a:ln w="6350">
                  <a:solidFill>
                    <a:schemeClr val="accent1"/>
                  </a:solidFill>
                </a:ln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lt"/>
              </a:rPr>
              <a:t>%</a:t>
            </a:r>
          </a:p>
        </p:txBody>
      </p:sp>
      <p:sp>
        <p:nvSpPr>
          <p:cNvPr id="54" name="TextBox 75">
            <a:extLst>
              <a:ext uri="{FF2B5EF4-FFF2-40B4-BE49-F238E27FC236}">
                <a16:creationId xmlns:a16="http://schemas.microsoft.com/office/drawing/2014/main" id="{EB9838C5-3292-EB2D-A5C9-B71AD8C57B5B}"/>
              </a:ext>
            </a:extLst>
          </p:cNvPr>
          <p:cNvSpPr txBox="1"/>
          <p:nvPr/>
        </p:nvSpPr>
        <p:spPr>
          <a:xfrm>
            <a:off x="4519458" y="4570923"/>
            <a:ext cx="194138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isometricOffAxis1Right">
                <a:rot lat="1080000" lon="20039998" rev="300000"/>
              </a:camera>
              <a:lightRig rig="threePt" dir="t"/>
            </a:scene3d>
          </a:bodyPr>
          <a:lstStyle/>
          <a:p>
            <a:pPr algn="ctr"/>
            <a:r>
              <a:rPr lang="en-US" sz="3200" b="1" spc="-100" dirty="0">
                <a:ln w="6350">
                  <a:solidFill>
                    <a:schemeClr val="accent1"/>
                  </a:solidFill>
                </a:ln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lt"/>
              </a:rPr>
              <a:t>23.9%</a:t>
            </a:r>
          </a:p>
        </p:txBody>
      </p:sp>
      <p:sp>
        <p:nvSpPr>
          <p:cNvPr id="55" name="TextBox 75">
            <a:extLst>
              <a:ext uri="{FF2B5EF4-FFF2-40B4-BE49-F238E27FC236}">
                <a16:creationId xmlns:a16="http://schemas.microsoft.com/office/drawing/2014/main" id="{D1305601-339D-DAB8-1B44-F133996820AF}"/>
              </a:ext>
            </a:extLst>
          </p:cNvPr>
          <p:cNvSpPr txBox="1"/>
          <p:nvPr/>
        </p:nvSpPr>
        <p:spPr>
          <a:xfrm>
            <a:off x="6504951" y="3861798"/>
            <a:ext cx="194138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isometricOffAxis1Right">
                <a:rot lat="1080000" lon="20039998" rev="300000"/>
              </a:camera>
              <a:lightRig rig="threePt" dir="t"/>
            </a:scene3d>
          </a:bodyPr>
          <a:lstStyle/>
          <a:p>
            <a:pPr algn="ctr"/>
            <a:r>
              <a:rPr lang="en-US" sz="3200" b="1" spc="-100" dirty="0">
                <a:ln w="6350">
                  <a:solidFill>
                    <a:schemeClr val="tx2"/>
                  </a:solidFill>
                </a:ln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lt"/>
              </a:rPr>
              <a:t>24.7%</a:t>
            </a:r>
          </a:p>
        </p:txBody>
      </p:sp>
      <p:grpSp>
        <p:nvGrpSpPr>
          <p:cNvPr id="56" name="Group 52">
            <a:extLst>
              <a:ext uri="{FF2B5EF4-FFF2-40B4-BE49-F238E27FC236}">
                <a16:creationId xmlns:a16="http://schemas.microsoft.com/office/drawing/2014/main" id="{C72CD67C-AE0C-9F91-2A98-3C4550FCA372}"/>
              </a:ext>
            </a:extLst>
          </p:cNvPr>
          <p:cNvGrpSpPr/>
          <p:nvPr/>
        </p:nvGrpSpPr>
        <p:grpSpPr>
          <a:xfrm>
            <a:off x="7523865" y="2319228"/>
            <a:ext cx="677743" cy="276999"/>
            <a:chOff x="5212074" y="2149193"/>
            <a:chExt cx="481242" cy="226171"/>
          </a:xfrm>
        </p:grpSpPr>
        <p:cxnSp>
          <p:nvCxnSpPr>
            <p:cNvPr id="57" name="Straight Arrow Connector 53">
              <a:extLst>
                <a:ext uri="{FF2B5EF4-FFF2-40B4-BE49-F238E27FC236}">
                  <a16:creationId xmlns:a16="http://schemas.microsoft.com/office/drawing/2014/main" id="{751BE7B4-D1A9-FA2F-3947-153FF97DBA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4">
              <a:extLst>
                <a:ext uri="{FF2B5EF4-FFF2-40B4-BE49-F238E27FC236}">
                  <a16:creationId xmlns:a16="http://schemas.microsoft.com/office/drawing/2014/main" id="{BE5300CF-39C0-BF38-D30A-66CDC03D46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255070" cy="0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8">
            <a:extLst>
              <a:ext uri="{FF2B5EF4-FFF2-40B4-BE49-F238E27FC236}">
                <a16:creationId xmlns:a16="http://schemas.microsoft.com/office/drawing/2014/main" id="{3B8B7BAD-D094-AC67-3FFF-1FAE6A2DBA3C}"/>
              </a:ext>
            </a:extLst>
          </p:cNvPr>
          <p:cNvSpPr txBox="1"/>
          <p:nvPr/>
        </p:nvSpPr>
        <p:spPr>
          <a:xfrm>
            <a:off x="8457845" y="2182213"/>
            <a:ext cx="2132400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en-US" spc="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rPr>
              <a:t>實體儲物櫃</a:t>
            </a:r>
            <a:endParaRPr lang="en-US" spc="50" dirty="0">
              <a:solidFill>
                <a:schemeClr val="tx2"/>
              </a:solidFill>
              <a:latin typeface="Noto Sans TC Medium" panose="020B0200000000000000" pitchFamily="34" charset="-120"/>
              <a:ea typeface="Noto Sans TC Medium" panose="020B0200000000000000" pitchFamily="34" charset="-120"/>
              <a:cs typeface="Noto Sans T Chinese"/>
              <a:sym typeface="Noto Sans T Chinese"/>
            </a:endParaRPr>
          </a:p>
        </p:txBody>
      </p:sp>
      <p:grpSp>
        <p:nvGrpSpPr>
          <p:cNvPr id="60" name="Group 52">
            <a:extLst>
              <a:ext uri="{FF2B5EF4-FFF2-40B4-BE49-F238E27FC236}">
                <a16:creationId xmlns:a16="http://schemas.microsoft.com/office/drawing/2014/main" id="{42B25784-6790-1852-5DA4-69A7C87866F0}"/>
              </a:ext>
            </a:extLst>
          </p:cNvPr>
          <p:cNvGrpSpPr/>
          <p:nvPr/>
        </p:nvGrpSpPr>
        <p:grpSpPr>
          <a:xfrm>
            <a:off x="8662100" y="3721814"/>
            <a:ext cx="677743" cy="265487"/>
            <a:chOff x="5212074" y="2149193"/>
            <a:chExt cx="481242" cy="226171"/>
          </a:xfrm>
        </p:grpSpPr>
        <p:cxnSp>
          <p:nvCxnSpPr>
            <p:cNvPr id="61" name="Straight Arrow Connector 53">
              <a:extLst>
                <a:ext uri="{FF2B5EF4-FFF2-40B4-BE49-F238E27FC236}">
                  <a16:creationId xmlns:a16="http://schemas.microsoft.com/office/drawing/2014/main" id="{5342A5A7-D82A-AD54-2EE3-8043950682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54">
              <a:extLst>
                <a:ext uri="{FF2B5EF4-FFF2-40B4-BE49-F238E27FC236}">
                  <a16:creationId xmlns:a16="http://schemas.microsoft.com/office/drawing/2014/main" id="{52814250-F79D-76E9-FBE5-5122F7E9B7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255070" cy="0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8">
            <a:extLst>
              <a:ext uri="{FF2B5EF4-FFF2-40B4-BE49-F238E27FC236}">
                <a16:creationId xmlns:a16="http://schemas.microsoft.com/office/drawing/2014/main" id="{B82BBCE0-081F-3A47-8C34-17FAFB1C117D}"/>
              </a:ext>
            </a:extLst>
          </p:cNvPr>
          <p:cNvSpPr txBox="1"/>
          <p:nvPr/>
        </p:nvSpPr>
        <p:spPr>
          <a:xfrm>
            <a:off x="9614742" y="3592110"/>
            <a:ext cx="2132400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en-US" spc="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rPr>
              <a:t>現狀即可</a:t>
            </a:r>
            <a:endParaRPr lang="en-US" spc="50" dirty="0">
              <a:solidFill>
                <a:schemeClr val="tx2"/>
              </a:solidFill>
              <a:latin typeface="Noto Sans TC Medium" panose="020B0200000000000000" pitchFamily="34" charset="-120"/>
              <a:ea typeface="Noto Sans TC Medium" panose="020B0200000000000000" pitchFamily="34" charset="-120"/>
              <a:cs typeface="Noto Sans T Chinese"/>
              <a:sym typeface="Noto Sans T Chinese"/>
            </a:endParaRPr>
          </a:p>
        </p:txBody>
      </p:sp>
      <p:grpSp>
        <p:nvGrpSpPr>
          <p:cNvPr id="64" name="Group 27">
            <a:extLst>
              <a:ext uri="{FF2B5EF4-FFF2-40B4-BE49-F238E27FC236}">
                <a16:creationId xmlns:a16="http://schemas.microsoft.com/office/drawing/2014/main" id="{403D518D-6EFC-E713-18D9-C872CFA5FC4C}"/>
              </a:ext>
            </a:extLst>
          </p:cNvPr>
          <p:cNvGrpSpPr/>
          <p:nvPr/>
        </p:nvGrpSpPr>
        <p:grpSpPr>
          <a:xfrm flipH="1" flipV="1">
            <a:off x="3487888" y="5659943"/>
            <a:ext cx="703416" cy="208793"/>
            <a:chOff x="5212074" y="2149193"/>
            <a:chExt cx="593495" cy="226171"/>
          </a:xfrm>
        </p:grpSpPr>
        <p:cxnSp>
          <p:nvCxnSpPr>
            <p:cNvPr id="76" name="Straight Arrow Connector 28">
              <a:extLst>
                <a:ext uri="{FF2B5EF4-FFF2-40B4-BE49-F238E27FC236}">
                  <a16:creationId xmlns:a16="http://schemas.microsoft.com/office/drawing/2014/main" id="{28673D03-1FAE-FDC2-3DB0-F573AFA453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29">
              <a:extLst>
                <a:ext uri="{FF2B5EF4-FFF2-40B4-BE49-F238E27FC236}">
                  <a16:creationId xmlns:a16="http://schemas.microsoft.com/office/drawing/2014/main" id="{08C6887A-AD0F-D549-A66C-A4BE49DB1E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8">
            <a:extLst>
              <a:ext uri="{FF2B5EF4-FFF2-40B4-BE49-F238E27FC236}">
                <a16:creationId xmlns:a16="http://schemas.microsoft.com/office/drawing/2014/main" id="{CD6BA7B4-0C1D-D2EC-8033-7066188AFB5B}"/>
              </a:ext>
            </a:extLst>
          </p:cNvPr>
          <p:cNvSpPr txBox="1"/>
          <p:nvPr/>
        </p:nvSpPr>
        <p:spPr>
          <a:xfrm>
            <a:off x="1112307" y="5729746"/>
            <a:ext cx="2132400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spcBef>
                <a:spcPct val="0"/>
              </a:spcBef>
            </a:pPr>
            <a:r>
              <a:rPr lang="zh-TW" altLang="en-US" spc="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rPr>
              <a:t>到府收書</a:t>
            </a:r>
            <a:endParaRPr lang="en-US" spc="50" dirty="0">
              <a:solidFill>
                <a:schemeClr val="tx2"/>
              </a:solidFill>
              <a:latin typeface="Noto Sans TC Medium" panose="020B0200000000000000" pitchFamily="34" charset="-120"/>
              <a:ea typeface="Noto Sans TC Medium" panose="020B0200000000000000" pitchFamily="34" charset="-120"/>
              <a:cs typeface="Noto Sans T Chinese"/>
              <a:sym typeface="Noto Sans T Chinese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CBD5033-754B-3084-EB01-31D239A17277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7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56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0735DB-36B7-D8DB-C2BB-7555E2491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55C2727D-0F9A-D5D1-7E84-CE44BD57DFC3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CDAB1FE6-AE7B-2647-4C73-ABC5DD3107C9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競品分析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922479D-42BC-3C21-E748-C5E8D3281BDA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COMPETITIVE LANDSCAPE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59B3A64-3B31-B23B-BA1F-07D748317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737265"/>
              </p:ext>
            </p:extLst>
          </p:nvPr>
        </p:nvGraphicFramePr>
        <p:xfrm>
          <a:off x="758890" y="1719606"/>
          <a:ext cx="10674223" cy="4254472"/>
        </p:xfrm>
        <a:graphic>
          <a:graphicData uri="http://schemas.openxmlformats.org/drawingml/2006/table">
            <a:tbl>
              <a:tblPr/>
              <a:tblGrid>
                <a:gridCol w="2058956">
                  <a:extLst>
                    <a:ext uri="{9D8B030D-6E8A-4147-A177-3AD203B41FA5}">
                      <a16:colId xmlns:a16="http://schemas.microsoft.com/office/drawing/2014/main" val="1852204583"/>
                    </a:ext>
                  </a:extLst>
                </a:gridCol>
                <a:gridCol w="2155371">
                  <a:extLst>
                    <a:ext uri="{9D8B030D-6E8A-4147-A177-3AD203B41FA5}">
                      <a16:colId xmlns:a16="http://schemas.microsoft.com/office/drawing/2014/main" val="3247148965"/>
                    </a:ext>
                  </a:extLst>
                </a:gridCol>
                <a:gridCol w="1614974">
                  <a:extLst>
                    <a:ext uri="{9D8B030D-6E8A-4147-A177-3AD203B41FA5}">
                      <a16:colId xmlns:a16="http://schemas.microsoft.com/office/drawing/2014/main" val="3208921538"/>
                    </a:ext>
                  </a:extLst>
                </a:gridCol>
                <a:gridCol w="1614974">
                  <a:extLst>
                    <a:ext uri="{9D8B030D-6E8A-4147-A177-3AD203B41FA5}">
                      <a16:colId xmlns:a16="http://schemas.microsoft.com/office/drawing/2014/main" val="1395860551"/>
                    </a:ext>
                  </a:extLst>
                </a:gridCol>
                <a:gridCol w="1614974">
                  <a:extLst>
                    <a:ext uri="{9D8B030D-6E8A-4147-A177-3AD203B41FA5}">
                      <a16:colId xmlns:a16="http://schemas.microsoft.com/office/drawing/2014/main" val="2877387546"/>
                    </a:ext>
                  </a:extLst>
                </a:gridCol>
                <a:gridCol w="1614974">
                  <a:extLst>
                    <a:ext uri="{9D8B030D-6E8A-4147-A177-3AD203B41FA5}">
                      <a16:colId xmlns:a16="http://schemas.microsoft.com/office/drawing/2014/main" val="3072558823"/>
                    </a:ext>
                  </a:extLst>
                </a:gridCol>
              </a:tblGrid>
              <a:tr h="501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600" b="0" spc="50" baseline="0" dirty="0">
                          <a:solidFill>
                            <a:schemeClr val="bg1"/>
                          </a:solidFill>
                          <a:effectLst/>
                          <a:latin typeface="Noto Sans TC Medium" panose="020B0200000000000000" pitchFamily="34" charset="-120"/>
                          <a:ea typeface="Noto Sans TC Medium" panose="020B0200000000000000" pitchFamily="34" charset="-120"/>
                        </a:rPr>
                        <a:t>功能 </a:t>
                      </a:r>
                      <a:r>
                        <a:rPr lang="en-US" altLang="zh-TW" sz="1600" b="0" spc="50" baseline="0" dirty="0">
                          <a:solidFill>
                            <a:schemeClr val="bg1"/>
                          </a:solidFill>
                          <a:effectLst/>
                          <a:latin typeface="Noto Sans TC Medium" panose="020B0200000000000000" pitchFamily="34" charset="-120"/>
                          <a:ea typeface="Noto Sans TC Medium" panose="020B0200000000000000" pitchFamily="34" charset="-120"/>
                        </a:rPr>
                        <a:t>/ </a:t>
                      </a:r>
                      <a:r>
                        <a:rPr lang="zh-TW" altLang="en-US" sz="1600" b="0" spc="50" baseline="0" dirty="0">
                          <a:solidFill>
                            <a:schemeClr val="bg1"/>
                          </a:solidFill>
                          <a:effectLst/>
                          <a:latin typeface="Noto Sans TC Medium" panose="020B0200000000000000" pitchFamily="34" charset="-120"/>
                          <a:ea typeface="Noto Sans TC Medium" panose="020B0200000000000000" pitchFamily="34" charset="-120"/>
                        </a:rPr>
                        <a:t>平台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j-ea"/>
                        </a:rPr>
                        <a:t>SaveMyBook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0" spc="50" baseline="0" dirty="0">
                          <a:solidFill>
                            <a:schemeClr val="bg1"/>
                          </a:solidFill>
                          <a:effectLst/>
                          <a:latin typeface="Noto Sans TC Medium" panose="020B0200000000000000" pitchFamily="34" charset="-120"/>
                          <a:ea typeface="Noto Sans TC Medium" panose="020B0200000000000000" pitchFamily="34" charset="-120"/>
                        </a:rPr>
                        <a:t>蝦皮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0" spc="50" baseline="0" dirty="0">
                          <a:solidFill>
                            <a:schemeClr val="bg1"/>
                          </a:solidFill>
                          <a:effectLst/>
                          <a:latin typeface="Noto Sans TC Medium" panose="020B0200000000000000" pitchFamily="34" charset="-120"/>
                          <a:ea typeface="Noto Sans TC Medium" panose="020B0200000000000000" pitchFamily="34" charset="-120"/>
                        </a:rPr>
                        <a:t>旋轉拍賣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0" spc="50" baseline="0" dirty="0">
                          <a:solidFill>
                            <a:schemeClr val="bg1"/>
                          </a:solidFill>
                          <a:effectLst/>
                          <a:latin typeface="Noto Sans TC Medium" panose="020B0200000000000000" pitchFamily="34" charset="-120"/>
                          <a:ea typeface="Noto Sans TC Medium" panose="020B0200000000000000" pitchFamily="34" charset="-120"/>
                        </a:rPr>
                        <a:t>臉書社團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600" b="1" spc="5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Noto Sans TC Medium" panose="020B0200000000000000" pitchFamily="34" charset="-120"/>
                        </a:rPr>
                        <a:t>Dcard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362098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PT" sz="1400" b="0" spc="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ISBN </a:t>
                      </a:r>
                      <a:r>
                        <a:rPr lang="zh-TW" altLang="en-US" sz="1400" b="0" spc="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掃描上架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159597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0" spc="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即時聊天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Noto Sans TC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Noto Sans TC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Noto Sans TC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Noto Sans TC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718517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0" spc="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實體智取櫃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Noto Sans TC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094510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0" spc="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圖書精準分類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Noto Sans TC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757362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0" spc="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代幣化交易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503257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0" spc="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即時付款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Noto Sans TC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Noto Sans TC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724934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0" spc="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會員等級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Noto Sans TC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3115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0" spc="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個人化推薦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Noto Sans TC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510326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385E2DC1-C1B3-E4A3-C7CD-5FC912756C81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8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50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B2AF6-D315-6A04-E482-1924CF06D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D9B2753C-36B0-26B4-B702-C41E032E06A2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02BAAC2F-9F53-0893-92E6-0F7FDE1F1C04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系統目標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0BD91BF-1C4D-DD7A-B32F-C5E7B992D0BB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SYSTEM GOAL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990FA1EA-996C-01AF-A6D2-D8C2A33538CC}"/>
              </a:ext>
            </a:extLst>
          </p:cNvPr>
          <p:cNvSpPr txBox="1"/>
          <p:nvPr/>
        </p:nvSpPr>
        <p:spPr>
          <a:xfrm>
            <a:off x="936175" y="1685554"/>
            <a:ext cx="1530878" cy="1358849"/>
          </a:xfrm>
          <a:custGeom>
            <a:avLst/>
            <a:gdLst>
              <a:gd name="connsiteX0" fmla="*/ 147325 w 163535"/>
              <a:gd name="connsiteY0" fmla="*/ 10 h 145158"/>
              <a:gd name="connsiteX1" fmla="*/ 163535 w 163535"/>
              <a:gd name="connsiteY1" fmla="*/ 1292 h 145158"/>
              <a:gd name="connsiteX2" fmla="*/ 159601 w 163535"/>
              <a:gd name="connsiteY2" fmla="*/ 30515 h 145158"/>
              <a:gd name="connsiteX3" fmla="*/ 139089 w 163535"/>
              <a:gd name="connsiteY3" fmla="*/ 34870 h 145158"/>
              <a:gd name="connsiteX4" fmla="*/ 128833 w 163535"/>
              <a:gd name="connsiteY4" fmla="*/ 50324 h 145158"/>
              <a:gd name="connsiteX5" fmla="*/ 127568 w 163535"/>
              <a:gd name="connsiteY5" fmla="*/ 72944 h 145158"/>
              <a:gd name="connsiteX6" fmla="*/ 163535 w 163535"/>
              <a:gd name="connsiteY6" fmla="*/ 72944 h 145158"/>
              <a:gd name="connsiteX7" fmla="*/ 163535 w 163535"/>
              <a:gd name="connsiteY7" fmla="*/ 145158 h 145158"/>
              <a:gd name="connsiteX8" fmla="*/ 94131 w 163535"/>
              <a:gd name="connsiteY8" fmla="*/ 145158 h 145158"/>
              <a:gd name="connsiteX9" fmla="*/ 94131 w 163535"/>
              <a:gd name="connsiteY9" fmla="*/ 70134 h 145158"/>
              <a:gd name="connsiteX10" fmla="*/ 111552 w 163535"/>
              <a:gd name="connsiteY10" fmla="*/ 14499 h 145158"/>
              <a:gd name="connsiteX11" fmla="*/ 147325 w 163535"/>
              <a:gd name="connsiteY11" fmla="*/ 10 h 145158"/>
              <a:gd name="connsiteX12" fmla="*/ 53195 w 163535"/>
              <a:gd name="connsiteY12" fmla="*/ 10 h 145158"/>
              <a:gd name="connsiteX13" fmla="*/ 69404 w 163535"/>
              <a:gd name="connsiteY13" fmla="*/ 1292 h 145158"/>
              <a:gd name="connsiteX14" fmla="*/ 65470 w 163535"/>
              <a:gd name="connsiteY14" fmla="*/ 30515 h 145158"/>
              <a:gd name="connsiteX15" fmla="*/ 44958 w 163535"/>
              <a:gd name="connsiteY15" fmla="*/ 34870 h 145158"/>
              <a:gd name="connsiteX16" fmla="*/ 34702 w 163535"/>
              <a:gd name="connsiteY16" fmla="*/ 50324 h 145158"/>
              <a:gd name="connsiteX17" fmla="*/ 33438 w 163535"/>
              <a:gd name="connsiteY17" fmla="*/ 72944 h 145158"/>
              <a:gd name="connsiteX18" fmla="*/ 69404 w 163535"/>
              <a:gd name="connsiteY18" fmla="*/ 72944 h 145158"/>
              <a:gd name="connsiteX19" fmla="*/ 69404 w 163535"/>
              <a:gd name="connsiteY19" fmla="*/ 145158 h 145158"/>
              <a:gd name="connsiteX20" fmla="*/ 0 w 163535"/>
              <a:gd name="connsiteY20" fmla="*/ 145158 h 145158"/>
              <a:gd name="connsiteX21" fmla="*/ 0 w 163535"/>
              <a:gd name="connsiteY21" fmla="*/ 70134 h 145158"/>
              <a:gd name="connsiteX22" fmla="*/ 17421 w 163535"/>
              <a:gd name="connsiteY22" fmla="*/ 14499 h 145158"/>
              <a:gd name="connsiteX23" fmla="*/ 53195 w 163535"/>
              <a:gd name="connsiteY23" fmla="*/ 10 h 14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63535" h="145158">
                <a:moveTo>
                  <a:pt x="147325" y="10"/>
                </a:moveTo>
                <a:cubicBezTo>
                  <a:pt x="152371" y="-72"/>
                  <a:pt x="157775" y="355"/>
                  <a:pt x="163535" y="1292"/>
                </a:cubicBezTo>
                <a:lnTo>
                  <a:pt x="159601" y="30515"/>
                </a:lnTo>
                <a:cubicBezTo>
                  <a:pt x="150984" y="29766"/>
                  <a:pt x="144147" y="31217"/>
                  <a:pt x="139089" y="34870"/>
                </a:cubicBezTo>
                <a:cubicBezTo>
                  <a:pt x="134031" y="38523"/>
                  <a:pt x="130612" y="43674"/>
                  <a:pt x="128833" y="50324"/>
                </a:cubicBezTo>
                <a:cubicBezTo>
                  <a:pt x="127053" y="56974"/>
                  <a:pt x="126632" y="64514"/>
                  <a:pt x="127568" y="72944"/>
                </a:cubicBezTo>
                <a:lnTo>
                  <a:pt x="163535" y="72944"/>
                </a:lnTo>
                <a:lnTo>
                  <a:pt x="163535" y="145158"/>
                </a:lnTo>
                <a:lnTo>
                  <a:pt x="94131" y="145158"/>
                </a:lnTo>
                <a:lnTo>
                  <a:pt x="94131" y="70134"/>
                </a:lnTo>
                <a:cubicBezTo>
                  <a:pt x="94131" y="45594"/>
                  <a:pt x="99938" y="27049"/>
                  <a:pt x="111552" y="14499"/>
                </a:cubicBezTo>
                <a:cubicBezTo>
                  <a:pt x="120263" y="5085"/>
                  <a:pt x="132187" y="256"/>
                  <a:pt x="147325" y="10"/>
                </a:cubicBezTo>
                <a:close/>
                <a:moveTo>
                  <a:pt x="53195" y="10"/>
                </a:moveTo>
                <a:cubicBezTo>
                  <a:pt x="58241" y="-72"/>
                  <a:pt x="63644" y="355"/>
                  <a:pt x="69404" y="1292"/>
                </a:cubicBezTo>
                <a:lnTo>
                  <a:pt x="65470" y="30515"/>
                </a:lnTo>
                <a:cubicBezTo>
                  <a:pt x="56853" y="29766"/>
                  <a:pt x="50016" y="31217"/>
                  <a:pt x="44958" y="34870"/>
                </a:cubicBezTo>
                <a:cubicBezTo>
                  <a:pt x="39900" y="38523"/>
                  <a:pt x="36482" y="43674"/>
                  <a:pt x="34702" y="50324"/>
                </a:cubicBezTo>
                <a:cubicBezTo>
                  <a:pt x="32922" y="56974"/>
                  <a:pt x="32501" y="64514"/>
                  <a:pt x="33438" y="72944"/>
                </a:cubicBezTo>
                <a:lnTo>
                  <a:pt x="69404" y="72944"/>
                </a:lnTo>
                <a:lnTo>
                  <a:pt x="69404" y="145158"/>
                </a:lnTo>
                <a:lnTo>
                  <a:pt x="0" y="145158"/>
                </a:lnTo>
                <a:lnTo>
                  <a:pt x="0" y="70134"/>
                </a:lnTo>
                <a:cubicBezTo>
                  <a:pt x="0" y="45594"/>
                  <a:pt x="5807" y="27049"/>
                  <a:pt x="17421" y="14499"/>
                </a:cubicBezTo>
                <a:cubicBezTo>
                  <a:pt x="26132" y="5085"/>
                  <a:pt x="38056" y="256"/>
                  <a:pt x="53195" y="1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4800" b="1">
                <a:solidFill>
                  <a:srgbClr val="111029"/>
                </a:solidFill>
                <a:latin typeface="+mj-lt"/>
              </a:defRPr>
            </a:lvl1pPr>
          </a:lstStyle>
          <a:p>
            <a:endParaRPr lang="en-US" sz="4400" dirty="0"/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F7604EE7-2C56-96FE-5B6E-D8C6D5D0CE38}"/>
              </a:ext>
            </a:extLst>
          </p:cNvPr>
          <p:cNvSpPr txBox="1"/>
          <p:nvPr/>
        </p:nvSpPr>
        <p:spPr>
          <a:xfrm>
            <a:off x="1160110" y="2271156"/>
            <a:ext cx="5557934" cy="259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800" b="1">
                <a:solidFill>
                  <a:srgbClr val="111029"/>
                </a:solidFill>
                <a:latin typeface="+mj-lt"/>
              </a:defRPr>
            </a:lvl1pPr>
          </a:lstStyle>
          <a:p>
            <a:pPr>
              <a:lnSpc>
                <a:spcPct val="130000"/>
              </a:lnSpc>
            </a:pPr>
            <a:r>
              <a:rPr lang="zh-TW" altLang="en-US" sz="3200" spc="150" dirty="0">
                <a:solidFill>
                  <a:schemeClr val="tx2"/>
                </a:solidFill>
              </a:rPr>
              <a:t>打造</a:t>
            </a:r>
            <a:r>
              <a:rPr lang="en-US" altLang="zh-TW" sz="3200" spc="150" dirty="0">
                <a:solidFill>
                  <a:schemeClr val="accent6"/>
                </a:solidFill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altLang="zh-TW" sz="3200" spc="100" dirty="0">
                <a:solidFill>
                  <a:schemeClr val="accent1"/>
                </a:solidFill>
              </a:rPr>
              <a:t>App </a:t>
            </a:r>
            <a:r>
              <a:rPr lang="zh-TW" altLang="en-US" sz="3200" spc="100" dirty="0">
                <a:solidFill>
                  <a:schemeClr val="accent1"/>
                </a:solidFill>
              </a:rPr>
              <a:t>媒合 </a:t>
            </a:r>
            <a:r>
              <a:rPr lang="en-US" altLang="zh-TW" sz="3200" spc="100" dirty="0">
                <a:solidFill>
                  <a:schemeClr val="accent1"/>
                </a:solidFill>
              </a:rPr>
              <a:t>× IoT </a:t>
            </a:r>
            <a:r>
              <a:rPr lang="zh-TW" altLang="en-US" sz="3200" spc="100" dirty="0">
                <a:solidFill>
                  <a:schemeClr val="accent1"/>
                </a:solidFill>
              </a:rPr>
              <a:t>實體櫃</a:t>
            </a:r>
          </a:p>
          <a:p>
            <a:pPr>
              <a:lnSpc>
                <a:spcPct val="130000"/>
              </a:lnSpc>
            </a:pPr>
            <a:r>
              <a:rPr lang="zh-TW" altLang="en-US" sz="3200" spc="150" dirty="0">
                <a:solidFill>
                  <a:schemeClr val="tx2"/>
                </a:solidFill>
              </a:rPr>
              <a:t>的二手書交易</a:t>
            </a:r>
            <a:endParaRPr lang="en-US" altLang="zh-TW" sz="3200" spc="150" dirty="0">
              <a:solidFill>
                <a:schemeClr val="tx2"/>
              </a:solidFill>
            </a:endParaRPr>
          </a:p>
          <a:p>
            <a:pPr>
              <a:lnSpc>
                <a:spcPct val="130000"/>
              </a:lnSpc>
            </a:pPr>
            <a:r>
              <a:rPr lang="zh-TW" altLang="en-US" sz="3200" spc="150" dirty="0">
                <a:solidFill>
                  <a:schemeClr val="tx2"/>
                </a:solidFill>
              </a:rPr>
              <a:t>閉環系統</a:t>
            </a:r>
            <a:endParaRPr lang="en-US" sz="3200" spc="150" dirty="0">
              <a:solidFill>
                <a:schemeClr val="tx2"/>
              </a:solidFill>
            </a:endParaRPr>
          </a:p>
        </p:txBody>
      </p:sp>
      <p:grpSp>
        <p:nvGrpSpPr>
          <p:cNvPr id="12" name="Group 5">
            <a:extLst>
              <a:ext uri="{FF2B5EF4-FFF2-40B4-BE49-F238E27FC236}">
                <a16:creationId xmlns:a16="http://schemas.microsoft.com/office/drawing/2014/main" id="{D42A37E7-DEB6-2FF6-C6F6-0D2E23A3CB1C}"/>
              </a:ext>
            </a:extLst>
          </p:cNvPr>
          <p:cNvGrpSpPr/>
          <p:nvPr/>
        </p:nvGrpSpPr>
        <p:grpSpPr>
          <a:xfrm>
            <a:off x="7210738" y="1685554"/>
            <a:ext cx="2734406" cy="3070118"/>
            <a:chOff x="6742458" y="843950"/>
            <a:chExt cx="3221459" cy="3616970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7FCA8C8-D99F-6DF7-10C8-4716EC3D80A7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6544703" y="1041705"/>
              <a:ext cx="3616970" cy="3221459"/>
            </a:xfrm>
            <a:custGeom>
              <a:avLst/>
              <a:gdLst>
                <a:gd name="T0" fmla="*/ 1831 w 6183"/>
                <a:gd name="T1" fmla="*/ 0 h 5508"/>
                <a:gd name="T2" fmla="*/ 4351 w 6183"/>
                <a:gd name="T3" fmla="*/ 0 h 5508"/>
                <a:gd name="T4" fmla="*/ 4426 w 6183"/>
                <a:gd name="T5" fmla="*/ 4 h 5508"/>
                <a:gd name="T6" fmla="*/ 4500 w 6183"/>
                <a:gd name="T7" fmla="*/ 19 h 5508"/>
                <a:gd name="T8" fmla="*/ 4571 w 6183"/>
                <a:gd name="T9" fmla="*/ 43 h 5508"/>
                <a:gd name="T10" fmla="*/ 4636 w 6183"/>
                <a:gd name="T11" fmla="*/ 75 h 5508"/>
                <a:gd name="T12" fmla="*/ 4698 w 6183"/>
                <a:gd name="T13" fmla="*/ 116 h 5508"/>
                <a:gd name="T14" fmla="*/ 4755 w 6183"/>
                <a:gd name="T15" fmla="*/ 165 h 5508"/>
                <a:gd name="T16" fmla="*/ 4803 w 6183"/>
                <a:gd name="T17" fmla="*/ 222 h 5508"/>
                <a:gd name="T18" fmla="*/ 4847 w 6183"/>
                <a:gd name="T19" fmla="*/ 285 h 5508"/>
                <a:gd name="T20" fmla="*/ 6106 w 6183"/>
                <a:gd name="T21" fmla="*/ 2468 h 5508"/>
                <a:gd name="T22" fmla="*/ 6139 w 6183"/>
                <a:gd name="T23" fmla="*/ 2535 h 5508"/>
                <a:gd name="T24" fmla="*/ 6164 w 6183"/>
                <a:gd name="T25" fmla="*/ 2607 h 5508"/>
                <a:gd name="T26" fmla="*/ 6177 w 6183"/>
                <a:gd name="T27" fmla="*/ 2680 h 5508"/>
                <a:gd name="T28" fmla="*/ 6183 w 6183"/>
                <a:gd name="T29" fmla="*/ 2753 h 5508"/>
                <a:gd name="T30" fmla="*/ 6177 w 6183"/>
                <a:gd name="T31" fmla="*/ 2826 h 5508"/>
                <a:gd name="T32" fmla="*/ 6164 w 6183"/>
                <a:gd name="T33" fmla="*/ 2899 h 5508"/>
                <a:gd name="T34" fmla="*/ 6139 w 6183"/>
                <a:gd name="T35" fmla="*/ 2971 h 5508"/>
                <a:gd name="T36" fmla="*/ 6106 w 6183"/>
                <a:gd name="T37" fmla="*/ 3038 h 5508"/>
                <a:gd name="T38" fmla="*/ 4847 w 6183"/>
                <a:gd name="T39" fmla="*/ 5223 h 5508"/>
                <a:gd name="T40" fmla="*/ 4803 w 6183"/>
                <a:gd name="T41" fmla="*/ 5285 h 5508"/>
                <a:gd name="T42" fmla="*/ 4755 w 6183"/>
                <a:gd name="T43" fmla="*/ 5341 h 5508"/>
                <a:gd name="T44" fmla="*/ 4698 w 6183"/>
                <a:gd name="T45" fmla="*/ 5390 h 5508"/>
                <a:gd name="T46" fmla="*/ 4636 w 6183"/>
                <a:gd name="T47" fmla="*/ 5431 h 5508"/>
                <a:gd name="T48" fmla="*/ 4571 w 6183"/>
                <a:gd name="T49" fmla="*/ 5463 h 5508"/>
                <a:gd name="T50" fmla="*/ 4500 w 6183"/>
                <a:gd name="T51" fmla="*/ 5487 h 5508"/>
                <a:gd name="T52" fmla="*/ 4426 w 6183"/>
                <a:gd name="T53" fmla="*/ 5502 h 5508"/>
                <a:gd name="T54" fmla="*/ 4351 w 6183"/>
                <a:gd name="T55" fmla="*/ 5508 h 5508"/>
                <a:gd name="T56" fmla="*/ 1831 w 6183"/>
                <a:gd name="T57" fmla="*/ 5508 h 5508"/>
                <a:gd name="T58" fmla="*/ 1756 w 6183"/>
                <a:gd name="T59" fmla="*/ 5502 h 5508"/>
                <a:gd name="T60" fmla="*/ 1681 w 6183"/>
                <a:gd name="T61" fmla="*/ 5487 h 5508"/>
                <a:gd name="T62" fmla="*/ 1612 w 6183"/>
                <a:gd name="T63" fmla="*/ 5463 h 5508"/>
                <a:gd name="T64" fmla="*/ 1546 w 6183"/>
                <a:gd name="T65" fmla="*/ 5431 h 5508"/>
                <a:gd name="T66" fmla="*/ 1484 w 6183"/>
                <a:gd name="T67" fmla="*/ 5390 h 5508"/>
                <a:gd name="T68" fmla="*/ 1428 w 6183"/>
                <a:gd name="T69" fmla="*/ 5341 h 5508"/>
                <a:gd name="T70" fmla="*/ 1379 w 6183"/>
                <a:gd name="T71" fmla="*/ 5285 h 5508"/>
                <a:gd name="T72" fmla="*/ 1336 w 6183"/>
                <a:gd name="T73" fmla="*/ 5223 h 5508"/>
                <a:gd name="T74" fmla="*/ 77 w 6183"/>
                <a:gd name="T75" fmla="*/ 3038 h 5508"/>
                <a:gd name="T76" fmla="*/ 43 w 6183"/>
                <a:gd name="T77" fmla="*/ 2971 h 5508"/>
                <a:gd name="T78" fmla="*/ 19 w 6183"/>
                <a:gd name="T79" fmla="*/ 2899 h 5508"/>
                <a:gd name="T80" fmla="*/ 6 w 6183"/>
                <a:gd name="T81" fmla="*/ 2826 h 5508"/>
                <a:gd name="T82" fmla="*/ 0 w 6183"/>
                <a:gd name="T83" fmla="*/ 2753 h 5508"/>
                <a:gd name="T84" fmla="*/ 0 w 6183"/>
                <a:gd name="T85" fmla="*/ 2753 h 5508"/>
                <a:gd name="T86" fmla="*/ 6 w 6183"/>
                <a:gd name="T87" fmla="*/ 2680 h 5508"/>
                <a:gd name="T88" fmla="*/ 19 w 6183"/>
                <a:gd name="T89" fmla="*/ 2607 h 5508"/>
                <a:gd name="T90" fmla="*/ 43 w 6183"/>
                <a:gd name="T91" fmla="*/ 2535 h 5508"/>
                <a:gd name="T92" fmla="*/ 77 w 6183"/>
                <a:gd name="T93" fmla="*/ 2468 h 5508"/>
                <a:gd name="T94" fmla="*/ 1336 w 6183"/>
                <a:gd name="T95" fmla="*/ 285 h 5508"/>
                <a:gd name="T96" fmla="*/ 1379 w 6183"/>
                <a:gd name="T97" fmla="*/ 222 h 5508"/>
                <a:gd name="T98" fmla="*/ 1428 w 6183"/>
                <a:gd name="T99" fmla="*/ 165 h 5508"/>
                <a:gd name="T100" fmla="*/ 1484 w 6183"/>
                <a:gd name="T101" fmla="*/ 116 h 5508"/>
                <a:gd name="T102" fmla="*/ 1546 w 6183"/>
                <a:gd name="T103" fmla="*/ 75 h 5508"/>
                <a:gd name="T104" fmla="*/ 1612 w 6183"/>
                <a:gd name="T105" fmla="*/ 43 h 5508"/>
                <a:gd name="T106" fmla="*/ 1681 w 6183"/>
                <a:gd name="T107" fmla="*/ 19 h 5508"/>
                <a:gd name="T108" fmla="*/ 1756 w 6183"/>
                <a:gd name="T109" fmla="*/ 4 h 5508"/>
                <a:gd name="T110" fmla="*/ 1831 w 6183"/>
                <a:gd name="T111" fmla="*/ 0 h 5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183" h="5508">
                  <a:moveTo>
                    <a:pt x="1831" y="0"/>
                  </a:moveTo>
                  <a:lnTo>
                    <a:pt x="4351" y="0"/>
                  </a:lnTo>
                  <a:lnTo>
                    <a:pt x="4426" y="4"/>
                  </a:lnTo>
                  <a:lnTo>
                    <a:pt x="4500" y="19"/>
                  </a:lnTo>
                  <a:lnTo>
                    <a:pt x="4571" y="43"/>
                  </a:lnTo>
                  <a:lnTo>
                    <a:pt x="4636" y="75"/>
                  </a:lnTo>
                  <a:lnTo>
                    <a:pt x="4698" y="116"/>
                  </a:lnTo>
                  <a:lnTo>
                    <a:pt x="4755" y="165"/>
                  </a:lnTo>
                  <a:lnTo>
                    <a:pt x="4803" y="222"/>
                  </a:lnTo>
                  <a:lnTo>
                    <a:pt x="4847" y="285"/>
                  </a:lnTo>
                  <a:lnTo>
                    <a:pt x="6106" y="2468"/>
                  </a:lnTo>
                  <a:lnTo>
                    <a:pt x="6139" y="2535"/>
                  </a:lnTo>
                  <a:lnTo>
                    <a:pt x="6164" y="2607"/>
                  </a:lnTo>
                  <a:lnTo>
                    <a:pt x="6177" y="2680"/>
                  </a:lnTo>
                  <a:lnTo>
                    <a:pt x="6183" y="2753"/>
                  </a:lnTo>
                  <a:lnTo>
                    <a:pt x="6177" y="2826"/>
                  </a:lnTo>
                  <a:lnTo>
                    <a:pt x="6164" y="2899"/>
                  </a:lnTo>
                  <a:lnTo>
                    <a:pt x="6139" y="2971"/>
                  </a:lnTo>
                  <a:lnTo>
                    <a:pt x="6106" y="3038"/>
                  </a:lnTo>
                  <a:lnTo>
                    <a:pt x="4847" y="5223"/>
                  </a:lnTo>
                  <a:lnTo>
                    <a:pt x="4803" y="5285"/>
                  </a:lnTo>
                  <a:lnTo>
                    <a:pt x="4755" y="5341"/>
                  </a:lnTo>
                  <a:lnTo>
                    <a:pt x="4698" y="5390"/>
                  </a:lnTo>
                  <a:lnTo>
                    <a:pt x="4636" y="5431"/>
                  </a:lnTo>
                  <a:lnTo>
                    <a:pt x="4571" y="5463"/>
                  </a:lnTo>
                  <a:lnTo>
                    <a:pt x="4500" y="5487"/>
                  </a:lnTo>
                  <a:lnTo>
                    <a:pt x="4426" y="5502"/>
                  </a:lnTo>
                  <a:lnTo>
                    <a:pt x="4351" y="5508"/>
                  </a:lnTo>
                  <a:lnTo>
                    <a:pt x="1831" y="5508"/>
                  </a:lnTo>
                  <a:lnTo>
                    <a:pt x="1756" y="5502"/>
                  </a:lnTo>
                  <a:lnTo>
                    <a:pt x="1681" y="5487"/>
                  </a:lnTo>
                  <a:lnTo>
                    <a:pt x="1612" y="5463"/>
                  </a:lnTo>
                  <a:lnTo>
                    <a:pt x="1546" y="5431"/>
                  </a:lnTo>
                  <a:lnTo>
                    <a:pt x="1484" y="5390"/>
                  </a:lnTo>
                  <a:lnTo>
                    <a:pt x="1428" y="5341"/>
                  </a:lnTo>
                  <a:lnTo>
                    <a:pt x="1379" y="5285"/>
                  </a:lnTo>
                  <a:lnTo>
                    <a:pt x="1336" y="5223"/>
                  </a:lnTo>
                  <a:lnTo>
                    <a:pt x="77" y="3038"/>
                  </a:lnTo>
                  <a:lnTo>
                    <a:pt x="43" y="2971"/>
                  </a:lnTo>
                  <a:lnTo>
                    <a:pt x="19" y="2899"/>
                  </a:lnTo>
                  <a:lnTo>
                    <a:pt x="6" y="2826"/>
                  </a:lnTo>
                  <a:lnTo>
                    <a:pt x="0" y="2753"/>
                  </a:lnTo>
                  <a:lnTo>
                    <a:pt x="0" y="2753"/>
                  </a:lnTo>
                  <a:lnTo>
                    <a:pt x="6" y="2680"/>
                  </a:lnTo>
                  <a:lnTo>
                    <a:pt x="19" y="2607"/>
                  </a:lnTo>
                  <a:lnTo>
                    <a:pt x="43" y="2535"/>
                  </a:lnTo>
                  <a:lnTo>
                    <a:pt x="77" y="2468"/>
                  </a:lnTo>
                  <a:lnTo>
                    <a:pt x="1336" y="285"/>
                  </a:lnTo>
                  <a:lnTo>
                    <a:pt x="1379" y="222"/>
                  </a:lnTo>
                  <a:lnTo>
                    <a:pt x="1428" y="165"/>
                  </a:lnTo>
                  <a:lnTo>
                    <a:pt x="1484" y="116"/>
                  </a:lnTo>
                  <a:lnTo>
                    <a:pt x="1546" y="75"/>
                  </a:lnTo>
                  <a:lnTo>
                    <a:pt x="1612" y="43"/>
                  </a:lnTo>
                  <a:lnTo>
                    <a:pt x="1681" y="19"/>
                  </a:lnTo>
                  <a:lnTo>
                    <a:pt x="1756" y="4"/>
                  </a:lnTo>
                  <a:lnTo>
                    <a:pt x="1831" y="0"/>
                  </a:lnTo>
                  <a:close/>
                </a:path>
              </a:pathLst>
            </a:custGeom>
            <a:solidFill>
              <a:schemeClr val="accent2">
                <a:alpha val="60000"/>
              </a:schemeClr>
            </a:solidFill>
            <a:ln>
              <a:noFill/>
            </a:ln>
            <a:effectLst>
              <a:outerShdw blurRad="381000" dist="444500" dir="8100000" sx="90000" sy="9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 dirty="0"/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55D4DD5D-F06C-938D-3F59-670E285408F5}"/>
                </a:ext>
              </a:extLst>
            </p:cNvPr>
            <p:cNvSpPr/>
            <p:nvPr/>
          </p:nvSpPr>
          <p:spPr>
            <a:xfrm>
              <a:off x="7180649" y="1622481"/>
              <a:ext cx="2345084" cy="5072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TW" altLang="en-US" sz="2000" b="1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+mn-ea"/>
                  <a:cs typeface="Arial" panose="020B0604020202020204" pitchFamily="34" charset="0"/>
                </a:rPr>
                <a:t>非同步交易</a:t>
              </a:r>
              <a:endParaRPr lang="en-US" sz="2000" b="1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5" name="Group 7">
            <a:extLst>
              <a:ext uri="{FF2B5EF4-FFF2-40B4-BE49-F238E27FC236}">
                <a16:creationId xmlns:a16="http://schemas.microsoft.com/office/drawing/2014/main" id="{79CF39AA-8222-D38C-5EC1-B6EDF4BE6A9D}"/>
              </a:ext>
            </a:extLst>
          </p:cNvPr>
          <p:cNvGrpSpPr/>
          <p:nvPr/>
        </p:nvGrpSpPr>
        <p:grpSpPr>
          <a:xfrm>
            <a:off x="6443525" y="3003867"/>
            <a:ext cx="2734406" cy="3070118"/>
            <a:chOff x="5838589" y="2397082"/>
            <a:chExt cx="3221459" cy="3616970"/>
          </a:xfrm>
        </p:grpSpPr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59089997-8B75-7647-D51A-71F523D9F6AE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640834" y="2594837"/>
              <a:ext cx="3616970" cy="3221459"/>
            </a:xfrm>
            <a:custGeom>
              <a:avLst/>
              <a:gdLst>
                <a:gd name="T0" fmla="*/ 1831 w 6183"/>
                <a:gd name="T1" fmla="*/ 0 h 5508"/>
                <a:gd name="T2" fmla="*/ 4351 w 6183"/>
                <a:gd name="T3" fmla="*/ 0 h 5508"/>
                <a:gd name="T4" fmla="*/ 4426 w 6183"/>
                <a:gd name="T5" fmla="*/ 4 h 5508"/>
                <a:gd name="T6" fmla="*/ 4500 w 6183"/>
                <a:gd name="T7" fmla="*/ 19 h 5508"/>
                <a:gd name="T8" fmla="*/ 4571 w 6183"/>
                <a:gd name="T9" fmla="*/ 43 h 5508"/>
                <a:gd name="T10" fmla="*/ 4636 w 6183"/>
                <a:gd name="T11" fmla="*/ 75 h 5508"/>
                <a:gd name="T12" fmla="*/ 4698 w 6183"/>
                <a:gd name="T13" fmla="*/ 116 h 5508"/>
                <a:gd name="T14" fmla="*/ 4755 w 6183"/>
                <a:gd name="T15" fmla="*/ 165 h 5508"/>
                <a:gd name="T16" fmla="*/ 4803 w 6183"/>
                <a:gd name="T17" fmla="*/ 222 h 5508"/>
                <a:gd name="T18" fmla="*/ 4847 w 6183"/>
                <a:gd name="T19" fmla="*/ 285 h 5508"/>
                <a:gd name="T20" fmla="*/ 6106 w 6183"/>
                <a:gd name="T21" fmla="*/ 2468 h 5508"/>
                <a:gd name="T22" fmla="*/ 6139 w 6183"/>
                <a:gd name="T23" fmla="*/ 2535 h 5508"/>
                <a:gd name="T24" fmla="*/ 6164 w 6183"/>
                <a:gd name="T25" fmla="*/ 2607 h 5508"/>
                <a:gd name="T26" fmla="*/ 6177 w 6183"/>
                <a:gd name="T27" fmla="*/ 2680 h 5508"/>
                <a:gd name="T28" fmla="*/ 6183 w 6183"/>
                <a:gd name="T29" fmla="*/ 2753 h 5508"/>
                <a:gd name="T30" fmla="*/ 6177 w 6183"/>
                <a:gd name="T31" fmla="*/ 2826 h 5508"/>
                <a:gd name="T32" fmla="*/ 6164 w 6183"/>
                <a:gd name="T33" fmla="*/ 2899 h 5508"/>
                <a:gd name="T34" fmla="*/ 6139 w 6183"/>
                <a:gd name="T35" fmla="*/ 2971 h 5508"/>
                <a:gd name="T36" fmla="*/ 6106 w 6183"/>
                <a:gd name="T37" fmla="*/ 3038 h 5508"/>
                <a:gd name="T38" fmla="*/ 4847 w 6183"/>
                <a:gd name="T39" fmla="*/ 5223 h 5508"/>
                <a:gd name="T40" fmla="*/ 4803 w 6183"/>
                <a:gd name="T41" fmla="*/ 5285 h 5508"/>
                <a:gd name="T42" fmla="*/ 4755 w 6183"/>
                <a:gd name="T43" fmla="*/ 5341 h 5508"/>
                <a:gd name="T44" fmla="*/ 4698 w 6183"/>
                <a:gd name="T45" fmla="*/ 5390 h 5508"/>
                <a:gd name="T46" fmla="*/ 4636 w 6183"/>
                <a:gd name="T47" fmla="*/ 5431 h 5508"/>
                <a:gd name="T48" fmla="*/ 4571 w 6183"/>
                <a:gd name="T49" fmla="*/ 5463 h 5508"/>
                <a:gd name="T50" fmla="*/ 4500 w 6183"/>
                <a:gd name="T51" fmla="*/ 5487 h 5508"/>
                <a:gd name="T52" fmla="*/ 4426 w 6183"/>
                <a:gd name="T53" fmla="*/ 5502 h 5508"/>
                <a:gd name="T54" fmla="*/ 4351 w 6183"/>
                <a:gd name="T55" fmla="*/ 5508 h 5508"/>
                <a:gd name="T56" fmla="*/ 1831 w 6183"/>
                <a:gd name="T57" fmla="*/ 5508 h 5508"/>
                <a:gd name="T58" fmla="*/ 1756 w 6183"/>
                <a:gd name="T59" fmla="*/ 5502 h 5508"/>
                <a:gd name="T60" fmla="*/ 1681 w 6183"/>
                <a:gd name="T61" fmla="*/ 5487 h 5508"/>
                <a:gd name="T62" fmla="*/ 1612 w 6183"/>
                <a:gd name="T63" fmla="*/ 5463 h 5508"/>
                <a:gd name="T64" fmla="*/ 1546 w 6183"/>
                <a:gd name="T65" fmla="*/ 5431 h 5508"/>
                <a:gd name="T66" fmla="*/ 1484 w 6183"/>
                <a:gd name="T67" fmla="*/ 5390 h 5508"/>
                <a:gd name="T68" fmla="*/ 1428 w 6183"/>
                <a:gd name="T69" fmla="*/ 5341 h 5508"/>
                <a:gd name="T70" fmla="*/ 1379 w 6183"/>
                <a:gd name="T71" fmla="*/ 5285 h 5508"/>
                <a:gd name="T72" fmla="*/ 1336 w 6183"/>
                <a:gd name="T73" fmla="*/ 5223 h 5508"/>
                <a:gd name="T74" fmla="*/ 77 w 6183"/>
                <a:gd name="T75" fmla="*/ 3038 h 5508"/>
                <a:gd name="T76" fmla="*/ 43 w 6183"/>
                <a:gd name="T77" fmla="*/ 2971 h 5508"/>
                <a:gd name="T78" fmla="*/ 19 w 6183"/>
                <a:gd name="T79" fmla="*/ 2899 h 5508"/>
                <a:gd name="T80" fmla="*/ 6 w 6183"/>
                <a:gd name="T81" fmla="*/ 2826 h 5508"/>
                <a:gd name="T82" fmla="*/ 0 w 6183"/>
                <a:gd name="T83" fmla="*/ 2753 h 5508"/>
                <a:gd name="T84" fmla="*/ 0 w 6183"/>
                <a:gd name="T85" fmla="*/ 2753 h 5508"/>
                <a:gd name="T86" fmla="*/ 6 w 6183"/>
                <a:gd name="T87" fmla="*/ 2680 h 5508"/>
                <a:gd name="T88" fmla="*/ 19 w 6183"/>
                <a:gd name="T89" fmla="*/ 2607 h 5508"/>
                <a:gd name="T90" fmla="*/ 43 w 6183"/>
                <a:gd name="T91" fmla="*/ 2535 h 5508"/>
                <a:gd name="T92" fmla="*/ 77 w 6183"/>
                <a:gd name="T93" fmla="*/ 2468 h 5508"/>
                <a:gd name="T94" fmla="*/ 1336 w 6183"/>
                <a:gd name="T95" fmla="*/ 285 h 5508"/>
                <a:gd name="T96" fmla="*/ 1379 w 6183"/>
                <a:gd name="T97" fmla="*/ 222 h 5508"/>
                <a:gd name="T98" fmla="*/ 1428 w 6183"/>
                <a:gd name="T99" fmla="*/ 165 h 5508"/>
                <a:gd name="T100" fmla="*/ 1484 w 6183"/>
                <a:gd name="T101" fmla="*/ 116 h 5508"/>
                <a:gd name="T102" fmla="*/ 1546 w 6183"/>
                <a:gd name="T103" fmla="*/ 75 h 5508"/>
                <a:gd name="T104" fmla="*/ 1612 w 6183"/>
                <a:gd name="T105" fmla="*/ 43 h 5508"/>
                <a:gd name="T106" fmla="*/ 1681 w 6183"/>
                <a:gd name="T107" fmla="*/ 19 h 5508"/>
                <a:gd name="T108" fmla="*/ 1756 w 6183"/>
                <a:gd name="T109" fmla="*/ 4 h 5508"/>
                <a:gd name="T110" fmla="*/ 1831 w 6183"/>
                <a:gd name="T111" fmla="*/ 0 h 5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183" h="5508">
                  <a:moveTo>
                    <a:pt x="1831" y="0"/>
                  </a:moveTo>
                  <a:lnTo>
                    <a:pt x="4351" y="0"/>
                  </a:lnTo>
                  <a:lnTo>
                    <a:pt x="4426" y="4"/>
                  </a:lnTo>
                  <a:lnTo>
                    <a:pt x="4500" y="19"/>
                  </a:lnTo>
                  <a:lnTo>
                    <a:pt x="4571" y="43"/>
                  </a:lnTo>
                  <a:lnTo>
                    <a:pt x="4636" y="75"/>
                  </a:lnTo>
                  <a:lnTo>
                    <a:pt x="4698" y="116"/>
                  </a:lnTo>
                  <a:lnTo>
                    <a:pt x="4755" y="165"/>
                  </a:lnTo>
                  <a:lnTo>
                    <a:pt x="4803" y="222"/>
                  </a:lnTo>
                  <a:lnTo>
                    <a:pt x="4847" y="285"/>
                  </a:lnTo>
                  <a:lnTo>
                    <a:pt x="6106" y="2468"/>
                  </a:lnTo>
                  <a:lnTo>
                    <a:pt x="6139" y="2535"/>
                  </a:lnTo>
                  <a:lnTo>
                    <a:pt x="6164" y="2607"/>
                  </a:lnTo>
                  <a:lnTo>
                    <a:pt x="6177" y="2680"/>
                  </a:lnTo>
                  <a:lnTo>
                    <a:pt x="6183" y="2753"/>
                  </a:lnTo>
                  <a:lnTo>
                    <a:pt x="6177" y="2826"/>
                  </a:lnTo>
                  <a:lnTo>
                    <a:pt x="6164" y="2899"/>
                  </a:lnTo>
                  <a:lnTo>
                    <a:pt x="6139" y="2971"/>
                  </a:lnTo>
                  <a:lnTo>
                    <a:pt x="6106" y="3038"/>
                  </a:lnTo>
                  <a:lnTo>
                    <a:pt x="4847" y="5223"/>
                  </a:lnTo>
                  <a:lnTo>
                    <a:pt x="4803" y="5285"/>
                  </a:lnTo>
                  <a:lnTo>
                    <a:pt x="4755" y="5341"/>
                  </a:lnTo>
                  <a:lnTo>
                    <a:pt x="4698" y="5390"/>
                  </a:lnTo>
                  <a:lnTo>
                    <a:pt x="4636" y="5431"/>
                  </a:lnTo>
                  <a:lnTo>
                    <a:pt x="4571" y="5463"/>
                  </a:lnTo>
                  <a:lnTo>
                    <a:pt x="4500" y="5487"/>
                  </a:lnTo>
                  <a:lnTo>
                    <a:pt x="4426" y="5502"/>
                  </a:lnTo>
                  <a:lnTo>
                    <a:pt x="4351" y="5508"/>
                  </a:lnTo>
                  <a:lnTo>
                    <a:pt x="1831" y="5508"/>
                  </a:lnTo>
                  <a:lnTo>
                    <a:pt x="1756" y="5502"/>
                  </a:lnTo>
                  <a:lnTo>
                    <a:pt x="1681" y="5487"/>
                  </a:lnTo>
                  <a:lnTo>
                    <a:pt x="1612" y="5463"/>
                  </a:lnTo>
                  <a:lnTo>
                    <a:pt x="1546" y="5431"/>
                  </a:lnTo>
                  <a:lnTo>
                    <a:pt x="1484" y="5390"/>
                  </a:lnTo>
                  <a:lnTo>
                    <a:pt x="1428" y="5341"/>
                  </a:lnTo>
                  <a:lnTo>
                    <a:pt x="1379" y="5285"/>
                  </a:lnTo>
                  <a:lnTo>
                    <a:pt x="1336" y="5223"/>
                  </a:lnTo>
                  <a:lnTo>
                    <a:pt x="77" y="3038"/>
                  </a:lnTo>
                  <a:lnTo>
                    <a:pt x="43" y="2971"/>
                  </a:lnTo>
                  <a:lnTo>
                    <a:pt x="19" y="2899"/>
                  </a:lnTo>
                  <a:lnTo>
                    <a:pt x="6" y="2826"/>
                  </a:lnTo>
                  <a:lnTo>
                    <a:pt x="0" y="2753"/>
                  </a:lnTo>
                  <a:lnTo>
                    <a:pt x="0" y="2753"/>
                  </a:lnTo>
                  <a:lnTo>
                    <a:pt x="6" y="2680"/>
                  </a:lnTo>
                  <a:lnTo>
                    <a:pt x="19" y="2607"/>
                  </a:lnTo>
                  <a:lnTo>
                    <a:pt x="43" y="2535"/>
                  </a:lnTo>
                  <a:lnTo>
                    <a:pt x="77" y="2468"/>
                  </a:lnTo>
                  <a:lnTo>
                    <a:pt x="1336" y="285"/>
                  </a:lnTo>
                  <a:lnTo>
                    <a:pt x="1379" y="222"/>
                  </a:lnTo>
                  <a:lnTo>
                    <a:pt x="1428" y="165"/>
                  </a:lnTo>
                  <a:lnTo>
                    <a:pt x="1484" y="116"/>
                  </a:lnTo>
                  <a:lnTo>
                    <a:pt x="1546" y="75"/>
                  </a:lnTo>
                  <a:lnTo>
                    <a:pt x="1612" y="43"/>
                  </a:lnTo>
                  <a:lnTo>
                    <a:pt x="1681" y="19"/>
                  </a:lnTo>
                  <a:lnTo>
                    <a:pt x="1756" y="4"/>
                  </a:lnTo>
                  <a:lnTo>
                    <a:pt x="1831" y="0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  <a:effectLst>
              <a:outerShdw blurRad="381000" dist="444500" dir="8100000" sx="90000" sy="9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 dirty="0"/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DCB04540-DC41-9208-07A3-8B91FA1FC0E9}"/>
                </a:ext>
              </a:extLst>
            </p:cNvPr>
            <p:cNvSpPr/>
            <p:nvPr/>
          </p:nvSpPr>
          <p:spPr>
            <a:xfrm>
              <a:off x="5842805" y="4150597"/>
              <a:ext cx="1799310" cy="10256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TW" altLang="en-US" sz="2200" b="1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+mn-ea"/>
                  <a:cs typeface="Arial" panose="020B0604020202020204" pitchFamily="34" charset="0"/>
                </a:rPr>
                <a:t>流程</a:t>
              </a:r>
              <a:endParaRPr lang="en-US" altLang="zh-TW" sz="2200" b="1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Arial" panose="020B0604020202020204" pitchFamily="34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zh-TW" altLang="en-US" sz="2200" b="1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+mn-ea"/>
                  <a:cs typeface="Arial" panose="020B0604020202020204" pitchFamily="34" charset="0"/>
                </a:rPr>
                <a:t>自動化</a:t>
              </a:r>
              <a:endParaRPr lang="en-US" sz="2200" b="1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6">
            <a:extLst>
              <a:ext uri="{FF2B5EF4-FFF2-40B4-BE49-F238E27FC236}">
                <a16:creationId xmlns:a16="http://schemas.microsoft.com/office/drawing/2014/main" id="{7A4AC151-A590-7BE5-B68F-86DFD7469FC7}"/>
              </a:ext>
            </a:extLst>
          </p:cNvPr>
          <p:cNvGrpSpPr/>
          <p:nvPr/>
        </p:nvGrpSpPr>
        <p:grpSpPr>
          <a:xfrm>
            <a:off x="7977952" y="3003866"/>
            <a:ext cx="2734406" cy="3070118"/>
            <a:chOff x="7646329" y="2397081"/>
            <a:chExt cx="3221459" cy="3616970"/>
          </a:xfrm>
        </p:grpSpPr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35883853-7DCC-CC7E-FAF8-01E0EE9C23CE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7448574" y="2594836"/>
              <a:ext cx="3616970" cy="3221459"/>
            </a:xfrm>
            <a:custGeom>
              <a:avLst/>
              <a:gdLst>
                <a:gd name="T0" fmla="*/ 1831 w 6183"/>
                <a:gd name="T1" fmla="*/ 0 h 5508"/>
                <a:gd name="T2" fmla="*/ 4351 w 6183"/>
                <a:gd name="T3" fmla="*/ 0 h 5508"/>
                <a:gd name="T4" fmla="*/ 4426 w 6183"/>
                <a:gd name="T5" fmla="*/ 4 h 5508"/>
                <a:gd name="T6" fmla="*/ 4500 w 6183"/>
                <a:gd name="T7" fmla="*/ 19 h 5508"/>
                <a:gd name="T8" fmla="*/ 4571 w 6183"/>
                <a:gd name="T9" fmla="*/ 43 h 5508"/>
                <a:gd name="T10" fmla="*/ 4636 w 6183"/>
                <a:gd name="T11" fmla="*/ 75 h 5508"/>
                <a:gd name="T12" fmla="*/ 4698 w 6183"/>
                <a:gd name="T13" fmla="*/ 116 h 5508"/>
                <a:gd name="T14" fmla="*/ 4755 w 6183"/>
                <a:gd name="T15" fmla="*/ 165 h 5508"/>
                <a:gd name="T16" fmla="*/ 4803 w 6183"/>
                <a:gd name="T17" fmla="*/ 222 h 5508"/>
                <a:gd name="T18" fmla="*/ 4847 w 6183"/>
                <a:gd name="T19" fmla="*/ 285 h 5508"/>
                <a:gd name="T20" fmla="*/ 6106 w 6183"/>
                <a:gd name="T21" fmla="*/ 2468 h 5508"/>
                <a:gd name="T22" fmla="*/ 6139 w 6183"/>
                <a:gd name="T23" fmla="*/ 2535 h 5508"/>
                <a:gd name="T24" fmla="*/ 6164 w 6183"/>
                <a:gd name="T25" fmla="*/ 2607 h 5508"/>
                <a:gd name="T26" fmla="*/ 6177 w 6183"/>
                <a:gd name="T27" fmla="*/ 2680 h 5508"/>
                <a:gd name="T28" fmla="*/ 6183 w 6183"/>
                <a:gd name="T29" fmla="*/ 2753 h 5508"/>
                <a:gd name="T30" fmla="*/ 6177 w 6183"/>
                <a:gd name="T31" fmla="*/ 2826 h 5508"/>
                <a:gd name="T32" fmla="*/ 6164 w 6183"/>
                <a:gd name="T33" fmla="*/ 2899 h 5508"/>
                <a:gd name="T34" fmla="*/ 6139 w 6183"/>
                <a:gd name="T35" fmla="*/ 2971 h 5508"/>
                <a:gd name="T36" fmla="*/ 6106 w 6183"/>
                <a:gd name="T37" fmla="*/ 3038 h 5508"/>
                <a:gd name="T38" fmla="*/ 4847 w 6183"/>
                <a:gd name="T39" fmla="*/ 5223 h 5508"/>
                <a:gd name="T40" fmla="*/ 4803 w 6183"/>
                <a:gd name="T41" fmla="*/ 5285 h 5508"/>
                <a:gd name="T42" fmla="*/ 4755 w 6183"/>
                <a:gd name="T43" fmla="*/ 5341 h 5508"/>
                <a:gd name="T44" fmla="*/ 4698 w 6183"/>
                <a:gd name="T45" fmla="*/ 5390 h 5508"/>
                <a:gd name="T46" fmla="*/ 4636 w 6183"/>
                <a:gd name="T47" fmla="*/ 5431 h 5508"/>
                <a:gd name="T48" fmla="*/ 4571 w 6183"/>
                <a:gd name="T49" fmla="*/ 5463 h 5508"/>
                <a:gd name="T50" fmla="*/ 4500 w 6183"/>
                <a:gd name="T51" fmla="*/ 5487 h 5508"/>
                <a:gd name="T52" fmla="*/ 4426 w 6183"/>
                <a:gd name="T53" fmla="*/ 5502 h 5508"/>
                <a:gd name="T54" fmla="*/ 4351 w 6183"/>
                <a:gd name="T55" fmla="*/ 5508 h 5508"/>
                <a:gd name="T56" fmla="*/ 1831 w 6183"/>
                <a:gd name="T57" fmla="*/ 5508 h 5508"/>
                <a:gd name="T58" fmla="*/ 1756 w 6183"/>
                <a:gd name="T59" fmla="*/ 5502 h 5508"/>
                <a:gd name="T60" fmla="*/ 1681 w 6183"/>
                <a:gd name="T61" fmla="*/ 5487 h 5508"/>
                <a:gd name="T62" fmla="*/ 1612 w 6183"/>
                <a:gd name="T63" fmla="*/ 5463 h 5508"/>
                <a:gd name="T64" fmla="*/ 1546 w 6183"/>
                <a:gd name="T65" fmla="*/ 5431 h 5508"/>
                <a:gd name="T66" fmla="*/ 1484 w 6183"/>
                <a:gd name="T67" fmla="*/ 5390 h 5508"/>
                <a:gd name="T68" fmla="*/ 1428 w 6183"/>
                <a:gd name="T69" fmla="*/ 5341 h 5508"/>
                <a:gd name="T70" fmla="*/ 1379 w 6183"/>
                <a:gd name="T71" fmla="*/ 5285 h 5508"/>
                <a:gd name="T72" fmla="*/ 1336 w 6183"/>
                <a:gd name="T73" fmla="*/ 5223 h 5508"/>
                <a:gd name="T74" fmla="*/ 77 w 6183"/>
                <a:gd name="T75" fmla="*/ 3038 h 5508"/>
                <a:gd name="T76" fmla="*/ 43 w 6183"/>
                <a:gd name="T77" fmla="*/ 2971 h 5508"/>
                <a:gd name="T78" fmla="*/ 19 w 6183"/>
                <a:gd name="T79" fmla="*/ 2899 h 5508"/>
                <a:gd name="T80" fmla="*/ 6 w 6183"/>
                <a:gd name="T81" fmla="*/ 2826 h 5508"/>
                <a:gd name="T82" fmla="*/ 0 w 6183"/>
                <a:gd name="T83" fmla="*/ 2753 h 5508"/>
                <a:gd name="T84" fmla="*/ 0 w 6183"/>
                <a:gd name="T85" fmla="*/ 2753 h 5508"/>
                <a:gd name="T86" fmla="*/ 6 w 6183"/>
                <a:gd name="T87" fmla="*/ 2680 h 5508"/>
                <a:gd name="T88" fmla="*/ 19 w 6183"/>
                <a:gd name="T89" fmla="*/ 2607 h 5508"/>
                <a:gd name="T90" fmla="*/ 43 w 6183"/>
                <a:gd name="T91" fmla="*/ 2535 h 5508"/>
                <a:gd name="T92" fmla="*/ 77 w 6183"/>
                <a:gd name="T93" fmla="*/ 2468 h 5508"/>
                <a:gd name="T94" fmla="*/ 1336 w 6183"/>
                <a:gd name="T95" fmla="*/ 285 h 5508"/>
                <a:gd name="T96" fmla="*/ 1379 w 6183"/>
                <a:gd name="T97" fmla="*/ 222 h 5508"/>
                <a:gd name="T98" fmla="*/ 1428 w 6183"/>
                <a:gd name="T99" fmla="*/ 165 h 5508"/>
                <a:gd name="T100" fmla="*/ 1484 w 6183"/>
                <a:gd name="T101" fmla="*/ 116 h 5508"/>
                <a:gd name="T102" fmla="*/ 1546 w 6183"/>
                <a:gd name="T103" fmla="*/ 75 h 5508"/>
                <a:gd name="T104" fmla="*/ 1612 w 6183"/>
                <a:gd name="T105" fmla="*/ 43 h 5508"/>
                <a:gd name="T106" fmla="*/ 1681 w 6183"/>
                <a:gd name="T107" fmla="*/ 19 h 5508"/>
                <a:gd name="T108" fmla="*/ 1756 w 6183"/>
                <a:gd name="T109" fmla="*/ 4 h 5508"/>
                <a:gd name="T110" fmla="*/ 1831 w 6183"/>
                <a:gd name="T111" fmla="*/ 0 h 5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183" h="5508">
                  <a:moveTo>
                    <a:pt x="1831" y="0"/>
                  </a:moveTo>
                  <a:lnTo>
                    <a:pt x="4351" y="0"/>
                  </a:lnTo>
                  <a:lnTo>
                    <a:pt x="4426" y="4"/>
                  </a:lnTo>
                  <a:lnTo>
                    <a:pt x="4500" y="19"/>
                  </a:lnTo>
                  <a:lnTo>
                    <a:pt x="4571" y="43"/>
                  </a:lnTo>
                  <a:lnTo>
                    <a:pt x="4636" y="75"/>
                  </a:lnTo>
                  <a:lnTo>
                    <a:pt x="4698" y="116"/>
                  </a:lnTo>
                  <a:lnTo>
                    <a:pt x="4755" y="165"/>
                  </a:lnTo>
                  <a:lnTo>
                    <a:pt x="4803" y="222"/>
                  </a:lnTo>
                  <a:lnTo>
                    <a:pt x="4847" y="285"/>
                  </a:lnTo>
                  <a:lnTo>
                    <a:pt x="6106" y="2468"/>
                  </a:lnTo>
                  <a:lnTo>
                    <a:pt x="6139" y="2535"/>
                  </a:lnTo>
                  <a:lnTo>
                    <a:pt x="6164" y="2607"/>
                  </a:lnTo>
                  <a:lnTo>
                    <a:pt x="6177" y="2680"/>
                  </a:lnTo>
                  <a:lnTo>
                    <a:pt x="6183" y="2753"/>
                  </a:lnTo>
                  <a:lnTo>
                    <a:pt x="6177" y="2826"/>
                  </a:lnTo>
                  <a:lnTo>
                    <a:pt x="6164" y="2899"/>
                  </a:lnTo>
                  <a:lnTo>
                    <a:pt x="6139" y="2971"/>
                  </a:lnTo>
                  <a:lnTo>
                    <a:pt x="6106" y="3038"/>
                  </a:lnTo>
                  <a:lnTo>
                    <a:pt x="4847" y="5223"/>
                  </a:lnTo>
                  <a:lnTo>
                    <a:pt x="4803" y="5285"/>
                  </a:lnTo>
                  <a:lnTo>
                    <a:pt x="4755" y="5341"/>
                  </a:lnTo>
                  <a:lnTo>
                    <a:pt x="4698" y="5390"/>
                  </a:lnTo>
                  <a:lnTo>
                    <a:pt x="4636" y="5431"/>
                  </a:lnTo>
                  <a:lnTo>
                    <a:pt x="4571" y="5463"/>
                  </a:lnTo>
                  <a:lnTo>
                    <a:pt x="4500" y="5487"/>
                  </a:lnTo>
                  <a:lnTo>
                    <a:pt x="4426" y="5502"/>
                  </a:lnTo>
                  <a:lnTo>
                    <a:pt x="4351" y="5508"/>
                  </a:lnTo>
                  <a:lnTo>
                    <a:pt x="1831" y="5508"/>
                  </a:lnTo>
                  <a:lnTo>
                    <a:pt x="1756" y="5502"/>
                  </a:lnTo>
                  <a:lnTo>
                    <a:pt x="1681" y="5487"/>
                  </a:lnTo>
                  <a:lnTo>
                    <a:pt x="1612" y="5463"/>
                  </a:lnTo>
                  <a:lnTo>
                    <a:pt x="1546" y="5431"/>
                  </a:lnTo>
                  <a:lnTo>
                    <a:pt x="1484" y="5390"/>
                  </a:lnTo>
                  <a:lnTo>
                    <a:pt x="1428" y="5341"/>
                  </a:lnTo>
                  <a:lnTo>
                    <a:pt x="1379" y="5285"/>
                  </a:lnTo>
                  <a:lnTo>
                    <a:pt x="1336" y="5223"/>
                  </a:lnTo>
                  <a:lnTo>
                    <a:pt x="77" y="3038"/>
                  </a:lnTo>
                  <a:lnTo>
                    <a:pt x="43" y="2971"/>
                  </a:lnTo>
                  <a:lnTo>
                    <a:pt x="19" y="2899"/>
                  </a:lnTo>
                  <a:lnTo>
                    <a:pt x="6" y="2826"/>
                  </a:lnTo>
                  <a:lnTo>
                    <a:pt x="0" y="2753"/>
                  </a:lnTo>
                  <a:lnTo>
                    <a:pt x="0" y="2753"/>
                  </a:lnTo>
                  <a:lnTo>
                    <a:pt x="6" y="2680"/>
                  </a:lnTo>
                  <a:lnTo>
                    <a:pt x="19" y="2607"/>
                  </a:lnTo>
                  <a:lnTo>
                    <a:pt x="43" y="2535"/>
                  </a:lnTo>
                  <a:lnTo>
                    <a:pt x="77" y="2468"/>
                  </a:lnTo>
                  <a:lnTo>
                    <a:pt x="1336" y="285"/>
                  </a:lnTo>
                  <a:lnTo>
                    <a:pt x="1379" y="222"/>
                  </a:lnTo>
                  <a:lnTo>
                    <a:pt x="1428" y="165"/>
                  </a:lnTo>
                  <a:lnTo>
                    <a:pt x="1484" y="116"/>
                  </a:lnTo>
                  <a:lnTo>
                    <a:pt x="1546" y="75"/>
                  </a:lnTo>
                  <a:lnTo>
                    <a:pt x="1612" y="43"/>
                  </a:lnTo>
                  <a:lnTo>
                    <a:pt x="1681" y="19"/>
                  </a:lnTo>
                  <a:lnTo>
                    <a:pt x="1756" y="4"/>
                  </a:lnTo>
                  <a:lnTo>
                    <a:pt x="1831" y="0"/>
                  </a:lnTo>
                  <a:close/>
                </a:path>
              </a:pathLst>
            </a:custGeom>
            <a:solidFill>
              <a:schemeClr val="accent5">
                <a:alpha val="60000"/>
              </a:schemeClr>
            </a:solidFill>
            <a:ln>
              <a:noFill/>
            </a:ln>
            <a:effectLst>
              <a:outerShdw blurRad="381000" dist="444500" dir="8100000" sx="90000" sy="9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 dirty="0"/>
            </a:p>
          </p:txBody>
        </p:sp>
        <p:sp>
          <p:nvSpPr>
            <p:cNvPr id="27" name="Rectangle 14">
              <a:extLst>
                <a:ext uri="{FF2B5EF4-FFF2-40B4-BE49-F238E27FC236}">
                  <a16:creationId xmlns:a16="http://schemas.microsoft.com/office/drawing/2014/main" id="{F051DEEB-C322-39E6-0940-03AAA903F3C9}"/>
                </a:ext>
              </a:extLst>
            </p:cNvPr>
            <p:cNvSpPr/>
            <p:nvPr/>
          </p:nvSpPr>
          <p:spPr>
            <a:xfrm>
              <a:off x="9104022" y="4128612"/>
              <a:ext cx="1692724" cy="10256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TW" altLang="en-US" sz="2200" b="1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+mn-ea"/>
                  <a:cs typeface="Arial" panose="020B0604020202020204" pitchFamily="34" charset="0"/>
                </a:rPr>
                <a:t>金流與</a:t>
              </a:r>
              <a:endParaRPr lang="en-US" altLang="zh-TW" sz="2200" b="1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Arial" panose="020B0604020202020204" pitchFamily="34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zh-TW" altLang="en-US" sz="2200" b="1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+mn-ea"/>
                  <a:cs typeface="Arial" panose="020B0604020202020204" pitchFamily="34" charset="0"/>
                </a:rPr>
                <a:t>書況託管</a:t>
              </a:r>
              <a:endParaRPr lang="en-US" sz="2200" b="1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8" name="TextBox 9">
            <a:extLst>
              <a:ext uri="{FF2B5EF4-FFF2-40B4-BE49-F238E27FC236}">
                <a16:creationId xmlns:a16="http://schemas.microsoft.com/office/drawing/2014/main" id="{A2F8A207-F12F-C5EF-571B-EF439BF04721}"/>
              </a:ext>
            </a:extLst>
          </p:cNvPr>
          <p:cNvSpPr txBox="1"/>
          <p:nvPr/>
        </p:nvSpPr>
        <p:spPr>
          <a:xfrm>
            <a:off x="7210739" y="3402882"/>
            <a:ext cx="917684" cy="496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+mj-lt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7BF9B1F9-8E03-0AA1-36D0-B281CB3C99CA}"/>
              </a:ext>
            </a:extLst>
          </p:cNvPr>
          <p:cNvSpPr txBox="1"/>
          <p:nvPr/>
        </p:nvSpPr>
        <p:spPr>
          <a:xfrm>
            <a:off x="9027462" y="3402882"/>
            <a:ext cx="917684" cy="496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+mj-lt"/>
                <a:cs typeface="Poppins" panose="00000500000000000000" pitchFamily="2" charset="0"/>
              </a:rPr>
              <a:t>02</a:t>
            </a: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026AF33F-533A-009A-856C-EA98B8DF7E4D}"/>
              </a:ext>
            </a:extLst>
          </p:cNvPr>
          <p:cNvSpPr txBox="1"/>
          <p:nvPr/>
        </p:nvSpPr>
        <p:spPr>
          <a:xfrm>
            <a:off x="8136595" y="4845230"/>
            <a:ext cx="917684" cy="496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+mj-lt"/>
                <a:cs typeface="Poppins" panose="00000500000000000000" pitchFamily="2" charset="0"/>
              </a:rPr>
              <a:t>03</a:t>
            </a:r>
          </a:p>
        </p:txBody>
      </p:sp>
      <p:sp>
        <p:nvSpPr>
          <p:cNvPr id="32" name="Freeform: Shape 19">
            <a:extLst>
              <a:ext uri="{FF2B5EF4-FFF2-40B4-BE49-F238E27FC236}">
                <a16:creationId xmlns:a16="http://schemas.microsoft.com/office/drawing/2014/main" id="{49B9680D-E69C-CEA6-552E-34DA375EAA7C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7899758" y="3479289"/>
            <a:ext cx="1352791" cy="1199978"/>
          </a:xfrm>
          <a:custGeom>
            <a:avLst/>
            <a:gdLst>
              <a:gd name="connsiteX0" fmla="*/ 0 w 1168107"/>
              <a:gd name="connsiteY0" fmla="*/ 517897 h 1036156"/>
              <a:gd name="connsiteX1" fmla="*/ 228273 w 1168107"/>
              <a:gd name="connsiteY1" fmla="*/ 122171 h 1036156"/>
              <a:gd name="connsiteX2" fmla="*/ 246709 w 1168107"/>
              <a:gd name="connsiteY2" fmla="*/ 95164 h 1036156"/>
              <a:gd name="connsiteX3" fmla="*/ 267718 w 1168107"/>
              <a:gd name="connsiteY3" fmla="*/ 70730 h 1036156"/>
              <a:gd name="connsiteX4" fmla="*/ 291729 w 1168107"/>
              <a:gd name="connsiteY4" fmla="*/ 49726 h 1036156"/>
              <a:gd name="connsiteX5" fmla="*/ 318311 w 1168107"/>
              <a:gd name="connsiteY5" fmla="*/ 32150 h 1036156"/>
              <a:gd name="connsiteX6" fmla="*/ 346609 w 1168107"/>
              <a:gd name="connsiteY6" fmla="*/ 18433 h 1036156"/>
              <a:gd name="connsiteX7" fmla="*/ 376193 w 1168107"/>
              <a:gd name="connsiteY7" fmla="*/ 8145 h 1036156"/>
              <a:gd name="connsiteX8" fmla="*/ 408350 w 1168107"/>
              <a:gd name="connsiteY8" fmla="*/ 1715 h 1036156"/>
              <a:gd name="connsiteX9" fmla="*/ 440506 w 1168107"/>
              <a:gd name="connsiteY9" fmla="*/ 0 h 1036156"/>
              <a:gd name="connsiteX10" fmla="*/ 906963 w 1168107"/>
              <a:gd name="connsiteY10" fmla="*/ 0 h 1036156"/>
              <a:gd name="connsiteX11" fmla="*/ 1135093 w 1168107"/>
              <a:gd name="connsiteY11" fmla="*/ 395479 h 1036156"/>
              <a:gd name="connsiteX12" fmla="*/ 1149242 w 1168107"/>
              <a:gd name="connsiteY12" fmla="*/ 424200 h 1036156"/>
              <a:gd name="connsiteX13" fmla="*/ 1159961 w 1168107"/>
              <a:gd name="connsiteY13" fmla="*/ 455064 h 1036156"/>
              <a:gd name="connsiteX14" fmla="*/ 1165534 w 1168107"/>
              <a:gd name="connsiteY14" fmla="*/ 486357 h 1036156"/>
              <a:gd name="connsiteX15" fmla="*/ 1168107 w 1168107"/>
              <a:gd name="connsiteY15" fmla="*/ 517650 h 1036156"/>
              <a:gd name="connsiteX16" fmla="*/ 1165534 w 1168107"/>
              <a:gd name="connsiteY16" fmla="*/ 548942 h 1036156"/>
              <a:gd name="connsiteX17" fmla="*/ 1159961 w 1168107"/>
              <a:gd name="connsiteY17" fmla="*/ 580235 h 1036156"/>
              <a:gd name="connsiteX18" fmla="*/ 1149242 w 1168107"/>
              <a:gd name="connsiteY18" fmla="*/ 611099 h 1036156"/>
              <a:gd name="connsiteX19" fmla="*/ 1135093 w 1168107"/>
              <a:gd name="connsiteY19" fmla="*/ 639820 h 1036156"/>
              <a:gd name="connsiteX20" fmla="*/ 906678 w 1168107"/>
              <a:gd name="connsiteY20" fmla="*/ 1036156 h 1036156"/>
              <a:gd name="connsiteX21" fmla="*/ 440506 w 1168107"/>
              <a:gd name="connsiteY21" fmla="*/ 1036156 h 1036156"/>
              <a:gd name="connsiteX22" fmla="*/ 408350 w 1168107"/>
              <a:gd name="connsiteY22" fmla="*/ 1033584 h 1036156"/>
              <a:gd name="connsiteX23" fmla="*/ 376193 w 1168107"/>
              <a:gd name="connsiteY23" fmla="*/ 1027154 h 1036156"/>
              <a:gd name="connsiteX24" fmla="*/ 346609 w 1168107"/>
              <a:gd name="connsiteY24" fmla="*/ 1016866 h 1036156"/>
              <a:gd name="connsiteX25" fmla="*/ 318311 w 1168107"/>
              <a:gd name="connsiteY25" fmla="*/ 1003149 h 1036156"/>
              <a:gd name="connsiteX26" fmla="*/ 291729 w 1168107"/>
              <a:gd name="connsiteY26" fmla="*/ 985573 h 1036156"/>
              <a:gd name="connsiteX27" fmla="*/ 267718 w 1168107"/>
              <a:gd name="connsiteY27" fmla="*/ 964569 h 1036156"/>
              <a:gd name="connsiteX28" fmla="*/ 246709 w 1168107"/>
              <a:gd name="connsiteY28" fmla="*/ 940563 h 1036156"/>
              <a:gd name="connsiteX29" fmla="*/ 228273 w 1168107"/>
              <a:gd name="connsiteY29" fmla="*/ 913986 h 1036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68107" h="1036156">
                <a:moveTo>
                  <a:pt x="0" y="517897"/>
                </a:moveTo>
                <a:lnTo>
                  <a:pt x="228273" y="122171"/>
                </a:lnTo>
                <a:lnTo>
                  <a:pt x="246709" y="95164"/>
                </a:lnTo>
                <a:lnTo>
                  <a:pt x="267718" y="70730"/>
                </a:lnTo>
                <a:lnTo>
                  <a:pt x="291729" y="49726"/>
                </a:lnTo>
                <a:lnTo>
                  <a:pt x="318311" y="32150"/>
                </a:lnTo>
                <a:lnTo>
                  <a:pt x="346609" y="18433"/>
                </a:lnTo>
                <a:lnTo>
                  <a:pt x="376193" y="8145"/>
                </a:lnTo>
                <a:lnTo>
                  <a:pt x="408350" y="1715"/>
                </a:lnTo>
                <a:lnTo>
                  <a:pt x="440506" y="0"/>
                </a:lnTo>
                <a:lnTo>
                  <a:pt x="906963" y="0"/>
                </a:lnTo>
                <a:lnTo>
                  <a:pt x="1135093" y="395479"/>
                </a:lnTo>
                <a:lnTo>
                  <a:pt x="1149242" y="424200"/>
                </a:lnTo>
                <a:lnTo>
                  <a:pt x="1159961" y="455064"/>
                </a:lnTo>
                <a:lnTo>
                  <a:pt x="1165534" y="486357"/>
                </a:lnTo>
                <a:lnTo>
                  <a:pt x="1168107" y="517650"/>
                </a:lnTo>
                <a:lnTo>
                  <a:pt x="1165534" y="548942"/>
                </a:lnTo>
                <a:lnTo>
                  <a:pt x="1159961" y="580235"/>
                </a:lnTo>
                <a:lnTo>
                  <a:pt x="1149242" y="611099"/>
                </a:lnTo>
                <a:lnTo>
                  <a:pt x="1135093" y="639820"/>
                </a:lnTo>
                <a:lnTo>
                  <a:pt x="906678" y="1036156"/>
                </a:lnTo>
                <a:lnTo>
                  <a:pt x="440506" y="1036156"/>
                </a:lnTo>
                <a:lnTo>
                  <a:pt x="408350" y="1033584"/>
                </a:lnTo>
                <a:lnTo>
                  <a:pt x="376193" y="1027154"/>
                </a:lnTo>
                <a:lnTo>
                  <a:pt x="346609" y="1016866"/>
                </a:lnTo>
                <a:lnTo>
                  <a:pt x="318311" y="1003149"/>
                </a:lnTo>
                <a:lnTo>
                  <a:pt x="291729" y="985573"/>
                </a:lnTo>
                <a:lnTo>
                  <a:pt x="267718" y="964569"/>
                </a:lnTo>
                <a:lnTo>
                  <a:pt x="246709" y="940563"/>
                </a:lnTo>
                <a:lnTo>
                  <a:pt x="228273" y="9139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dirty="0">
              <a:solidFill>
                <a:srgbClr val="111029"/>
              </a:solidFill>
            </a:endParaRPr>
          </a:p>
        </p:txBody>
      </p:sp>
      <p:pic>
        <p:nvPicPr>
          <p:cNvPr id="38" name="圖形 37">
            <a:extLst>
              <a:ext uri="{FF2B5EF4-FFF2-40B4-BE49-F238E27FC236}">
                <a16:creationId xmlns:a16="http://schemas.microsoft.com/office/drawing/2014/main" id="{7A2AB114-113D-2E3E-D519-54646DAE2E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9821" y="3827137"/>
            <a:ext cx="536240" cy="53624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EAA3C9FB-0B35-93B9-DB0E-DDB2419BF4FA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9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528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6DDE3-563D-D775-2FF3-E3ED9A5CE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66D37040-1CC8-1F5A-AABE-F4032B51776E}"/>
              </a:ext>
            </a:extLst>
          </p:cNvPr>
          <p:cNvSpPr txBox="1"/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02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CAB8C6D1-424E-5CAF-C234-9325E4DF24BD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250" dirty="0">
                <a:solidFill>
                  <a:schemeClr val="bg1"/>
                </a:solidFill>
                <a:latin typeface="+mj-ea"/>
                <a:ea typeface="+mj-ea"/>
              </a:rPr>
              <a:t>系統架構與技術使用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0226528-9D90-8020-5B3C-0B6B83CBB9E2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江芸萱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7852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6917E1-9865-CC22-AEC8-CA7DB90AE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1E0160C7-AA9A-C1F8-119B-9C3047CAAC1D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2B68C002-2E5B-E57E-67FD-280A56B76F22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系統架構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DA92B67-6F4F-3C23-76D6-E4655700BB3C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SYSTEM ARCHITECTURE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746D57B6-C83C-9AB8-47BD-7799D4EF81C7}"/>
              </a:ext>
            </a:extLst>
          </p:cNvPr>
          <p:cNvGrpSpPr/>
          <p:nvPr/>
        </p:nvGrpSpPr>
        <p:grpSpPr>
          <a:xfrm>
            <a:off x="3668307" y="4318915"/>
            <a:ext cx="3170234" cy="1966286"/>
            <a:chOff x="567912" y="-29"/>
            <a:chExt cx="11058172" cy="6858645"/>
          </a:xfrm>
        </p:grpSpPr>
        <p:sp>
          <p:nvSpPr>
            <p:cNvPr id="13" name="Freeform: Shape 2">
              <a:extLst>
                <a:ext uri="{FF2B5EF4-FFF2-40B4-BE49-F238E27FC236}">
                  <a16:creationId xmlns:a16="http://schemas.microsoft.com/office/drawing/2014/main" id="{C258891C-17E4-1D18-794C-74BE38960E43}"/>
                </a:ext>
              </a:extLst>
            </p:cNvPr>
            <p:cNvSpPr/>
            <p:nvPr/>
          </p:nvSpPr>
          <p:spPr>
            <a:xfrm>
              <a:off x="567912" y="-29"/>
              <a:ext cx="11058172" cy="6858601"/>
            </a:xfrm>
            <a:custGeom>
              <a:avLst/>
              <a:gdLst>
                <a:gd name="connsiteX0" fmla="*/ 5125240 w 11058172"/>
                <a:gd name="connsiteY0" fmla="*/ 6754455 h 6858601"/>
                <a:gd name="connsiteX1" fmla="*/ 431032 w 11058172"/>
                <a:gd name="connsiteY1" fmla="*/ 4160041 h 6858601"/>
                <a:gd name="connsiteX2" fmla="*/ 431032 w 11058172"/>
                <a:gd name="connsiteY2" fmla="*/ 2698606 h 6858601"/>
                <a:gd name="connsiteX3" fmla="*/ 5125240 w 11058172"/>
                <a:gd name="connsiteY3" fmla="*/ 104191 h 6858601"/>
                <a:gd name="connsiteX4" fmla="*/ 5932933 w 11058172"/>
                <a:gd name="connsiteY4" fmla="*/ 104191 h 6858601"/>
                <a:gd name="connsiteX5" fmla="*/ 10627140 w 11058172"/>
                <a:gd name="connsiteY5" fmla="*/ 2698606 h 6858601"/>
                <a:gd name="connsiteX6" fmla="*/ 10627140 w 11058172"/>
                <a:gd name="connsiteY6" fmla="*/ 4160041 h 6858601"/>
                <a:gd name="connsiteX7" fmla="*/ 5932933 w 11058172"/>
                <a:gd name="connsiteY7" fmla="*/ 6754455 h 6858601"/>
                <a:gd name="connsiteX8" fmla="*/ 5125240 w 11058172"/>
                <a:gd name="connsiteY8" fmla="*/ 6754455 h 685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8172" h="6858601">
                  <a:moveTo>
                    <a:pt x="5125240" y="6754455"/>
                  </a:moveTo>
                  <a:lnTo>
                    <a:pt x="431032" y="4160041"/>
                  </a:lnTo>
                  <a:cubicBezTo>
                    <a:pt x="-143677" y="3842389"/>
                    <a:pt x="-143677" y="3016258"/>
                    <a:pt x="431032" y="2698606"/>
                  </a:cubicBezTo>
                  <a:lnTo>
                    <a:pt x="5125240" y="104191"/>
                  </a:lnTo>
                  <a:cubicBezTo>
                    <a:pt x="5376543" y="-34730"/>
                    <a:pt x="5681630" y="-34730"/>
                    <a:pt x="5932933" y="104191"/>
                  </a:cubicBezTo>
                  <a:lnTo>
                    <a:pt x="10627140" y="2698606"/>
                  </a:lnTo>
                  <a:cubicBezTo>
                    <a:pt x="11201850" y="3016258"/>
                    <a:pt x="11201850" y="3842389"/>
                    <a:pt x="10627140" y="4160041"/>
                  </a:cubicBezTo>
                  <a:lnTo>
                    <a:pt x="5932933" y="6754455"/>
                  </a:lnTo>
                  <a:cubicBezTo>
                    <a:pt x="5681630" y="6893318"/>
                    <a:pt x="5376543" y="6893318"/>
                    <a:pt x="5125240" y="6754455"/>
                  </a:cubicBezTo>
                  <a:close/>
                </a:path>
              </a:pathLst>
            </a:custGeom>
            <a:gradFill>
              <a:gsLst>
                <a:gs pos="15000">
                  <a:schemeClr val="accent3">
                    <a:lumMod val="60000"/>
                    <a:lumOff val="40000"/>
                  </a:schemeClr>
                </a:gs>
                <a:gs pos="75000">
                  <a:schemeClr val="accent3"/>
                </a:gs>
              </a:gsLst>
              <a:path path="circle">
                <a:fillToRect l="100000" t="100000"/>
              </a:path>
            </a:gra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3">
              <a:extLst>
                <a:ext uri="{FF2B5EF4-FFF2-40B4-BE49-F238E27FC236}">
                  <a16:creationId xmlns:a16="http://schemas.microsoft.com/office/drawing/2014/main" id="{6559E809-B79B-4871-1795-1A8486EE45B0}"/>
                </a:ext>
              </a:extLst>
            </p:cNvPr>
            <p:cNvSpPr/>
            <p:nvPr/>
          </p:nvSpPr>
          <p:spPr>
            <a:xfrm>
              <a:off x="567962" y="2933556"/>
              <a:ext cx="11058071" cy="3925060"/>
            </a:xfrm>
            <a:custGeom>
              <a:avLst/>
              <a:gdLst>
                <a:gd name="connsiteX0" fmla="*/ 10627090 w 11058071"/>
                <a:gd name="connsiteY0" fmla="*/ 235039 h 3925060"/>
                <a:gd name="connsiteX1" fmla="*/ 5932883 w 11058071"/>
                <a:gd name="connsiteY1" fmla="*/ 2829395 h 3925060"/>
                <a:gd name="connsiteX2" fmla="*/ 5125189 w 11058071"/>
                <a:gd name="connsiteY2" fmla="*/ 2829395 h 3925060"/>
                <a:gd name="connsiteX3" fmla="*/ 430982 w 11058071"/>
                <a:gd name="connsiteY3" fmla="*/ 235039 h 3925060"/>
                <a:gd name="connsiteX4" fmla="*/ 161418 w 11058071"/>
                <a:gd name="connsiteY4" fmla="*/ 59 h 3925060"/>
                <a:gd name="connsiteX5" fmla="*/ 430982 w 11058071"/>
                <a:gd name="connsiteY5" fmla="*/ 1226455 h 3925060"/>
                <a:gd name="connsiteX6" fmla="*/ 5125189 w 11058071"/>
                <a:gd name="connsiteY6" fmla="*/ 3820869 h 3925060"/>
                <a:gd name="connsiteX7" fmla="*/ 5932883 w 11058071"/>
                <a:gd name="connsiteY7" fmla="*/ 3820869 h 3925060"/>
                <a:gd name="connsiteX8" fmla="*/ 10627090 w 11058071"/>
                <a:gd name="connsiteY8" fmla="*/ 1226455 h 3925060"/>
                <a:gd name="connsiteX9" fmla="*/ 10896654 w 11058071"/>
                <a:gd name="connsiteY9" fmla="*/ 0 h 3925060"/>
                <a:gd name="connsiteX10" fmla="*/ 10627090 w 11058071"/>
                <a:gd name="connsiteY10" fmla="*/ 235039 h 392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58071" h="3925060">
                  <a:moveTo>
                    <a:pt x="10627090" y="235039"/>
                  </a:moveTo>
                  <a:lnTo>
                    <a:pt x="5932883" y="2829395"/>
                  </a:lnTo>
                  <a:cubicBezTo>
                    <a:pt x="5681580" y="2968316"/>
                    <a:pt x="5376493" y="2968316"/>
                    <a:pt x="5125189" y="2829395"/>
                  </a:cubicBezTo>
                  <a:lnTo>
                    <a:pt x="430982" y="235039"/>
                  </a:lnTo>
                  <a:cubicBezTo>
                    <a:pt x="319422" y="173388"/>
                    <a:pt x="229646" y="92536"/>
                    <a:pt x="161418" y="59"/>
                  </a:cubicBezTo>
                  <a:cubicBezTo>
                    <a:pt x="-122003" y="384236"/>
                    <a:pt x="-32227" y="970454"/>
                    <a:pt x="430982" y="1226455"/>
                  </a:cubicBezTo>
                  <a:lnTo>
                    <a:pt x="5125189" y="3820869"/>
                  </a:lnTo>
                  <a:cubicBezTo>
                    <a:pt x="5376493" y="3959791"/>
                    <a:pt x="5681580" y="3959791"/>
                    <a:pt x="5932883" y="3820869"/>
                  </a:cubicBezTo>
                  <a:lnTo>
                    <a:pt x="10627090" y="1226455"/>
                  </a:lnTo>
                  <a:cubicBezTo>
                    <a:pt x="11090298" y="970454"/>
                    <a:pt x="11180075" y="384236"/>
                    <a:pt x="10896654" y="0"/>
                  </a:cubicBezTo>
                  <a:cubicBezTo>
                    <a:pt x="10828426" y="92536"/>
                    <a:pt x="10738650" y="173388"/>
                    <a:pt x="10627090" y="235039"/>
                  </a:cubicBezTo>
                  <a:close/>
                </a:path>
              </a:pathLst>
            </a:custGeom>
            <a:solidFill>
              <a:schemeClr val="accent3"/>
            </a:soli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" name="Group 42">
            <a:extLst>
              <a:ext uri="{FF2B5EF4-FFF2-40B4-BE49-F238E27FC236}">
                <a16:creationId xmlns:a16="http://schemas.microsoft.com/office/drawing/2014/main" id="{1A134501-BDD4-4149-2FF9-9CD502F9BB85}"/>
              </a:ext>
            </a:extLst>
          </p:cNvPr>
          <p:cNvGrpSpPr/>
          <p:nvPr/>
        </p:nvGrpSpPr>
        <p:grpSpPr>
          <a:xfrm>
            <a:off x="3668277" y="3041557"/>
            <a:ext cx="3170234" cy="1966286"/>
            <a:chOff x="567912" y="-29"/>
            <a:chExt cx="11058172" cy="6858645"/>
          </a:xfrm>
        </p:grpSpPr>
        <p:sp>
          <p:nvSpPr>
            <p:cNvPr id="22" name="Freeform: Shape 43">
              <a:extLst>
                <a:ext uri="{FF2B5EF4-FFF2-40B4-BE49-F238E27FC236}">
                  <a16:creationId xmlns:a16="http://schemas.microsoft.com/office/drawing/2014/main" id="{916AF37D-97E7-17E9-AE46-B119D49D40E2}"/>
                </a:ext>
              </a:extLst>
            </p:cNvPr>
            <p:cNvSpPr/>
            <p:nvPr/>
          </p:nvSpPr>
          <p:spPr>
            <a:xfrm>
              <a:off x="567912" y="-29"/>
              <a:ext cx="11058172" cy="6858602"/>
            </a:xfrm>
            <a:custGeom>
              <a:avLst/>
              <a:gdLst>
                <a:gd name="connsiteX0" fmla="*/ 5125240 w 11058172"/>
                <a:gd name="connsiteY0" fmla="*/ 6754455 h 6858601"/>
                <a:gd name="connsiteX1" fmla="*/ 431032 w 11058172"/>
                <a:gd name="connsiteY1" fmla="*/ 4160041 h 6858601"/>
                <a:gd name="connsiteX2" fmla="*/ 431032 w 11058172"/>
                <a:gd name="connsiteY2" fmla="*/ 2698606 h 6858601"/>
                <a:gd name="connsiteX3" fmla="*/ 5125240 w 11058172"/>
                <a:gd name="connsiteY3" fmla="*/ 104191 h 6858601"/>
                <a:gd name="connsiteX4" fmla="*/ 5932933 w 11058172"/>
                <a:gd name="connsiteY4" fmla="*/ 104191 h 6858601"/>
                <a:gd name="connsiteX5" fmla="*/ 10627140 w 11058172"/>
                <a:gd name="connsiteY5" fmla="*/ 2698606 h 6858601"/>
                <a:gd name="connsiteX6" fmla="*/ 10627140 w 11058172"/>
                <a:gd name="connsiteY6" fmla="*/ 4160041 h 6858601"/>
                <a:gd name="connsiteX7" fmla="*/ 5932933 w 11058172"/>
                <a:gd name="connsiteY7" fmla="*/ 6754455 h 6858601"/>
                <a:gd name="connsiteX8" fmla="*/ 5125240 w 11058172"/>
                <a:gd name="connsiteY8" fmla="*/ 6754455 h 685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8172" h="6858601">
                  <a:moveTo>
                    <a:pt x="5125240" y="6754455"/>
                  </a:moveTo>
                  <a:lnTo>
                    <a:pt x="431032" y="4160041"/>
                  </a:lnTo>
                  <a:cubicBezTo>
                    <a:pt x="-143677" y="3842389"/>
                    <a:pt x="-143677" y="3016258"/>
                    <a:pt x="431032" y="2698606"/>
                  </a:cubicBezTo>
                  <a:lnTo>
                    <a:pt x="5125240" y="104191"/>
                  </a:lnTo>
                  <a:cubicBezTo>
                    <a:pt x="5376543" y="-34730"/>
                    <a:pt x="5681630" y="-34730"/>
                    <a:pt x="5932933" y="104191"/>
                  </a:cubicBezTo>
                  <a:lnTo>
                    <a:pt x="10627140" y="2698606"/>
                  </a:lnTo>
                  <a:cubicBezTo>
                    <a:pt x="11201850" y="3016258"/>
                    <a:pt x="11201850" y="3842389"/>
                    <a:pt x="10627140" y="4160041"/>
                  </a:cubicBezTo>
                  <a:lnTo>
                    <a:pt x="5932933" y="6754455"/>
                  </a:lnTo>
                  <a:cubicBezTo>
                    <a:pt x="5681630" y="6893318"/>
                    <a:pt x="5376543" y="6893318"/>
                    <a:pt x="5125240" y="6754455"/>
                  </a:cubicBezTo>
                  <a:close/>
                </a:path>
              </a:pathLst>
            </a:custGeom>
            <a:gradFill>
              <a:gsLst>
                <a:gs pos="1500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path path="circle">
                <a:fillToRect l="100000" t="100000"/>
              </a:path>
            </a:gra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44">
              <a:extLst>
                <a:ext uri="{FF2B5EF4-FFF2-40B4-BE49-F238E27FC236}">
                  <a16:creationId xmlns:a16="http://schemas.microsoft.com/office/drawing/2014/main" id="{F1AEA468-2253-F9AD-2D9D-6CB8F7E30398}"/>
                </a:ext>
              </a:extLst>
            </p:cNvPr>
            <p:cNvSpPr/>
            <p:nvPr/>
          </p:nvSpPr>
          <p:spPr>
            <a:xfrm>
              <a:off x="567962" y="2933556"/>
              <a:ext cx="11058071" cy="3925060"/>
            </a:xfrm>
            <a:custGeom>
              <a:avLst/>
              <a:gdLst>
                <a:gd name="connsiteX0" fmla="*/ 10627090 w 11058071"/>
                <a:gd name="connsiteY0" fmla="*/ 235039 h 3925060"/>
                <a:gd name="connsiteX1" fmla="*/ 5932883 w 11058071"/>
                <a:gd name="connsiteY1" fmla="*/ 2829395 h 3925060"/>
                <a:gd name="connsiteX2" fmla="*/ 5125189 w 11058071"/>
                <a:gd name="connsiteY2" fmla="*/ 2829395 h 3925060"/>
                <a:gd name="connsiteX3" fmla="*/ 430982 w 11058071"/>
                <a:gd name="connsiteY3" fmla="*/ 235039 h 3925060"/>
                <a:gd name="connsiteX4" fmla="*/ 161418 w 11058071"/>
                <a:gd name="connsiteY4" fmla="*/ 59 h 3925060"/>
                <a:gd name="connsiteX5" fmla="*/ 430982 w 11058071"/>
                <a:gd name="connsiteY5" fmla="*/ 1226455 h 3925060"/>
                <a:gd name="connsiteX6" fmla="*/ 5125189 w 11058071"/>
                <a:gd name="connsiteY6" fmla="*/ 3820869 h 3925060"/>
                <a:gd name="connsiteX7" fmla="*/ 5932883 w 11058071"/>
                <a:gd name="connsiteY7" fmla="*/ 3820869 h 3925060"/>
                <a:gd name="connsiteX8" fmla="*/ 10627090 w 11058071"/>
                <a:gd name="connsiteY8" fmla="*/ 1226455 h 3925060"/>
                <a:gd name="connsiteX9" fmla="*/ 10896654 w 11058071"/>
                <a:gd name="connsiteY9" fmla="*/ 0 h 3925060"/>
                <a:gd name="connsiteX10" fmla="*/ 10627090 w 11058071"/>
                <a:gd name="connsiteY10" fmla="*/ 235039 h 392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58071" h="3925060">
                  <a:moveTo>
                    <a:pt x="10627090" y="235039"/>
                  </a:moveTo>
                  <a:lnTo>
                    <a:pt x="5932883" y="2829395"/>
                  </a:lnTo>
                  <a:cubicBezTo>
                    <a:pt x="5681580" y="2968316"/>
                    <a:pt x="5376493" y="2968316"/>
                    <a:pt x="5125189" y="2829395"/>
                  </a:cubicBezTo>
                  <a:lnTo>
                    <a:pt x="430982" y="235039"/>
                  </a:lnTo>
                  <a:cubicBezTo>
                    <a:pt x="319422" y="173388"/>
                    <a:pt x="229646" y="92536"/>
                    <a:pt x="161418" y="59"/>
                  </a:cubicBezTo>
                  <a:cubicBezTo>
                    <a:pt x="-122003" y="384236"/>
                    <a:pt x="-32227" y="970454"/>
                    <a:pt x="430982" y="1226455"/>
                  </a:cubicBezTo>
                  <a:lnTo>
                    <a:pt x="5125189" y="3820869"/>
                  </a:lnTo>
                  <a:cubicBezTo>
                    <a:pt x="5376493" y="3959791"/>
                    <a:pt x="5681580" y="3959791"/>
                    <a:pt x="5932883" y="3820869"/>
                  </a:cubicBezTo>
                  <a:lnTo>
                    <a:pt x="10627090" y="1226455"/>
                  </a:lnTo>
                  <a:cubicBezTo>
                    <a:pt x="11090298" y="970454"/>
                    <a:pt x="11180075" y="384236"/>
                    <a:pt x="10896654" y="0"/>
                  </a:cubicBezTo>
                  <a:cubicBezTo>
                    <a:pt x="10828426" y="92536"/>
                    <a:pt x="10738650" y="173388"/>
                    <a:pt x="10627090" y="235039"/>
                  </a:cubicBezTo>
                  <a:close/>
                </a:path>
              </a:pathLst>
            </a:custGeom>
            <a:solidFill>
              <a:schemeClr val="accent2"/>
            </a:soli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5" name="Group 7">
            <a:extLst>
              <a:ext uri="{FF2B5EF4-FFF2-40B4-BE49-F238E27FC236}">
                <a16:creationId xmlns:a16="http://schemas.microsoft.com/office/drawing/2014/main" id="{B75CE521-983D-6C45-15F1-B8615CAC79DF}"/>
              </a:ext>
            </a:extLst>
          </p:cNvPr>
          <p:cNvGrpSpPr/>
          <p:nvPr/>
        </p:nvGrpSpPr>
        <p:grpSpPr>
          <a:xfrm>
            <a:off x="3668277" y="1764199"/>
            <a:ext cx="3170234" cy="1966286"/>
            <a:chOff x="567912" y="-29"/>
            <a:chExt cx="11058172" cy="6858645"/>
          </a:xfrm>
        </p:grpSpPr>
        <p:sp>
          <p:nvSpPr>
            <p:cNvPr id="31" name="Freeform: Shape 8">
              <a:extLst>
                <a:ext uri="{FF2B5EF4-FFF2-40B4-BE49-F238E27FC236}">
                  <a16:creationId xmlns:a16="http://schemas.microsoft.com/office/drawing/2014/main" id="{C5894D57-8CFA-93DF-4CFE-A8B3D03F7E43}"/>
                </a:ext>
              </a:extLst>
            </p:cNvPr>
            <p:cNvSpPr/>
            <p:nvPr/>
          </p:nvSpPr>
          <p:spPr>
            <a:xfrm>
              <a:off x="567912" y="-29"/>
              <a:ext cx="11058172" cy="6858602"/>
            </a:xfrm>
            <a:custGeom>
              <a:avLst/>
              <a:gdLst>
                <a:gd name="connsiteX0" fmla="*/ 5125240 w 11058172"/>
                <a:gd name="connsiteY0" fmla="*/ 6754455 h 6858601"/>
                <a:gd name="connsiteX1" fmla="*/ 431032 w 11058172"/>
                <a:gd name="connsiteY1" fmla="*/ 4160041 h 6858601"/>
                <a:gd name="connsiteX2" fmla="*/ 431032 w 11058172"/>
                <a:gd name="connsiteY2" fmla="*/ 2698606 h 6858601"/>
                <a:gd name="connsiteX3" fmla="*/ 5125240 w 11058172"/>
                <a:gd name="connsiteY3" fmla="*/ 104191 h 6858601"/>
                <a:gd name="connsiteX4" fmla="*/ 5932933 w 11058172"/>
                <a:gd name="connsiteY4" fmla="*/ 104191 h 6858601"/>
                <a:gd name="connsiteX5" fmla="*/ 10627140 w 11058172"/>
                <a:gd name="connsiteY5" fmla="*/ 2698606 h 6858601"/>
                <a:gd name="connsiteX6" fmla="*/ 10627140 w 11058172"/>
                <a:gd name="connsiteY6" fmla="*/ 4160041 h 6858601"/>
                <a:gd name="connsiteX7" fmla="*/ 5932933 w 11058172"/>
                <a:gd name="connsiteY7" fmla="*/ 6754455 h 6858601"/>
                <a:gd name="connsiteX8" fmla="*/ 5125240 w 11058172"/>
                <a:gd name="connsiteY8" fmla="*/ 6754455 h 685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8172" h="6858601">
                  <a:moveTo>
                    <a:pt x="5125240" y="6754455"/>
                  </a:moveTo>
                  <a:lnTo>
                    <a:pt x="431032" y="4160041"/>
                  </a:lnTo>
                  <a:cubicBezTo>
                    <a:pt x="-143677" y="3842389"/>
                    <a:pt x="-143677" y="3016258"/>
                    <a:pt x="431032" y="2698606"/>
                  </a:cubicBezTo>
                  <a:lnTo>
                    <a:pt x="5125240" y="104191"/>
                  </a:lnTo>
                  <a:cubicBezTo>
                    <a:pt x="5376543" y="-34730"/>
                    <a:pt x="5681630" y="-34730"/>
                    <a:pt x="5932933" y="104191"/>
                  </a:cubicBezTo>
                  <a:lnTo>
                    <a:pt x="10627140" y="2698606"/>
                  </a:lnTo>
                  <a:cubicBezTo>
                    <a:pt x="11201850" y="3016258"/>
                    <a:pt x="11201850" y="3842389"/>
                    <a:pt x="10627140" y="4160041"/>
                  </a:cubicBezTo>
                  <a:lnTo>
                    <a:pt x="5932933" y="6754455"/>
                  </a:lnTo>
                  <a:cubicBezTo>
                    <a:pt x="5681630" y="6893318"/>
                    <a:pt x="5376543" y="6893318"/>
                    <a:pt x="5125240" y="6754455"/>
                  </a:cubicBezTo>
                  <a:close/>
                </a:path>
              </a:pathLst>
            </a:custGeom>
            <a:gradFill>
              <a:gsLst>
                <a:gs pos="1500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path path="circle">
                <a:fillToRect l="100000" t="100000"/>
              </a:path>
            </a:gra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9">
              <a:extLst>
                <a:ext uri="{FF2B5EF4-FFF2-40B4-BE49-F238E27FC236}">
                  <a16:creationId xmlns:a16="http://schemas.microsoft.com/office/drawing/2014/main" id="{55E9B809-01F0-880A-B88A-A0717A7A4794}"/>
                </a:ext>
              </a:extLst>
            </p:cNvPr>
            <p:cNvSpPr/>
            <p:nvPr/>
          </p:nvSpPr>
          <p:spPr>
            <a:xfrm>
              <a:off x="567962" y="2933556"/>
              <a:ext cx="11058071" cy="3925060"/>
            </a:xfrm>
            <a:custGeom>
              <a:avLst/>
              <a:gdLst>
                <a:gd name="connsiteX0" fmla="*/ 10627090 w 11058071"/>
                <a:gd name="connsiteY0" fmla="*/ 235039 h 3925060"/>
                <a:gd name="connsiteX1" fmla="*/ 5932883 w 11058071"/>
                <a:gd name="connsiteY1" fmla="*/ 2829395 h 3925060"/>
                <a:gd name="connsiteX2" fmla="*/ 5125189 w 11058071"/>
                <a:gd name="connsiteY2" fmla="*/ 2829395 h 3925060"/>
                <a:gd name="connsiteX3" fmla="*/ 430982 w 11058071"/>
                <a:gd name="connsiteY3" fmla="*/ 235039 h 3925060"/>
                <a:gd name="connsiteX4" fmla="*/ 161418 w 11058071"/>
                <a:gd name="connsiteY4" fmla="*/ 59 h 3925060"/>
                <a:gd name="connsiteX5" fmla="*/ 430982 w 11058071"/>
                <a:gd name="connsiteY5" fmla="*/ 1226455 h 3925060"/>
                <a:gd name="connsiteX6" fmla="*/ 5125189 w 11058071"/>
                <a:gd name="connsiteY6" fmla="*/ 3820869 h 3925060"/>
                <a:gd name="connsiteX7" fmla="*/ 5932883 w 11058071"/>
                <a:gd name="connsiteY7" fmla="*/ 3820869 h 3925060"/>
                <a:gd name="connsiteX8" fmla="*/ 10627090 w 11058071"/>
                <a:gd name="connsiteY8" fmla="*/ 1226455 h 3925060"/>
                <a:gd name="connsiteX9" fmla="*/ 10896654 w 11058071"/>
                <a:gd name="connsiteY9" fmla="*/ 0 h 3925060"/>
                <a:gd name="connsiteX10" fmla="*/ 10627090 w 11058071"/>
                <a:gd name="connsiteY10" fmla="*/ 235039 h 392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58071" h="3925060">
                  <a:moveTo>
                    <a:pt x="10627090" y="235039"/>
                  </a:moveTo>
                  <a:lnTo>
                    <a:pt x="5932883" y="2829395"/>
                  </a:lnTo>
                  <a:cubicBezTo>
                    <a:pt x="5681580" y="2968316"/>
                    <a:pt x="5376493" y="2968316"/>
                    <a:pt x="5125189" y="2829395"/>
                  </a:cubicBezTo>
                  <a:lnTo>
                    <a:pt x="430982" y="235039"/>
                  </a:lnTo>
                  <a:cubicBezTo>
                    <a:pt x="319422" y="173388"/>
                    <a:pt x="229646" y="92536"/>
                    <a:pt x="161418" y="59"/>
                  </a:cubicBezTo>
                  <a:cubicBezTo>
                    <a:pt x="-122003" y="384236"/>
                    <a:pt x="-32227" y="970454"/>
                    <a:pt x="430982" y="1226455"/>
                  </a:cubicBezTo>
                  <a:lnTo>
                    <a:pt x="5125189" y="3820869"/>
                  </a:lnTo>
                  <a:cubicBezTo>
                    <a:pt x="5376493" y="3959791"/>
                    <a:pt x="5681580" y="3959791"/>
                    <a:pt x="5932883" y="3820869"/>
                  </a:cubicBezTo>
                  <a:lnTo>
                    <a:pt x="10627090" y="1226455"/>
                  </a:lnTo>
                  <a:cubicBezTo>
                    <a:pt x="11090298" y="970454"/>
                    <a:pt x="11180075" y="384236"/>
                    <a:pt x="10896654" y="0"/>
                  </a:cubicBezTo>
                  <a:cubicBezTo>
                    <a:pt x="10828426" y="92536"/>
                    <a:pt x="10738650" y="173388"/>
                    <a:pt x="10627090" y="235039"/>
                  </a:cubicBezTo>
                  <a:close/>
                </a:path>
              </a:pathLst>
            </a:custGeom>
            <a:solidFill>
              <a:schemeClr val="accent1"/>
            </a:soli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4" name="TextBox 55">
            <a:extLst>
              <a:ext uri="{FF2B5EF4-FFF2-40B4-BE49-F238E27FC236}">
                <a16:creationId xmlns:a16="http://schemas.microsoft.com/office/drawing/2014/main" id="{E384EC5F-03CB-76C3-7267-7BBF2E9DFB5C}"/>
              </a:ext>
            </a:extLst>
          </p:cNvPr>
          <p:cNvSpPr txBox="1"/>
          <p:nvPr/>
        </p:nvSpPr>
        <p:spPr>
          <a:xfrm>
            <a:off x="3684971" y="2373949"/>
            <a:ext cx="3153525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altLang="zh-TW" sz="2400" b="1" spc="50" dirty="0">
                <a:solidFill>
                  <a:schemeClr val="bg1"/>
                </a:solidFill>
                <a:effectLst>
                  <a:outerShdw blurRad="75057" dist="88900" dir="5400000" sx="101000" sy="101000" rotWithShape="0">
                    <a:prstClr val="black">
                      <a:alpha val="25000"/>
                    </a:prstClr>
                  </a:outerShdw>
                </a:effectLst>
                <a:ea typeface="Noto Sans TC Medium" panose="020B0200000000000000" pitchFamily="34" charset="-120"/>
              </a:rPr>
              <a:t>App</a:t>
            </a:r>
            <a:r>
              <a:rPr lang="zh-TW" altLang="en-US" sz="2400" b="1" spc="50" dirty="0">
                <a:solidFill>
                  <a:schemeClr val="bg1"/>
                </a:solidFill>
                <a:effectLst>
                  <a:outerShdw blurRad="75057" dist="88900" dir="5400000" sx="101000" sy="101000" rotWithShape="0">
                    <a:prstClr val="black">
                      <a:alpha val="25000"/>
                    </a:prstClr>
                  </a:outerShdw>
                </a:effectLst>
                <a:ea typeface="Noto Sans TC Medium" panose="020B0200000000000000" pitchFamily="34" charset="-120"/>
              </a:rPr>
              <a:t> </a:t>
            </a:r>
            <a:r>
              <a:rPr lang="en-US" altLang="zh-TW" sz="2400" b="1" spc="50" dirty="0">
                <a:solidFill>
                  <a:schemeClr val="bg1"/>
                </a:solidFill>
                <a:effectLst>
                  <a:outerShdw blurRad="75057" dist="88900" dir="5400000" sx="101000" sy="101000" rotWithShape="0">
                    <a:prstClr val="black">
                      <a:alpha val="25000"/>
                    </a:prstClr>
                  </a:outerShdw>
                </a:effectLst>
                <a:ea typeface="Noto Sans TC Medium" panose="020B0200000000000000" pitchFamily="34" charset="-120"/>
              </a:rPr>
              <a:t>Layer</a:t>
            </a:r>
            <a:endParaRPr lang="en-US" sz="2400" b="1" spc="50" dirty="0">
              <a:solidFill>
                <a:schemeClr val="bg1"/>
              </a:solidFill>
              <a:effectLst>
                <a:outerShdw blurRad="75057" dist="88900" dir="5400000" sx="101000" sy="101000" rotWithShape="0">
                  <a:prstClr val="black">
                    <a:alpha val="25000"/>
                  </a:prstClr>
                </a:outerShdw>
              </a:effectLst>
              <a:ea typeface="Noto Sans TC Medium" panose="020B0200000000000000" pitchFamily="34" charset="-12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5BBB7F55-1985-AC61-5C1A-7F0628313CE4}"/>
              </a:ext>
            </a:extLst>
          </p:cNvPr>
          <p:cNvSpPr txBox="1"/>
          <p:nvPr/>
        </p:nvSpPr>
        <p:spPr>
          <a:xfrm rot="5400000">
            <a:off x="7219244" y="3193689"/>
            <a:ext cx="4227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dirty="0">
                <a:solidFill>
                  <a:schemeClr val="accent6"/>
                </a:solidFill>
              </a:rPr>
              <a:t>⇄</a:t>
            </a:r>
          </a:p>
        </p:txBody>
      </p:sp>
      <p:sp>
        <p:nvSpPr>
          <p:cNvPr id="39" name="TextBox 55">
            <a:extLst>
              <a:ext uri="{FF2B5EF4-FFF2-40B4-BE49-F238E27FC236}">
                <a16:creationId xmlns:a16="http://schemas.microsoft.com/office/drawing/2014/main" id="{3F149576-9D14-153B-7B6C-20C6C1E04FBD}"/>
              </a:ext>
            </a:extLst>
          </p:cNvPr>
          <p:cNvSpPr txBox="1"/>
          <p:nvPr/>
        </p:nvSpPr>
        <p:spPr>
          <a:xfrm>
            <a:off x="7661470" y="3253962"/>
            <a:ext cx="2089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pt-PT" altLang="zh-TW" sz="2000" spc="50" dirty="0">
                <a:solidFill>
                  <a:schemeClr val="accent6"/>
                </a:solidFill>
              </a:rPr>
              <a:t>RESTful API</a:t>
            </a:r>
            <a:endParaRPr lang="en-US" sz="2000" spc="50" dirty="0">
              <a:solidFill>
                <a:schemeClr val="accent6"/>
              </a:solidFill>
            </a:endParaRPr>
          </a:p>
        </p:txBody>
      </p:sp>
      <p:sp>
        <p:nvSpPr>
          <p:cNvPr id="41" name="TextBox 55">
            <a:extLst>
              <a:ext uri="{FF2B5EF4-FFF2-40B4-BE49-F238E27FC236}">
                <a16:creationId xmlns:a16="http://schemas.microsoft.com/office/drawing/2014/main" id="{18FB452E-A853-A95A-FF52-D012DEACE78C}"/>
              </a:ext>
            </a:extLst>
          </p:cNvPr>
          <p:cNvSpPr txBox="1"/>
          <p:nvPr/>
        </p:nvSpPr>
        <p:spPr>
          <a:xfrm>
            <a:off x="3684971" y="3793861"/>
            <a:ext cx="3153525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altLang="zh-TW" sz="2400" b="1" spc="50" dirty="0">
                <a:solidFill>
                  <a:schemeClr val="bg1"/>
                </a:solidFill>
                <a:effectLst>
                  <a:outerShdw blurRad="75057" dist="88900" dir="5400000" sx="101000" sy="101000" rotWithShape="0">
                    <a:prstClr val="black">
                      <a:alpha val="25000"/>
                    </a:prstClr>
                  </a:outerShdw>
                </a:effectLst>
                <a:ea typeface="Noto Sans TC Medium" panose="020B0200000000000000" pitchFamily="34" charset="-120"/>
              </a:rPr>
              <a:t>Backend</a:t>
            </a:r>
            <a:endParaRPr lang="en-US" sz="2400" b="1" spc="50" dirty="0">
              <a:solidFill>
                <a:schemeClr val="bg1"/>
              </a:solidFill>
              <a:effectLst>
                <a:outerShdw blurRad="75057" dist="88900" dir="5400000" sx="101000" sy="101000" rotWithShape="0">
                  <a:prstClr val="black">
                    <a:alpha val="25000"/>
                  </a:prstClr>
                </a:outerShdw>
              </a:effectLst>
              <a:ea typeface="Noto Sans TC Medium" panose="020B0200000000000000" pitchFamily="34" charset="-120"/>
            </a:endParaRPr>
          </a:p>
        </p:txBody>
      </p:sp>
      <p:sp>
        <p:nvSpPr>
          <p:cNvPr id="42" name="TextBox 55">
            <a:extLst>
              <a:ext uri="{FF2B5EF4-FFF2-40B4-BE49-F238E27FC236}">
                <a16:creationId xmlns:a16="http://schemas.microsoft.com/office/drawing/2014/main" id="{B076476C-0E39-40F7-25C9-80E353C4B5A5}"/>
              </a:ext>
            </a:extLst>
          </p:cNvPr>
          <p:cNvSpPr txBox="1"/>
          <p:nvPr/>
        </p:nvSpPr>
        <p:spPr>
          <a:xfrm>
            <a:off x="3684971" y="5066824"/>
            <a:ext cx="3153525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400" b="1" spc="50" dirty="0">
                <a:solidFill>
                  <a:schemeClr val="accent1"/>
                </a:solidFill>
                <a:effectLst>
                  <a:outerShdw blurRad="75057" dist="88900" dir="5400000" sx="101000" sy="101000" rotWithShape="0">
                    <a:schemeClr val="accent5">
                      <a:alpha val="25000"/>
                    </a:schemeClr>
                  </a:outerShdw>
                </a:effectLst>
                <a:ea typeface="Noto Sans TC Medium" panose="020B0200000000000000" pitchFamily="34" charset="-120"/>
              </a:rPr>
              <a:t>IoT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F73A36B-CAC0-8F69-C791-08A3C06F79D0}"/>
              </a:ext>
            </a:extLst>
          </p:cNvPr>
          <p:cNvSpPr txBox="1"/>
          <p:nvPr/>
        </p:nvSpPr>
        <p:spPr>
          <a:xfrm rot="5400000">
            <a:off x="7219244" y="4547448"/>
            <a:ext cx="4227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dirty="0">
                <a:solidFill>
                  <a:schemeClr val="accent6"/>
                </a:solidFill>
              </a:rPr>
              <a:t>⇄</a:t>
            </a:r>
          </a:p>
        </p:txBody>
      </p:sp>
      <p:sp>
        <p:nvSpPr>
          <p:cNvPr id="44" name="TextBox 55">
            <a:extLst>
              <a:ext uri="{FF2B5EF4-FFF2-40B4-BE49-F238E27FC236}">
                <a16:creationId xmlns:a16="http://schemas.microsoft.com/office/drawing/2014/main" id="{7961B768-7AB9-E49A-E22A-C0B986BD7D4F}"/>
              </a:ext>
            </a:extLst>
          </p:cNvPr>
          <p:cNvSpPr txBox="1"/>
          <p:nvPr/>
        </p:nvSpPr>
        <p:spPr>
          <a:xfrm>
            <a:off x="7661470" y="4607721"/>
            <a:ext cx="2089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pt-PT" altLang="zh-TW" sz="2000" spc="50" dirty="0">
                <a:solidFill>
                  <a:schemeClr val="accent6"/>
                </a:solidFill>
              </a:rPr>
              <a:t>MQTT</a:t>
            </a:r>
            <a:endParaRPr lang="en-US" sz="2000" spc="50" dirty="0">
              <a:solidFill>
                <a:schemeClr val="accent6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5D89B4D-A2DD-9589-D1F8-FF9143A101A8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11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660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7E4750-C50E-B179-36A1-9785E6778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6A9ABDE9-F85E-B116-855C-FBFB30AFA43B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51BDA18A-3F51-257A-D1AE-CB6E532C8C95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系統架構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AF5606C-77C4-6673-0611-3E1ABFBE1BA1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SYSTEM ARCHITECTURE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grpSp>
        <p:nvGrpSpPr>
          <p:cNvPr id="25" name="Group 7">
            <a:extLst>
              <a:ext uri="{FF2B5EF4-FFF2-40B4-BE49-F238E27FC236}">
                <a16:creationId xmlns:a16="http://schemas.microsoft.com/office/drawing/2014/main" id="{FF261639-9DBE-0584-D3D6-DE16BC0EB355}"/>
              </a:ext>
            </a:extLst>
          </p:cNvPr>
          <p:cNvGrpSpPr/>
          <p:nvPr/>
        </p:nvGrpSpPr>
        <p:grpSpPr>
          <a:xfrm>
            <a:off x="758890" y="2697145"/>
            <a:ext cx="3796608" cy="2354784"/>
            <a:chOff x="567912" y="-29"/>
            <a:chExt cx="11058172" cy="6858645"/>
          </a:xfrm>
        </p:grpSpPr>
        <p:sp>
          <p:nvSpPr>
            <p:cNvPr id="31" name="Freeform: Shape 8">
              <a:extLst>
                <a:ext uri="{FF2B5EF4-FFF2-40B4-BE49-F238E27FC236}">
                  <a16:creationId xmlns:a16="http://schemas.microsoft.com/office/drawing/2014/main" id="{51526354-604F-1773-FC04-628910C37866}"/>
                </a:ext>
              </a:extLst>
            </p:cNvPr>
            <p:cNvSpPr/>
            <p:nvPr/>
          </p:nvSpPr>
          <p:spPr>
            <a:xfrm>
              <a:off x="567912" y="-29"/>
              <a:ext cx="11058172" cy="6858602"/>
            </a:xfrm>
            <a:custGeom>
              <a:avLst/>
              <a:gdLst>
                <a:gd name="connsiteX0" fmla="*/ 5125240 w 11058172"/>
                <a:gd name="connsiteY0" fmla="*/ 6754455 h 6858601"/>
                <a:gd name="connsiteX1" fmla="*/ 431032 w 11058172"/>
                <a:gd name="connsiteY1" fmla="*/ 4160041 h 6858601"/>
                <a:gd name="connsiteX2" fmla="*/ 431032 w 11058172"/>
                <a:gd name="connsiteY2" fmla="*/ 2698606 h 6858601"/>
                <a:gd name="connsiteX3" fmla="*/ 5125240 w 11058172"/>
                <a:gd name="connsiteY3" fmla="*/ 104191 h 6858601"/>
                <a:gd name="connsiteX4" fmla="*/ 5932933 w 11058172"/>
                <a:gd name="connsiteY4" fmla="*/ 104191 h 6858601"/>
                <a:gd name="connsiteX5" fmla="*/ 10627140 w 11058172"/>
                <a:gd name="connsiteY5" fmla="*/ 2698606 h 6858601"/>
                <a:gd name="connsiteX6" fmla="*/ 10627140 w 11058172"/>
                <a:gd name="connsiteY6" fmla="*/ 4160041 h 6858601"/>
                <a:gd name="connsiteX7" fmla="*/ 5932933 w 11058172"/>
                <a:gd name="connsiteY7" fmla="*/ 6754455 h 6858601"/>
                <a:gd name="connsiteX8" fmla="*/ 5125240 w 11058172"/>
                <a:gd name="connsiteY8" fmla="*/ 6754455 h 685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8172" h="6858601">
                  <a:moveTo>
                    <a:pt x="5125240" y="6754455"/>
                  </a:moveTo>
                  <a:lnTo>
                    <a:pt x="431032" y="4160041"/>
                  </a:lnTo>
                  <a:cubicBezTo>
                    <a:pt x="-143677" y="3842389"/>
                    <a:pt x="-143677" y="3016258"/>
                    <a:pt x="431032" y="2698606"/>
                  </a:cubicBezTo>
                  <a:lnTo>
                    <a:pt x="5125240" y="104191"/>
                  </a:lnTo>
                  <a:cubicBezTo>
                    <a:pt x="5376543" y="-34730"/>
                    <a:pt x="5681630" y="-34730"/>
                    <a:pt x="5932933" y="104191"/>
                  </a:cubicBezTo>
                  <a:lnTo>
                    <a:pt x="10627140" y="2698606"/>
                  </a:lnTo>
                  <a:cubicBezTo>
                    <a:pt x="11201850" y="3016258"/>
                    <a:pt x="11201850" y="3842389"/>
                    <a:pt x="10627140" y="4160041"/>
                  </a:cubicBezTo>
                  <a:lnTo>
                    <a:pt x="5932933" y="6754455"/>
                  </a:lnTo>
                  <a:cubicBezTo>
                    <a:pt x="5681630" y="6893318"/>
                    <a:pt x="5376543" y="6893318"/>
                    <a:pt x="5125240" y="6754455"/>
                  </a:cubicBezTo>
                  <a:close/>
                </a:path>
              </a:pathLst>
            </a:custGeom>
            <a:gradFill>
              <a:gsLst>
                <a:gs pos="1500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path path="circle">
                <a:fillToRect l="100000" t="100000"/>
              </a:path>
            </a:gra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9">
              <a:extLst>
                <a:ext uri="{FF2B5EF4-FFF2-40B4-BE49-F238E27FC236}">
                  <a16:creationId xmlns:a16="http://schemas.microsoft.com/office/drawing/2014/main" id="{27795A3A-A1AC-A584-666A-E17191CF627C}"/>
                </a:ext>
              </a:extLst>
            </p:cNvPr>
            <p:cNvSpPr/>
            <p:nvPr/>
          </p:nvSpPr>
          <p:spPr>
            <a:xfrm>
              <a:off x="567962" y="2933556"/>
              <a:ext cx="11058071" cy="3925060"/>
            </a:xfrm>
            <a:custGeom>
              <a:avLst/>
              <a:gdLst>
                <a:gd name="connsiteX0" fmla="*/ 10627090 w 11058071"/>
                <a:gd name="connsiteY0" fmla="*/ 235039 h 3925060"/>
                <a:gd name="connsiteX1" fmla="*/ 5932883 w 11058071"/>
                <a:gd name="connsiteY1" fmla="*/ 2829395 h 3925060"/>
                <a:gd name="connsiteX2" fmla="*/ 5125189 w 11058071"/>
                <a:gd name="connsiteY2" fmla="*/ 2829395 h 3925060"/>
                <a:gd name="connsiteX3" fmla="*/ 430982 w 11058071"/>
                <a:gd name="connsiteY3" fmla="*/ 235039 h 3925060"/>
                <a:gd name="connsiteX4" fmla="*/ 161418 w 11058071"/>
                <a:gd name="connsiteY4" fmla="*/ 59 h 3925060"/>
                <a:gd name="connsiteX5" fmla="*/ 430982 w 11058071"/>
                <a:gd name="connsiteY5" fmla="*/ 1226455 h 3925060"/>
                <a:gd name="connsiteX6" fmla="*/ 5125189 w 11058071"/>
                <a:gd name="connsiteY6" fmla="*/ 3820869 h 3925060"/>
                <a:gd name="connsiteX7" fmla="*/ 5932883 w 11058071"/>
                <a:gd name="connsiteY7" fmla="*/ 3820869 h 3925060"/>
                <a:gd name="connsiteX8" fmla="*/ 10627090 w 11058071"/>
                <a:gd name="connsiteY8" fmla="*/ 1226455 h 3925060"/>
                <a:gd name="connsiteX9" fmla="*/ 10896654 w 11058071"/>
                <a:gd name="connsiteY9" fmla="*/ 0 h 3925060"/>
                <a:gd name="connsiteX10" fmla="*/ 10627090 w 11058071"/>
                <a:gd name="connsiteY10" fmla="*/ 235039 h 392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58071" h="3925060">
                  <a:moveTo>
                    <a:pt x="10627090" y="235039"/>
                  </a:moveTo>
                  <a:lnTo>
                    <a:pt x="5932883" y="2829395"/>
                  </a:lnTo>
                  <a:cubicBezTo>
                    <a:pt x="5681580" y="2968316"/>
                    <a:pt x="5376493" y="2968316"/>
                    <a:pt x="5125189" y="2829395"/>
                  </a:cubicBezTo>
                  <a:lnTo>
                    <a:pt x="430982" y="235039"/>
                  </a:lnTo>
                  <a:cubicBezTo>
                    <a:pt x="319422" y="173388"/>
                    <a:pt x="229646" y="92536"/>
                    <a:pt x="161418" y="59"/>
                  </a:cubicBezTo>
                  <a:cubicBezTo>
                    <a:pt x="-122003" y="384236"/>
                    <a:pt x="-32227" y="970454"/>
                    <a:pt x="430982" y="1226455"/>
                  </a:cubicBezTo>
                  <a:lnTo>
                    <a:pt x="5125189" y="3820869"/>
                  </a:lnTo>
                  <a:cubicBezTo>
                    <a:pt x="5376493" y="3959791"/>
                    <a:pt x="5681580" y="3959791"/>
                    <a:pt x="5932883" y="3820869"/>
                  </a:cubicBezTo>
                  <a:lnTo>
                    <a:pt x="10627090" y="1226455"/>
                  </a:lnTo>
                  <a:cubicBezTo>
                    <a:pt x="11090298" y="970454"/>
                    <a:pt x="11180075" y="384236"/>
                    <a:pt x="10896654" y="0"/>
                  </a:cubicBezTo>
                  <a:cubicBezTo>
                    <a:pt x="10828426" y="92536"/>
                    <a:pt x="10738650" y="173388"/>
                    <a:pt x="10627090" y="235039"/>
                  </a:cubicBezTo>
                  <a:close/>
                </a:path>
              </a:pathLst>
            </a:custGeom>
            <a:solidFill>
              <a:schemeClr val="accent1"/>
            </a:soli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4" name="TextBox 55">
            <a:extLst>
              <a:ext uri="{FF2B5EF4-FFF2-40B4-BE49-F238E27FC236}">
                <a16:creationId xmlns:a16="http://schemas.microsoft.com/office/drawing/2014/main" id="{EB46DFD2-7216-2596-7DD2-3562EFFE273A}"/>
              </a:ext>
            </a:extLst>
          </p:cNvPr>
          <p:cNvSpPr txBox="1"/>
          <p:nvPr/>
        </p:nvSpPr>
        <p:spPr>
          <a:xfrm>
            <a:off x="773911" y="3416982"/>
            <a:ext cx="3776594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spcBef>
                <a:spcPts val="1200"/>
              </a:spcBef>
              <a:defRPr sz="2400" b="1" spc="50">
                <a:solidFill>
                  <a:schemeClr val="bg1"/>
                </a:solidFill>
                <a:effectLst>
                  <a:outerShdw blurRad="75057" dist="88900" dir="5400000" sx="101000" sy="101000" rotWithShape="0">
                    <a:prstClr val="black">
                      <a:alpha val="25000"/>
                    </a:prstClr>
                  </a:outerShdw>
                </a:effectLst>
                <a:ea typeface="Noto Sans TC Medium" panose="020B0200000000000000" pitchFamily="34" charset="-120"/>
              </a:defRPr>
            </a:lvl1pPr>
          </a:lstStyle>
          <a:p>
            <a:r>
              <a:rPr lang="en-US" altLang="zh-TW" sz="2800" dirty="0"/>
              <a:t>App</a:t>
            </a:r>
            <a:r>
              <a:rPr lang="zh-TW" altLang="en-US" sz="2800" dirty="0"/>
              <a:t> </a:t>
            </a:r>
            <a:r>
              <a:rPr lang="en-US" altLang="zh-TW" sz="2800" dirty="0"/>
              <a:t>Layer</a:t>
            </a:r>
            <a:endParaRPr lang="en-US" sz="28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B79CD72-30F6-CD42-2598-7BC99A4DA265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12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934DBD00-27DE-17BF-4C2D-E494395E931B}"/>
              </a:ext>
            </a:extLst>
          </p:cNvPr>
          <p:cNvGrpSpPr/>
          <p:nvPr/>
        </p:nvGrpSpPr>
        <p:grpSpPr>
          <a:xfrm>
            <a:off x="758890" y="9171895"/>
            <a:ext cx="4425246" cy="2744686"/>
            <a:chOff x="567912" y="-29"/>
            <a:chExt cx="11058172" cy="6858645"/>
          </a:xfrm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45C60D8F-4176-EE15-0ED0-64C5D55830BF}"/>
                </a:ext>
              </a:extLst>
            </p:cNvPr>
            <p:cNvSpPr/>
            <p:nvPr/>
          </p:nvSpPr>
          <p:spPr>
            <a:xfrm>
              <a:off x="567912" y="-29"/>
              <a:ext cx="11058172" cy="6858601"/>
            </a:xfrm>
            <a:custGeom>
              <a:avLst/>
              <a:gdLst>
                <a:gd name="connsiteX0" fmla="*/ 5125240 w 11058172"/>
                <a:gd name="connsiteY0" fmla="*/ 6754455 h 6858601"/>
                <a:gd name="connsiteX1" fmla="*/ 431032 w 11058172"/>
                <a:gd name="connsiteY1" fmla="*/ 4160041 h 6858601"/>
                <a:gd name="connsiteX2" fmla="*/ 431032 w 11058172"/>
                <a:gd name="connsiteY2" fmla="*/ 2698606 h 6858601"/>
                <a:gd name="connsiteX3" fmla="*/ 5125240 w 11058172"/>
                <a:gd name="connsiteY3" fmla="*/ 104191 h 6858601"/>
                <a:gd name="connsiteX4" fmla="*/ 5932933 w 11058172"/>
                <a:gd name="connsiteY4" fmla="*/ 104191 h 6858601"/>
                <a:gd name="connsiteX5" fmla="*/ 10627140 w 11058172"/>
                <a:gd name="connsiteY5" fmla="*/ 2698606 h 6858601"/>
                <a:gd name="connsiteX6" fmla="*/ 10627140 w 11058172"/>
                <a:gd name="connsiteY6" fmla="*/ 4160041 h 6858601"/>
                <a:gd name="connsiteX7" fmla="*/ 5932933 w 11058172"/>
                <a:gd name="connsiteY7" fmla="*/ 6754455 h 6858601"/>
                <a:gd name="connsiteX8" fmla="*/ 5125240 w 11058172"/>
                <a:gd name="connsiteY8" fmla="*/ 6754455 h 685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8172" h="6858601">
                  <a:moveTo>
                    <a:pt x="5125240" y="6754455"/>
                  </a:moveTo>
                  <a:lnTo>
                    <a:pt x="431032" y="4160041"/>
                  </a:lnTo>
                  <a:cubicBezTo>
                    <a:pt x="-143677" y="3842389"/>
                    <a:pt x="-143677" y="3016258"/>
                    <a:pt x="431032" y="2698606"/>
                  </a:cubicBezTo>
                  <a:lnTo>
                    <a:pt x="5125240" y="104191"/>
                  </a:lnTo>
                  <a:cubicBezTo>
                    <a:pt x="5376543" y="-34730"/>
                    <a:pt x="5681630" y="-34730"/>
                    <a:pt x="5932933" y="104191"/>
                  </a:cubicBezTo>
                  <a:lnTo>
                    <a:pt x="10627140" y="2698606"/>
                  </a:lnTo>
                  <a:cubicBezTo>
                    <a:pt x="11201850" y="3016258"/>
                    <a:pt x="11201850" y="3842389"/>
                    <a:pt x="10627140" y="4160041"/>
                  </a:cubicBezTo>
                  <a:lnTo>
                    <a:pt x="5932933" y="6754455"/>
                  </a:lnTo>
                  <a:cubicBezTo>
                    <a:pt x="5681630" y="6893318"/>
                    <a:pt x="5376543" y="6893318"/>
                    <a:pt x="5125240" y="6754455"/>
                  </a:cubicBezTo>
                  <a:close/>
                </a:path>
              </a:pathLst>
            </a:custGeom>
            <a:gradFill>
              <a:gsLst>
                <a:gs pos="15000">
                  <a:schemeClr val="accent3">
                    <a:lumMod val="60000"/>
                    <a:lumOff val="40000"/>
                  </a:schemeClr>
                </a:gs>
                <a:gs pos="75000">
                  <a:schemeClr val="accent3"/>
                </a:gs>
              </a:gsLst>
              <a:path path="circle">
                <a:fillToRect l="100000" t="100000"/>
              </a:path>
            </a:gra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3">
              <a:extLst>
                <a:ext uri="{FF2B5EF4-FFF2-40B4-BE49-F238E27FC236}">
                  <a16:creationId xmlns:a16="http://schemas.microsoft.com/office/drawing/2014/main" id="{76D753EF-0227-D95C-E1D2-045841AC52F8}"/>
                </a:ext>
              </a:extLst>
            </p:cNvPr>
            <p:cNvSpPr/>
            <p:nvPr/>
          </p:nvSpPr>
          <p:spPr>
            <a:xfrm>
              <a:off x="567962" y="2933556"/>
              <a:ext cx="11058071" cy="3925060"/>
            </a:xfrm>
            <a:custGeom>
              <a:avLst/>
              <a:gdLst>
                <a:gd name="connsiteX0" fmla="*/ 10627090 w 11058071"/>
                <a:gd name="connsiteY0" fmla="*/ 235039 h 3925060"/>
                <a:gd name="connsiteX1" fmla="*/ 5932883 w 11058071"/>
                <a:gd name="connsiteY1" fmla="*/ 2829395 h 3925060"/>
                <a:gd name="connsiteX2" fmla="*/ 5125189 w 11058071"/>
                <a:gd name="connsiteY2" fmla="*/ 2829395 h 3925060"/>
                <a:gd name="connsiteX3" fmla="*/ 430982 w 11058071"/>
                <a:gd name="connsiteY3" fmla="*/ 235039 h 3925060"/>
                <a:gd name="connsiteX4" fmla="*/ 161418 w 11058071"/>
                <a:gd name="connsiteY4" fmla="*/ 59 h 3925060"/>
                <a:gd name="connsiteX5" fmla="*/ 430982 w 11058071"/>
                <a:gd name="connsiteY5" fmla="*/ 1226455 h 3925060"/>
                <a:gd name="connsiteX6" fmla="*/ 5125189 w 11058071"/>
                <a:gd name="connsiteY6" fmla="*/ 3820869 h 3925060"/>
                <a:gd name="connsiteX7" fmla="*/ 5932883 w 11058071"/>
                <a:gd name="connsiteY7" fmla="*/ 3820869 h 3925060"/>
                <a:gd name="connsiteX8" fmla="*/ 10627090 w 11058071"/>
                <a:gd name="connsiteY8" fmla="*/ 1226455 h 3925060"/>
                <a:gd name="connsiteX9" fmla="*/ 10896654 w 11058071"/>
                <a:gd name="connsiteY9" fmla="*/ 0 h 3925060"/>
                <a:gd name="connsiteX10" fmla="*/ 10627090 w 11058071"/>
                <a:gd name="connsiteY10" fmla="*/ 235039 h 392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58071" h="3925060">
                  <a:moveTo>
                    <a:pt x="10627090" y="235039"/>
                  </a:moveTo>
                  <a:lnTo>
                    <a:pt x="5932883" y="2829395"/>
                  </a:lnTo>
                  <a:cubicBezTo>
                    <a:pt x="5681580" y="2968316"/>
                    <a:pt x="5376493" y="2968316"/>
                    <a:pt x="5125189" y="2829395"/>
                  </a:cubicBezTo>
                  <a:lnTo>
                    <a:pt x="430982" y="235039"/>
                  </a:lnTo>
                  <a:cubicBezTo>
                    <a:pt x="319422" y="173388"/>
                    <a:pt x="229646" y="92536"/>
                    <a:pt x="161418" y="59"/>
                  </a:cubicBezTo>
                  <a:cubicBezTo>
                    <a:pt x="-122003" y="384236"/>
                    <a:pt x="-32227" y="970454"/>
                    <a:pt x="430982" y="1226455"/>
                  </a:cubicBezTo>
                  <a:lnTo>
                    <a:pt x="5125189" y="3820869"/>
                  </a:lnTo>
                  <a:cubicBezTo>
                    <a:pt x="5376493" y="3959791"/>
                    <a:pt x="5681580" y="3959791"/>
                    <a:pt x="5932883" y="3820869"/>
                  </a:cubicBezTo>
                  <a:lnTo>
                    <a:pt x="10627090" y="1226455"/>
                  </a:lnTo>
                  <a:cubicBezTo>
                    <a:pt x="11090298" y="970454"/>
                    <a:pt x="11180075" y="384236"/>
                    <a:pt x="10896654" y="0"/>
                  </a:cubicBezTo>
                  <a:cubicBezTo>
                    <a:pt x="10828426" y="92536"/>
                    <a:pt x="10738650" y="173388"/>
                    <a:pt x="10627090" y="235039"/>
                  </a:cubicBezTo>
                  <a:close/>
                </a:path>
              </a:pathLst>
            </a:custGeom>
            <a:solidFill>
              <a:schemeClr val="accent3"/>
            </a:soli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" name="Group 42">
            <a:extLst>
              <a:ext uri="{FF2B5EF4-FFF2-40B4-BE49-F238E27FC236}">
                <a16:creationId xmlns:a16="http://schemas.microsoft.com/office/drawing/2014/main" id="{2A5FE69F-BDE0-D98B-9F48-965DCF518585}"/>
              </a:ext>
            </a:extLst>
          </p:cNvPr>
          <p:cNvGrpSpPr/>
          <p:nvPr/>
        </p:nvGrpSpPr>
        <p:grpSpPr>
          <a:xfrm>
            <a:off x="758860" y="7212573"/>
            <a:ext cx="4425246" cy="2744686"/>
            <a:chOff x="567912" y="-29"/>
            <a:chExt cx="11058172" cy="6858645"/>
          </a:xfrm>
        </p:grpSpPr>
        <p:sp>
          <p:nvSpPr>
            <p:cNvPr id="10" name="Freeform: Shape 43">
              <a:extLst>
                <a:ext uri="{FF2B5EF4-FFF2-40B4-BE49-F238E27FC236}">
                  <a16:creationId xmlns:a16="http://schemas.microsoft.com/office/drawing/2014/main" id="{5893CFE1-7884-8225-52A5-D4938B183C47}"/>
                </a:ext>
              </a:extLst>
            </p:cNvPr>
            <p:cNvSpPr/>
            <p:nvPr/>
          </p:nvSpPr>
          <p:spPr>
            <a:xfrm>
              <a:off x="567912" y="-29"/>
              <a:ext cx="11058172" cy="6858602"/>
            </a:xfrm>
            <a:custGeom>
              <a:avLst/>
              <a:gdLst>
                <a:gd name="connsiteX0" fmla="*/ 5125240 w 11058172"/>
                <a:gd name="connsiteY0" fmla="*/ 6754455 h 6858601"/>
                <a:gd name="connsiteX1" fmla="*/ 431032 w 11058172"/>
                <a:gd name="connsiteY1" fmla="*/ 4160041 h 6858601"/>
                <a:gd name="connsiteX2" fmla="*/ 431032 w 11058172"/>
                <a:gd name="connsiteY2" fmla="*/ 2698606 h 6858601"/>
                <a:gd name="connsiteX3" fmla="*/ 5125240 w 11058172"/>
                <a:gd name="connsiteY3" fmla="*/ 104191 h 6858601"/>
                <a:gd name="connsiteX4" fmla="*/ 5932933 w 11058172"/>
                <a:gd name="connsiteY4" fmla="*/ 104191 h 6858601"/>
                <a:gd name="connsiteX5" fmla="*/ 10627140 w 11058172"/>
                <a:gd name="connsiteY5" fmla="*/ 2698606 h 6858601"/>
                <a:gd name="connsiteX6" fmla="*/ 10627140 w 11058172"/>
                <a:gd name="connsiteY6" fmla="*/ 4160041 h 6858601"/>
                <a:gd name="connsiteX7" fmla="*/ 5932933 w 11058172"/>
                <a:gd name="connsiteY7" fmla="*/ 6754455 h 6858601"/>
                <a:gd name="connsiteX8" fmla="*/ 5125240 w 11058172"/>
                <a:gd name="connsiteY8" fmla="*/ 6754455 h 685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8172" h="6858601">
                  <a:moveTo>
                    <a:pt x="5125240" y="6754455"/>
                  </a:moveTo>
                  <a:lnTo>
                    <a:pt x="431032" y="4160041"/>
                  </a:lnTo>
                  <a:cubicBezTo>
                    <a:pt x="-143677" y="3842389"/>
                    <a:pt x="-143677" y="3016258"/>
                    <a:pt x="431032" y="2698606"/>
                  </a:cubicBezTo>
                  <a:lnTo>
                    <a:pt x="5125240" y="104191"/>
                  </a:lnTo>
                  <a:cubicBezTo>
                    <a:pt x="5376543" y="-34730"/>
                    <a:pt x="5681630" y="-34730"/>
                    <a:pt x="5932933" y="104191"/>
                  </a:cubicBezTo>
                  <a:lnTo>
                    <a:pt x="10627140" y="2698606"/>
                  </a:lnTo>
                  <a:cubicBezTo>
                    <a:pt x="11201850" y="3016258"/>
                    <a:pt x="11201850" y="3842389"/>
                    <a:pt x="10627140" y="4160041"/>
                  </a:cubicBezTo>
                  <a:lnTo>
                    <a:pt x="5932933" y="6754455"/>
                  </a:lnTo>
                  <a:cubicBezTo>
                    <a:pt x="5681630" y="6893318"/>
                    <a:pt x="5376543" y="6893318"/>
                    <a:pt x="5125240" y="6754455"/>
                  </a:cubicBezTo>
                  <a:close/>
                </a:path>
              </a:pathLst>
            </a:custGeom>
            <a:gradFill>
              <a:gsLst>
                <a:gs pos="1500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path path="circle">
                <a:fillToRect l="100000" t="100000"/>
              </a:path>
            </a:gra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44">
              <a:extLst>
                <a:ext uri="{FF2B5EF4-FFF2-40B4-BE49-F238E27FC236}">
                  <a16:creationId xmlns:a16="http://schemas.microsoft.com/office/drawing/2014/main" id="{F94129FC-74A3-03AF-1C73-89EF36C01B18}"/>
                </a:ext>
              </a:extLst>
            </p:cNvPr>
            <p:cNvSpPr/>
            <p:nvPr/>
          </p:nvSpPr>
          <p:spPr>
            <a:xfrm>
              <a:off x="567962" y="2933556"/>
              <a:ext cx="11058071" cy="3925060"/>
            </a:xfrm>
            <a:custGeom>
              <a:avLst/>
              <a:gdLst>
                <a:gd name="connsiteX0" fmla="*/ 10627090 w 11058071"/>
                <a:gd name="connsiteY0" fmla="*/ 235039 h 3925060"/>
                <a:gd name="connsiteX1" fmla="*/ 5932883 w 11058071"/>
                <a:gd name="connsiteY1" fmla="*/ 2829395 h 3925060"/>
                <a:gd name="connsiteX2" fmla="*/ 5125189 w 11058071"/>
                <a:gd name="connsiteY2" fmla="*/ 2829395 h 3925060"/>
                <a:gd name="connsiteX3" fmla="*/ 430982 w 11058071"/>
                <a:gd name="connsiteY3" fmla="*/ 235039 h 3925060"/>
                <a:gd name="connsiteX4" fmla="*/ 161418 w 11058071"/>
                <a:gd name="connsiteY4" fmla="*/ 59 h 3925060"/>
                <a:gd name="connsiteX5" fmla="*/ 430982 w 11058071"/>
                <a:gd name="connsiteY5" fmla="*/ 1226455 h 3925060"/>
                <a:gd name="connsiteX6" fmla="*/ 5125189 w 11058071"/>
                <a:gd name="connsiteY6" fmla="*/ 3820869 h 3925060"/>
                <a:gd name="connsiteX7" fmla="*/ 5932883 w 11058071"/>
                <a:gd name="connsiteY7" fmla="*/ 3820869 h 3925060"/>
                <a:gd name="connsiteX8" fmla="*/ 10627090 w 11058071"/>
                <a:gd name="connsiteY8" fmla="*/ 1226455 h 3925060"/>
                <a:gd name="connsiteX9" fmla="*/ 10896654 w 11058071"/>
                <a:gd name="connsiteY9" fmla="*/ 0 h 3925060"/>
                <a:gd name="connsiteX10" fmla="*/ 10627090 w 11058071"/>
                <a:gd name="connsiteY10" fmla="*/ 235039 h 392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58071" h="3925060">
                  <a:moveTo>
                    <a:pt x="10627090" y="235039"/>
                  </a:moveTo>
                  <a:lnTo>
                    <a:pt x="5932883" y="2829395"/>
                  </a:lnTo>
                  <a:cubicBezTo>
                    <a:pt x="5681580" y="2968316"/>
                    <a:pt x="5376493" y="2968316"/>
                    <a:pt x="5125189" y="2829395"/>
                  </a:cubicBezTo>
                  <a:lnTo>
                    <a:pt x="430982" y="235039"/>
                  </a:lnTo>
                  <a:cubicBezTo>
                    <a:pt x="319422" y="173388"/>
                    <a:pt x="229646" y="92536"/>
                    <a:pt x="161418" y="59"/>
                  </a:cubicBezTo>
                  <a:cubicBezTo>
                    <a:pt x="-122003" y="384236"/>
                    <a:pt x="-32227" y="970454"/>
                    <a:pt x="430982" y="1226455"/>
                  </a:cubicBezTo>
                  <a:lnTo>
                    <a:pt x="5125189" y="3820869"/>
                  </a:lnTo>
                  <a:cubicBezTo>
                    <a:pt x="5376493" y="3959791"/>
                    <a:pt x="5681580" y="3959791"/>
                    <a:pt x="5932883" y="3820869"/>
                  </a:cubicBezTo>
                  <a:lnTo>
                    <a:pt x="10627090" y="1226455"/>
                  </a:lnTo>
                  <a:cubicBezTo>
                    <a:pt x="11090298" y="970454"/>
                    <a:pt x="11180075" y="384236"/>
                    <a:pt x="10896654" y="0"/>
                  </a:cubicBezTo>
                  <a:cubicBezTo>
                    <a:pt x="10828426" y="92536"/>
                    <a:pt x="10738650" y="173388"/>
                    <a:pt x="10627090" y="235039"/>
                  </a:cubicBezTo>
                  <a:close/>
                </a:path>
              </a:pathLst>
            </a:custGeom>
            <a:solidFill>
              <a:schemeClr val="accent2"/>
            </a:soli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2" name="TextBox 55">
            <a:extLst>
              <a:ext uri="{FF2B5EF4-FFF2-40B4-BE49-F238E27FC236}">
                <a16:creationId xmlns:a16="http://schemas.microsoft.com/office/drawing/2014/main" id="{CF0D6E19-F69B-F09F-B790-58FA809368C9}"/>
              </a:ext>
            </a:extLst>
          </p:cNvPr>
          <p:cNvSpPr txBox="1"/>
          <p:nvPr/>
        </p:nvSpPr>
        <p:spPr>
          <a:xfrm>
            <a:off x="780526" y="8078436"/>
            <a:ext cx="4401924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altLang="zh-TW" sz="2400" b="1" spc="50" dirty="0">
                <a:solidFill>
                  <a:schemeClr val="bg1"/>
                </a:solidFill>
                <a:effectLst>
                  <a:outerShdw blurRad="75057" dist="88900" dir="5400000" sx="101000" sy="101000" rotWithShape="0">
                    <a:prstClr val="black">
                      <a:alpha val="25000"/>
                    </a:prstClr>
                  </a:outerShdw>
                </a:effectLst>
                <a:ea typeface="Noto Sans TC Medium" panose="020B0200000000000000" pitchFamily="34" charset="-120"/>
              </a:rPr>
              <a:t>Backend</a:t>
            </a:r>
            <a:endParaRPr lang="en-US" sz="2400" b="1" spc="50" dirty="0">
              <a:solidFill>
                <a:schemeClr val="bg1"/>
              </a:solidFill>
              <a:effectLst>
                <a:outerShdw blurRad="75057" dist="88900" dir="5400000" sx="101000" sy="101000" rotWithShape="0">
                  <a:prstClr val="black">
                    <a:alpha val="25000"/>
                  </a:prstClr>
                </a:outerShdw>
              </a:effectLst>
              <a:ea typeface="Noto Sans TC Medium" panose="020B0200000000000000" pitchFamily="34" charset="-120"/>
            </a:endParaRPr>
          </a:p>
        </p:txBody>
      </p:sp>
      <p:sp>
        <p:nvSpPr>
          <p:cNvPr id="13" name="TextBox 55">
            <a:extLst>
              <a:ext uri="{FF2B5EF4-FFF2-40B4-BE49-F238E27FC236}">
                <a16:creationId xmlns:a16="http://schemas.microsoft.com/office/drawing/2014/main" id="{D58E37DF-C637-AD4B-9627-18CC03869A82}"/>
              </a:ext>
            </a:extLst>
          </p:cNvPr>
          <p:cNvSpPr txBox="1"/>
          <p:nvPr/>
        </p:nvSpPr>
        <p:spPr>
          <a:xfrm>
            <a:off x="780526" y="10268590"/>
            <a:ext cx="4401924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400" b="1" spc="50" dirty="0">
                <a:solidFill>
                  <a:schemeClr val="accent1"/>
                </a:solidFill>
                <a:effectLst>
                  <a:outerShdw blurRad="75057" dist="88900" dir="5400000" sx="101000" sy="101000" rotWithShape="0">
                    <a:prstClr val="black">
                      <a:alpha val="25000"/>
                    </a:prstClr>
                  </a:outerShdw>
                </a:effectLst>
                <a:ea typeface="Noto Sans TC Medium" panose="020B0200000000000000" pitchFamily="34" charset="-120"/>
              </a:rPr>
              <a:t>IoT</a:t>
            </a:r>
          </a:p>
        </p:txBody>
      </p: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A28ACC5B-7561-8A30-E437-3E11D74315ED}"/>
              </a:ext>
            </a:extLst>
          </p:cNvPr>
          <p:cNvGrpSpPr/>
          <p:nvPr/>
        </p:nvGrpSpPr>
        <p:grpSpPr>
          <a:xfrm>
            <a:off x="6922157" y="2451480"/>
            <a:ext cx="2935539" cy="882767"/>
            <a:chOff x="7182474" y="2230906"/>
            <a:chExt cx="2935539" cy="882767"/>
          </a:xfrm>
        </p:grpSpPr>
        <p:sp>
          <p:nvSpPr>
            <p:cNvPr id="17" name="Rectangle: Rounded Corners 61">
              <a:extLst>
                <a:ext uri="{FF2B5EF4-FFF2-40B4-BE49-F238E27FC236}">
                  <a16:creationId xmlns:a16="http://schemas.microsoft.com/office/drawing/2014/main" id="{9B7F4002-D83E-0812-A023-C4BAA58E90E5}"/>
                </a:ext>
              </a:extLst>
            </p:cNvPr>
            <p:cNvSpPr/>
            <p:nvPr/>
          </p:nvSpPr>
          <p:spPr>
            <a:xfrm>
              <a:off x="7182474" y="2230906"/>
              <a:ext cx="2844000" cy="882767"/>
            </a:xfrm>
            <a:prstGeom prst="roundRect">
              <a:avLst>
                <a:gd name="adj" fmla="val 29667"/>
              </a:avLst>
            </a:prstGeom>
            <a:solidFill>
              <a:schemeClr val="bg1"/>
            </a:solidFill>
            <a:ln w="53975">
              <a:noFill/>
            </a:ln>
            <a:effectLst>
              <a:outerShdw blurRad="863600" dist="723900" dir="7800000" sx="85000" sy="85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Graphic 18">
              <a:extLst>
                <a:ext uri="{FF2B5EF4-FFF2-40B4-BE49-F238E27FC236}">
                  <a16:creationId xmlns:a16="http://schemas.microsoft.com/office/drawing/2014/main" id="{686C02C4-0F73-FE1F-1E73-C03AD61486A1}"/>
                </a:ext>
              </a:extLst>
            </p:cNvPr>
            <p:cNvSpPr/>
            <p:nvPr/>
          </p:nvSpPr>
          <p:spPr>
            <a:xfrm>
              <a:off x="7415113" y="2371376"/>
              <a:ext cx="552613" cy="601827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TextBox 60">
              <a:extLst>
                <a:ext uri="{FF2B5EF4-FFF2-40B4-BE49-F238E27FC236}">
                  <a16:creationId xmlns:a16="http://schemas.microsoft.com/office/drawing/2014/main" id="{C7985CDC-DAAE-06D2-BCD6-8F5BFB5476E2}"/>
                </a:ext>
              </a:extLst>
            </p:cNvPr>
            <p:cNvSpPr txBox="1"/>
            <p:nvPr/>
          </p:nvSpPr>
          <p:spPr>
            <a:xfrm>
              <a:off x="8062543" y="2343299"/>
              <a:ext cx="17477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+mj-lt"/>
                </a:rPr>
                <a:t>Flutter</a:t>
              </a:r>
            </a:p>
          </p:txBody>
        </p:sp>
        <p:sp>
          <p:nvSpPr>
            <p:cNvPr id="43" name="TextBox 60">
              <a:extLst>
                <a:ext uri="{FF2B5EF4-FFF2-40B4-BE49-F238E27FC236}">
                  <a16:creationId xmlns:a16="http://schemas.microsoft.com/office/drawing/2014/main" id="{06019212-FE07-2064-23D4-59E729FECDA8}"/>
                </a:ext>
              </a:extLst>
            </p:cNvPr>
            <p:cNvSpPr txBox="1"/>
            <p:nvPr/>
          </p:nvSpPr>
          <p:spPr>
            <a:xfrm>
              <a:off x="8062543" y="2708500"/>
              <a:ext cx="20554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spc="50" dirty="0">
                  <a:solidFill>
                    <a:schemeClr val="accent1"/>
                  </a:solidFill>
                  <a:latin typeface="+mj-lt"/>
                </a:rPr>
                <a:t>CROSS-PLATFORM</a:t>
              </a:r>
            </a:p>
          </p:txBody>
        </p:sp>
        <p:pic>
          <p:nvPicPr>
            <p:cNvPr id="45" name="圖片 44" descr="Terms of Service">
              <a:extLst>
                <a:ext uri="{FF2B5EF4-FFF2-40B4-BE49-F238E27FC236}">
                  <a16:creationId xmlns:a16="http://schemas.microsoft.com/office/drawing/2014/main" id="{E6833CCF-B02F-42E2-FAA6-FD0A726DE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547419" y="2528289"/>
              <a:ext cx="288000" cy="288000"/>
            </a:xfrm>
            <a:prstGeom prst="rect">
              <a:avLst/>
            </a:prstGeom>
          </p:spPr>
        </p:pic>
      </p:grpSp>
      <p:cxnSp>
        <p:nvCxnSpPr>
          <p:cNvPr id="97" name="Straight Arrow Connector 8">
            <a:extLst>
              <a:ext uri="{FF2B5EF4-FFF2-40B4-BE49-F238E27FC236}">
                <a16:creationId xmlns:a16="http://schemas.microsoft.com/office/drawing/2014/main" id="{8133C5D0-1031-CC0E-168E-F00B1180D024}"/>
              </a:ext>
            </a:extLst>
          </p:cNvPr>
          <p:cNvCxnSpPr>
            <a:cxnSpLocks/>
          </p:cNvCxnSpPr>
          <p:nvPr/>
        </p:nvCxnSpPr>
        <p:spPr>
          <a:xfrm flipV="1">
            <a:off x="7185508" y="3531633"/>
            <a:ext cx="450996" cy="511006"/>
          </a:xfrm>
          <a:prstGeom prst="straightConnector1">
            <a:avLst/>
          </a:prstGeom>
          <a:ln w="28575" cap="rnd">
            <a:solidFill>
              <a:schemeClr val="accent1"/>
            </a:solidFill>
            <a:prstDash val="solid"/>
            <a:headEnd type="arrow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286FEC75-112B-4161-ED75-E793B308A074}"/>
              </a:ext>
            </a:extLst>
          </p:cNvPr>
          <p:cNvGrpSpPr/>
          <p:nvPr/>
        </p:nvGrpSpPr>
        <p:grpSpPr>
          <a:xfrm>
            <a:off x="5268988" y="4222417"/>
            <a:ext cx="2844000" cy="882767"/>
            <a:chOff x="5268988" y="4169147"/>
            <a:chExt cx="2844000" cy="882767"/>
          </a:xfrm>
        </p:grpSpPr>
        <p:sp>
          <p:nvSpPr>
            <p:cNvPr id="85" name="Rectangle: Rounded Corners 61">
              <a:extLst>
                <a:ext uri="{FF2B5EF4-FFF2-40B4-BE49-F238E27FC236}">
                  <a16:creationId xmlns:a16="http://schemas.microsoft.com/office/drawing/2014/main" id="{A780F004-0222-1931-2ACA-D2A37FC46029}"/>
                </a:ext>
              </a:extLst>
            </p:cNvPr>
            <p:cNvSpPr/>
            <p:nvPr/>
          </p:nvSpPr>
          <p:spPr>
            <a:xfrm>
              <a:off x="5268988" y="4169147"/>
              <a:ext cx="2844000" cy="882767"/>
            </a:xfrm>
            <a:prstGeom prst="roundRect">
              <a:avLst>
                <a:gd name="adj" fmla="val 29667"/>
              </a:avLst>
            </a:prstGeom>
            <a:solidFill>
              <a:schemeClr val="bg1"/>
            </a:solidFill>
            <a:ln w="53975">
              <a:noFill/>
            </a:ln>
            <a:effectLst>
              <a:outerShdw blurRad="863600" dist="723900" dir="7800000" sx="85000" sy="85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86" name="Graphic 18">
              <a:extLst>
                <a:ext uri="{FF2B5EF4-FFF2-40B4-BE49-F238E27FC236}">
                  <a16:creationId xmlns:a16="http://schemas.microsoft.com/office/drawing/2014/main" id="{D208307D-5DD8-F9A5-4E7B-5303CC7B5053}"/>
                </a:ext>
              </a:extLst>
            </p:cNvPr>
            <p:cNvSpPr/>
            <p:nvPr/>
          </p:nvSpPr>
          <p:spPr>
            <a:xfrm>
              <a:off x="5501627" y="4309617"/>
              <a:ext cx="552613" cy="601827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2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TextBox 60">
              <a:extLst>
                <a:ext uri="{FF2B5EF4-FFF2-40B4-BE49-F238E27FC236}">
                  <a16:creationId xmlns:a16="http://schemas.microsoft.com/office/drawing/2014/main" id="{1795497F-66C5-E659-11B4-06BA6058E563}"/>
                </a:ext>
              </a:extLst>
            </p:cNvPr>
            <p:cNvSpPr txBox="1"/>
            <p:nvPr/>
          </p:nvSpPr>
          <p:spPr>
            <a:xfrm>
              <a:off x="6149057" y="4410475"/>
              <a:ext cx="17477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+mj-lt"/>
                </a:rPr>
                <a:t>Android</a:t>
              </a:r>
            </a:p>
          </p:txBody>
        </p:sp>
        <p:pic>
          <p:nvPicPr>
            <p:cNvPr id="100" name="圖片 99">
              <a:extLst>
                <a:ext uri="{FF2B5EF4-FFF2-40B4-BE49-F238E27FC236}">
                  <a16:creationId xmlns:a16="http://schemas.microsoft.com/office/drawing/2014/main" id="{FBBE18CA-CDFD-42E7-958C-25A64F5BA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b="35247"/>
            <a:stretch>
              <a:fillRect/>
            </a:stretch>
          </p:blipFill>
          <p:spPr>
            <a:xfrm>
              <a:off x="5615933" y="4518961"/>
              <a:ext cx="324000" cy="183138"/>
            </a:xfrm>
            <a:prstGeom prst="rect">
              <a:avLst/>
            </a:prstGeom>
          </p:spPr>
        </p:pic>
      </p:grp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A6E74191-1FFA-14A4-DF0C-ECE5B5066FFB}"/>
              </a:ext>
            </a:extLst>
          </p:cNvPr>
          <p:cNvGrpSpPr/>
          <p:nvPr/>
        </p:nvGrpSpPr>
        <p:grpSpPr>
          <a:xfrm>
            <a:off x="8575325" y="4196674"/>
            <a:ext cx="2844000" cy="882767"/>
            <a:chOff x="8575325" y="4143404"/>
            <a:chExt cx="2844000" cy="882767"/>
          </a:xfrm>
        </p:grpSpPr>
        <p:sp>
          <p:nvSpPr>
            <p:cNvPr id="91" name="Rectangle: Rounded Corners 61">
              <a:extLst>
                <a:ext uri="{FF2B5EF4-FFF2-40B4-BE49-F238E27FC236}">
                  <a16:creationId xmlns:a16="http://schemas.microsoft.com/office/drawing/2014/main" id="{81BF0A12-5AA1-FBAB-725D-EA234115D929}"/>
                </a:ext>
              </a:extLst>
            </p:cNvPr>
            <p:cNvSpPr/>
            <p:nvPr/>
          </p:nvSpPr>
          <p:spPr>
            <a:xfrm>
              <a:off x="8575325" y="4143404"/>
              <a:ext cx="2844000" cy="882767"/>
            </a:xfrm>
            <a:prstGeom prst="roundRect">
              <a:avLst>
                <a:gd name="adj" fmla="val 29667"/>
              </a:avLst>
            </a:prstGeom>
            <a:solidFill>
              <a:schemeClr val="bg1"/>
            </a:solidFill>
            <a:ln w="53975">
              <a:noFill/>
            </a:ln>
            <a:effectLst>
              <a:outerShdw blurRad="863600" dist="723900" dir="7800000" sx="85000" sy="85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92" name="Graphic 18">
              <a:extLst>
                <a:ext uri="{FF2B5EF4-FFF2-40B4-BE49-F238E27FC236}">
                  <a16:creationId xmlns:a16="http://schemas.microsoft.com/office/drawing/2014/main" id="{64241671-BB18-C488-3896-7FB4EC02231F}"/>
                </a:ext>
              </a:extLst>
            </p:cNvPr>
            <p:cNvSpPr/>
            <p:nvPr/>
          </p:nvSpPr>
          <p:spPr>
            <a:xfrm>
              <a:off x="8807964" y="4283874"/>
              <a:ext cx="552613" cy="601827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3">
                    <a:lumMod val="60000"/>
                    <a:lumOff val="40000"/>
                  </a:schemeClr>
                </a:gs>
                <a:gs pos="75000">
                  <a:srgbClr val="B5C5CB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3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TextBox 60">
              <a:extLst>
                <a:ext uri="{FF2B5EF4-FFF2-40B4-BE49-F238E27FC236}">
                  <a16:creationId xmlns:a16="http://schemas.microsoft.com/office/drawing/2014/main" id="{9D4C30FA-2619-9668-6C4E-A21EB6B343B1}"/>
                </a:ext>
              </a:extLst>
            </p:cNvPr>
            <p:cNvSpPr txBox="1"/>
            <p:nvPr/>
          </p:nvSpPr>
          <p:spPr>
            <a:xfrm>
              <a:off x="9455394" y="4384732"/>
              <a:ext cx="17477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+mj-lt"/>
                </a:rPr>
                <a:t>iOS</a:t>
              </a:r>
            </a:p>
          </p:txBody>
        </p:sp>
        <p:pic>
          <p:nvPicPr>
            <p:cNvPr id="102" name="圖片 101">
              <a:extLst>
                <a:ext uri="{FF2B5EF4-FFF2-40B4-BE49-F238E27FC236}">
                  <a16:creationId xmlns:a16="http://schemas.microsoft.com/office/drawing/2014/main" id="{AAF84235-6F8A-35CE-A2F1-DA5F91A1F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904270" y="4487962"/>
              <a:ext cx="360000" cy="193650"/>
            </a:xfrm>
            <a:prstGeom prst="rect">
              <a:avLst/>
            </a:prstGeom>
          </p:spPr>
        </p:pic>
      </p:grpSp>
      <p:cxnSp>
        <p:nvCxnSpPr>
          <p:cNvPr id="104" name="Straight Arrow Connector 8">
            <a:extLst>
              <a:ext uri="{FF2B5EF4-FFF2-40B4-BE49-F238E27FC236}">
                <a16:creationId xmlns:a16="http://schemas.microsoft.com/office/drawing/2014/main" id="{4D32D2F9-57E3-A43B-5990-81AAEE16FE63}"/>
              </a:ext>
            </a:extLst>
          </p:cNvPr>
          <p:cNvCxnSpPr>
            <a:cxnSpLocks/>
          </p:cNvCxnSpPr>
          <p:nvPr/>
        </p:nvCxnSpPr>
        <p:spPr>
          <a:xfrm flipH="1" flipV="1">
            <a:off x="9038772" y="3531633"/>
            <a:ext cx="450996" cy="511006"/>
          </a:xfrm>
          <a:prstGeom prst="straightConnector1">
            <a:avLst/>
          </a:prstGeom>
          <a:ln w="28575" cap="rnd">
            <a:solidFill>
              <a:schemeClr val="accent1"/>
            </a:solidFill>
            <a:prstDash val="solid"/>
            <a:headEnd type="arrow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510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F2DCE8-6D22-7ED9-D5B9-2AC9EC05B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2">
            <a:extLst>
              <a:ext uri="{FF2B5EF4-FFF2-40B4-BE49-F238E27FC236}">
                <a16:creationId xmlns:a16="http://schemas.microsoft.com/office/drawing/2014/main" id="{9C196A0C-BEBD-91E9-54B8-5ABEBDDD1ED2}"/>
              </a:ext>
            </a:extLst>
          </p:cNvPr>
          <p:cNvGrpSpPr/>
          <p:nvPr/>
        </p:nvGrpSpPr>
        <p:grpSpPr>
          <a:xfrm>
            <a:off x="747436" y="2701783"/>
            <a:ext cx="3789110" cy="2350132"/>
            <a:chOff x="567912" y="-29"/>
            <a:chExt cx="11058172" cy="6858645"/>
          </a:xfrm>
        </p:grpSpPr>
        <p:sp>
          <p:nvSpPr>
            <p:cNvPr id="10" name="Freeform: Shape 43">
              <a:extLst>
                <a:ext uri="{FF2B5EF4-FFF2-40B4-BE49-F238E27FC236}">
                  <a16:creationId xmlns:a16="http://schemas.microsoft.com/office/drawing/2014/main" id="{AC53AF2A-8BBB-777E-173E-39EED3475E32}"/>
                </a:ext>
              </a:extLst>
            </p:cNvPr>
            <p:cNvSpPr/>
            <p:nvPr/>
          </p:nvSpPr>
          <p:spPr>
            <a:xfrm>
              <a:off x="567912" y="-29"/>
              <a:ext cx="11058172" cy="6858602"/>
            </a:xfrm>
            <a:custGeom>
              <a:avLst/>
              <a:gdLst>
                <a:gd name="connsiteX0" fmla="*/ 5125240 w 11058172"/>
                <a:gd name="connsiteY0" fmla="*/ 6754455 h 6858601"/>
                <a:gd name="connsiteX1" fmla="*/ 431032 w 11058172"/>
                <a:gd name="connsiteY1" fmla="*/ 4160041 h 6858601"/>
                <a:gd name="connsiteX2" fmla="*/ 431032 w 11058172"/>
                <a:gd name="connsiteY2" fmla="*/ 2698606 h 6858601"/>
                <a:gd name="connsiteX3" fmla="*/ 5125240 w 11058172"/>
                <a:gd name="connsiteY3" fmla="*/ 104191 h 6858601"/>
                <a:gd name="connsiteX4" fmla="*/ 5932933 w 11058172"/>
                <a:gd name="connsiteY4" fmla="*/ 104191 h 6858601"/>
                <a:gd name="connsiteX5" fmla="*/ 10627140 w 11058172"/>
                <a:gd name="connsiteY5" fmla="*/ 2698606 h 6858601"/>
                <a:gd name="connsiteX6" fmla="*/ 10627140 w 11058172"/>
                <a:gd name="connsiteY6" fmla="*/ 4160041 h 6858601"/>
                <a:gd name="connsiteX7" fmla="*/ 5932933 w 11058172"/>
                <a:gd name="connsiteY7" fmla="*/ 6754455 h 6858601"/>
                <a:gd name="connsiteX8" fmla="*/ 5125240 w 11058172"/>
                <a:gd name="connsiteY8" fmla="*/ 6754455 h 685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8172" h="6858601">
                  <a:moveTo>
                    <a:pt x="5125240" y="6754455"/>
                  </a:moveTo>
                  <a:lnTo>
                    <a:pt x="431032" y="4160041"/>
                  </a:lnTo>
                  <a:cubicBezTo>
                    <a:pt x="-143677" y="3842389"/>
                    <a:pt x="-143677" y="3016258"/>
                    <a:pt x="431032" y="2698606"/>
                  </a:cubicBezTo>
                  <a:lnTo>
                    <a:pt x="5125240" y="104191"/>
                  </a:lnTo>
                  <a:cubicBezTo>
                    <a:pt x="5376543" y="-34730"/>
                    <a:pt x="5681630" y="-34730"/>
                    <a:pt x="5932933" y="104191"/>
                  </a:cubicBezTo>
                  <a:lnTo>
                    <a:pt x="10627140" y="2698606"/>
                  </a:lnTo>
                  <a:cubicBezTo>
                    <a:pt x="11201850" y="3016258"/>
                    <a:pt x="11201850" y="3842389"/>
                    <a:pt x="10627140" y="4160041"/>
                  </a:cubicBezTo>
                  <a:lnTo>
                    <a:pt x="5932933" y="6754455"/>
                  </a:lnTo>
                  <a:cubicBezTo>
                    <a:pt x="5681630" y="6893318"/>
                    <a:pt x="5376543" y="6893318"/>
                    <a:pt x="5125240" y="6754455"/>
                  </a:cubicBezTo>
                  <a:close/>
                </a:path>
              </a:pathLst>
            </a:custGeom>
            <a:gradFill>
              <a:gsLst>
                <a:gs pos="1500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path path="circle">
                <a:fillToRect l="100000" t="100000"/>
              </a:path>
            </a:gra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44">
              <a:extLst>
                <a:ext uri="{FF2B5EF4-FFF2-40B4-BE49-F238E27FC236}">
                  <a16:creationId xmlns:a16="http://schemas.microsoft.com/office/drawing/2014/main" id="{FD4B0506-60F0-E7C1-AEE1-9A8188167196}"/>
                </a:ext>
              </a:extLst>
            </p:cNvPr>
            <p:cNvSpPr/>
            <p:nvPr/>
          </p:nvSpPr>
          <p:spPr>
            <a:xfrm>
              <a:off x="567962" y="2933556"/>
              <a:ext cx="11058071" cy="3925060"/>
            </a:xfrm>
            <a:custGeom>
              <a:avLst/>
              <a:gdLst>
                <a:gd name="connsiteX0" fmla="*/ 10627090 w 11058071"/>
                <a:gd name="connsiteY0" fmla="*/ 235039 h 3925060"/>
                <a:gd name="connsiteX1" fmla="*/ 5932883 w 11058071"/>
                <a:gd name="connsiteY1" fmla="*/ 2829395 h 3925060"/>
                <a:gd name="connsiteX2" fmla="*/ 5125189 w 11058071"/>
                <a:gd name="connsiteY2" fmla="*/ 2829395 h 3925060"/>
                <a:gd name="connsiteX3" fmla="*/ 430982 w 11058071"/>
                <a:gd name="connsiteY3" fmla="*/ 235039 h 3925060"/>
                <a:gd name="connsiteX4" fmla="*/ 161418 w 11058071"/>
                <a:gd name="connsiteY4" fmla="*/ 59 h 3925060"/>
                <a:gd name="connsiteX5" fmla="*/ 430982 w 11058071"/>
                <a:gd name="connsiteY5" fmla="*/ 1226455 h 3925060"/>
                <a:gd name="connsiteX6" fmla="*/ 5125189 w 11058071"/>
                <a:gd name="connsiteY6" fmla="*/ 3820869 h 3925060"/>
                <a:gd name="connsiteX7" fmla="*/ 5932883 w 11058071"/>
                <a:gd name="connsiteY7" fmla="*/ 3820869 h 3925060"/>
                <a:gd name="connsiteX8" fmla="*/ 10627090 w 11058071"/>
                <a:gd name="connsiteY8" fmla="*/ 1226455 h 3925060"/>
                <a:gd name="connsiteX9" fmla="*/ 10896654 w 11058071"/>
                <a:gd name="connsiteY9" fmla="*/ 0 h 3925060"/>
                <a:gd name="connsiteX10" fmla="*/ 10627090 w 11058071"/>
                <a:gd name="connsiteY10" fmla="*/ 235039 h 392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58071" h="3925060">
                  <a:moveTo>
                    <a:pt x="10627090" y="235039"/>
                  </a:moveTo>
                  <a:lnTo>
                    <a:pt x="5932883" y="2829395"/>
                  </a:lnTo>
                  <a:cubicBezTo>
                    <a:pt x="5681580" y="2968316"/>
                    <a:pt x="5376493" y="2968316"/>
                    <a:pt x="5125189" y="2829395"/>
                  </a:cubicBezTo>
                  <a:lnTo>
                    <a:pt x="430982" y="235039"/>
                  </a:lnTo>
                  <a:cubicBezTo>
                    <a:pt x="319422" y="173388"/>
                    <a:pt x="229646" y="92536"/>
                    <a:pt x="161418" y="59"/>
                  </a:cubicBezTo>
                  <a:cubicBezTo>
                    <a:pt x="-122003" y="384236"/>
                    <a:pt x="-32227" y="970454"/>
                    <a:pt x="430982" y="1226455"/>
                  </a:cubicBezTo>
                  <a:lnTo>
                    <a:pt x="5125189" y="3820869"/>
                  </a:lnTo>
                  <a:cubicBezTo>
                    <a:pt x="5376493" y="3959791"/>
                    <a:pt x="5681580" y="3959791"/>
                    <a:pt x="5932883" y="3820869"/>
                  </a:cubicBezTo>
                  <a:lnTo>
                    <a:pt x="10627090" y="1226455"/>
                  </a:lnTo>
                  <a:cubicBezTo>
                    <a:pt x="11090298" y="970454"/>
                    <a:pt x="11180075" y="384236"/>
                    <a:pt x="10896654" y="0"/>
                  </a:cubicBezTo>
                  <a:cubicBezTo>
                    <a:pt x="10828426" y="92536"/>
                    <a:pt x="10738650" y="173388"/>
                    <a:pt x="10627090" y="235039"/>
                  </a:cubicBezTo>
                  <a:close/>
                </a:path>
              </a:pathLst>
            </a:custGeom>
            <a:solidFill>
              <a:schemeClr val="accent2"/>
            </a:soli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234AA0EF-9799-A8CD-5663-2F62962B1A39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6CBF97E8-549F-7DAB-5D3F-4E6A46EC3E30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系統架構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ACFE644-68E5-A45D-006B-19C01D424440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SYSTEM ARCHITECTURE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34" name="TextBox 55">
            <a:extLst>
              <a:ext uri="{FF2B5EF4-FFF2-40B4-BE49-F238E27FC236}">
                <a16:creationId xmlns:a16="http://schemas.microsoft.com/office/drawing/2014/main" id="{4CC472F1-CE88-E63C-634F-ED4958685635}"/>
              </a:ext>
            </a:extLst>
          </p:cNvPr>
          <p:cNvSpPr txBox="1"/>
          <p:nvPr/>
        </p:nvSpPr>
        <p:spPr>
          <a:xfrm>
            <a:off x="773911" y="3416982"/>
            <a:ext cx="3776594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spcBef>
                <a:spcPts val="1200"/>
              </a:spcBef>
              <a:defRPr sz="2400" b="1" spc="50">
                <a:solidFill>
                  <a:schemeClr val="bg1"/>
                </a:solidFill>
                <a:effectLst>
                  <a:outerShdw blurRad="75057" dist="88900" dir="5400000" sx="101000" sy="101000" rotWithShape="0">
                    <a:prstClr val="black">
                      <a:alpha val="25000"/>
                    </a:prstClr>
                  </a:outerShdw>
                </a:effectLst>
                <a:ea typeface="Noto Sans TC Medium" panose="020B0200000000000000" pitchFamily="34" charset="-120"/>
              </a:defRPr>
            </a:lvl1pPr>
          </a:lstStyle>
          <a:p>
            <a:r>
              <a:rPr lang="en-US" altLang="zh-TW" sz="2800" dirty="0"/>
              <a:t>Backend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BDA491B-D583-CD92-4375-B438F10ECF16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13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9A36ECD8-2190-3B0A-3D24-7CDF06B616D8}"/>
              </a:ext>
            </a:extLst>
          </p:cNvPr>
          <p:cNvGrpSpPr/>
          <p:nvPr/>
        </p:nvGrpSpPr>
        <p:grpSpPr>
          <a:xfrm>
            <a:off x="1039185" y="7125277"/>
            <a:ext cx="3891876" cy="2413871"/>
            <a:chOff x="567912" y="-29"/>
            <a:chExt cx="11058172" cy="6858645"/>
          </a:xfrm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E857A50E-F530-9B75-AE00-EA56CE063C72}"/>
                </a:ext>
              </a:extLst>
            </p:cNvPr>
            <p:cNvSpPr/>
            <p:nvPr/>
          </p:nvSpPr>
          <p:spPr>
            <a:xfrm>
              <a:off x="567912" y="-29"/>
              <a:ext cx="11058172" cy="6858601"/>
            </a:xfrm>
            <a:custGeom>
              <a:avLst/>
              <a:gdLst>
                <a:gd name="connsiteX0" fmla="*/ 5125240 w 11058172"/>
                <a:gd name="connsiteY0" fmla="*/ 6754455 h 6858601"/>
                <a:gd name="connsiteX1" fmla="*/ 431032 w 11058172"/>
                <a:gd name="connsiteY1" fmla="*/ 4160041 h 6858601"/>
                <a:gd name="connsiteX2" fmla="*/ 431032 w 11058172"/>
                <a:gd name="connsiteY2" fmla="*/ 2698606 h 6858601"/>
                <a:gd name="connsiteX3" fmla="*/ 5125240 w 11058172"/>
                <a:gd name="connsiteY3" fmla="*/ 104191 h 6858601"/>
                <a:gd name="connsiteX4" fmla="*/ 5932933 w 11058172"/>
                <a:gd name="connsiteY4" fmla="*/ 104191 h 6858601"/>
                <a:gd name="connsiteX5" fmla="*/ 10627140 w 11058172"/>
                <a:gd name="connsiteY5" fmla="*/ 2698606 h 6858601"/>
                <a:gd name="connsiteX6" fmla="*/ 10627140 w 11058172"/>
                <a:gd name="connsiteY6" fmla="*/ 4160041 h 6858601"/>
                <a:gd name="connsiteX7" fmla="*/ 5932933 w 11058172"/>
                <a:gd name="connsiteY7" fmla="*/ 6754455 h 6858601"/>
                <a:gd name="connsiteX8" fmla="*/ 5125240 w 11058172"/>
                <a:gd name="connsiteY8" fmla="*/ 6754455 h 685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8172" h="6858601">
                  <a:moveTo>
                    <a:pt x="5125240" y="6754455"/>
                  </a:moveTo>
                  <a:lnTo>
                    <a:pt x="431032" y="4160041"/>
                  </a:lnTo>
                  <a:cubicBezTo>
                    <a:pt x="-143677" y="3842389"/>
                    <a:pt x="-143677" y="3016258"/>
                    <a:pt x="431032" y="2698606"/>
                  </a:cubicBezTo>
                  <a:lnTo>
                    <a:pt x="5125240" y="104191"/>
                  </a:lnTo>
                  <a:cubicBezTo>
                    <a:pt x="5376543" y="-34730"/>
                    <a:pt x="5681630" y="-34730"/>
                    <a:pt x="5932933" y="104191"/>
                  </a:cubicBezTo>
                  <a:lnTo>
                    <a:pt x="10627140" y="2698606"/>
                  </a:lnTo>
                  <a:cubicBezTo>
                    <a:pt x="11201850" y="3016258"/>
                    <a:pt x="11201850" y="3842389"/>
                    <a:pt x="10627140" y="4160041"/>
                  </a:cubicBezTo>
                  <a:lnTo>
                    <a:pt x="5932933" y="6754455"/>
                  </a:lnTo>
                  <a:cubicBezTo>
                    <a:pt x="5681630" y="6893318"/>
                    <a:pt x="5376543" y="6893318"/>
                    <a:pt x="5125240" y="6754455"/>
                  </a:cubicBezTo>
                  <a:close/>
                </a:path>
              </a:pathLst>
            </a:custGeom>
            <a:gradFill>
              <a:gsLst>
                <a:gs pos="15000">
                  <a:schemeClr val="accent3">
                    <a:lumMod val="60000"/>
                    <a:lumOff val="40000"/>
                  </a:schemeClr>
                </a:gs>
                <a:gs pos="75000">
                  <a:schemeClr val="accent3"/>
                </a:gs>
              </a:gsLst>
              <a:path path="circle">
                <a:fillToRect l="100000" t="100000"/>
              </a:path>
            </a:gra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3">
              <a:extLst>
                <a:ext uri="{FF2B5EF4-FFF2-40B4-BE49-F238E27FC236}">
                  <a16:creationId xmlns:a16="http://schemas.microsoft.com/office/drawing/2014/main" id="{CA2638BB-FD6E-7396-6A81-25085F15BFF3}"/>
                </a:ext>
              </a:extLst>
            </p:cNvPr>
            <p:cNvSpPr/>
            <p:nvPr/>
          </p:nvSpPr>
          <p:spPr>
            <a:xfrm>
              <a:off x="567962" y="2933556"/>
              <a:ext cx="11058071" cy="3925060"/>
            </a:xfrm>
            <a:custGeom>
              <a:avLst/>
              <a:gdLst>
                <a:gd name="connsiteX0" fmla="*/ 10627090 w 11058071"/>
                <a:gd name="connsiteY0" fmla="*/ 235039 h 3925060"/>
                <a:gd name="connsiteX1" fmla="*/ 5932883 w 11058071"/>
                <a:gd name="connsiteY1" fmla="*/ 2829395 h 3925060"/>
                <a:gd name="connsiteX2" fmla="*/ 5125189 w 11058071"/>
                <a:gd name="connsiteY2" fmla="*/ 2829395 h 3925060"/>
                <a:gd name="connsiteX3" fmla="*/ 430982 w 11058071"/>
                <a:gd name="connsiteY3" fmla="*/ 235039 h 3925060"/>
                <a:gd name="connsiteX4" fmla="*/ 161418 w 11058071"/>
                <a:gd name="connsiteY4" fmla="*/ 59 h 3925060"/>
                <a:gd name="connsiteX5" fmla="*/ 430982 w 11058071"/>
                <a:gd name="connsiteY5" fmla="*/ 1226455 h 3925060"/>
                <a:gd name="connsiteX6" fmla="*/ 5125189 w 11058071"/>
                <a:gd name="connsiteY6" fmla="*/ 3820869 h 3925060"/>
                <a:gd name="connsiteX7" fmla="*/ 5932883 w 11058071"/>
                <a:gd name="connsiteY7" fmla="*/ 3820869 h 3925060"/>
                <a:gd name="connsiteX8" fmla="*/ 10627090 w 11058071"/>
                <a:gd name="connsiteY8" fmla="*/ 1226455 h 3925060"/>
                <a:gd name="connsiteX9" fmla="*/ 10896654 w 11058071"/>
                <a:gd name="connsiteY9" fmla="*/ 0 h 3925060"/>
                <a:gd name="connsiteX10" fmla="*/ 10627090 w 11058071"/>
                <a:gd name="connsiteY10" fmla="*/ 235039 h 392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58071" h="3925060">
                  <a:moveTo>
                    <a:pt x="10627090" y="235039"/>
                  </a:moveTo>
                  <a:lnTo>
                    <a:pt x="5932883" y="2829395"/>
                  </a:lnTo>
                  <a:cubicBezTo>
                    <a:pt x="5681580" y="2968316"/>
                    <a:pt x="5376493" y="2968316"/>
                    <a:pt x="5125189" y="2829395"/>
                  </a:cubicBezTo>
                  <a:lnTo>
                    <a:pt x="430982" y="235039"/>
                  </a:lnTo>
                  <a:cubicBezTo>
                    <a:pt x="319422" y="173388"/>
                    <a:pt x="229646" y="92536"/>
                    <a:pt x="161418" y="59"/>
                  </a:cubicBezTo>
                  <a:cubicBezTo>
                    <a:pt x="-122003" y="384236"/>
                    <a:pt x="-32227" y="970454"/>
                    <a:pt x="430982" y="1226455"/>
                  </a:cubicBezTo>
                  <a:lnTo>
                    <a:pt x="5125189" y="3820869"/>
                  </a:lnTo>
                  <a:cubicBezTo>
                    <a:pt x="5376493" y="3959791"/>
                    <a:pt x="5681580" y="3959791"/>
                    <a:pt x="5932883" y="3820869"/>
                  </a:cubicBezTo>
                  <a:lnTo>
                    <a:pt x="10627090" y="1226455"/>
                  </a:lnTo>
                  <a:cubicBezTo>
                    <a:pt x="11090298" y="970454"/>
                    <a:pt x="11180075" y="384236"/>
                    <a:pt x="10896654" y="0"/>
                  </a:cubicBezTo>
                  <a:cubicBezTo>
                    <a:pt x="10828426" y="92536"/>
                    <a:pt x="10738650" y="173388"/>
                    <a:pt x="10627090" y="235039"/>
                  </a:cubicBezTo>
                  <a:close/>
                </a:path>
              </a:pathLst>
            </a:custGeom>
            <a:solidFill>
              <a:schemeClr val="accent3"/>
            </a:soli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extBox 55">
            <a:extLst>
              <a:ext uri="{FF2B5EF4-FFF2-40B4-BE49-F238E27FC236}">
                <a16:creationId xmlns:a16="http://schemas.microsoft.com/office/drawing/2014/main" id="{4D953244-8FEC-174F-624A-4B310AA97177}"/>
              </a:ext>
            </a:extLst>
          </p:cNvPr>
          <p:cNvSpPr txBox="1"/>
          <p:nvPr/>
        </p:nvSpPr>
        <p:spPr>
          <a:xfrm>
            <a:off x="867064" y="8011333"/>
            <a:ext cx="4401924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400" b="1" spc="50" dirty="0">
                <a:solidFill>
                  <a:schemeClr val="accent1"/>
                </a:solidFill>
                <a:effectLst>
                  <a:outerShdw blurRad="75057" dist="88900" dir="5400000" sx="101000" sy="101000" rotWithShape="0">
                    <a:prstClr val="black">
                      <a:alpha val="25000"/>
                    </a:prstClr>
                  </a:outerShdw>
                </a:effectLst>
                <a:ea typeface="Noto Sans TC Medium" panose="020B0200000000000000" pitchFamily="34" charset="-120"/>
              </a:rPr>
              <a:t>IoT</a:t>
            </a:r>
          </a:p>
        </p:txBody>
      </p: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184DDEC5-9B29-66BD-4F0A-B3A6C2904EDB}"/>
              </a:ext>
            </a:extLst>
          </p:cNvPr>
          <p:cNvGrpSpPr/>
          <p:nvPr/>
        </p:nvGrpSpPr>
        <p:grpSpPr>
          <a:xfrm>
            <a:off x="5268988" y="2671639"/>
            <a:ext cx="2935539" cy="882767"/>
            <a:chOff x="5268988" y="2701783"/>
            <a:chExt cx="2935539" cy="882767"/>
          </a:xfrm>
        </p:grpSpPr>
        <p:sp>
          <p:nvSpPr>
            <p:cNvPr id="17" name="Rectangle: Rounded Corners 61">
              <a:extLst>
                <a:ext uri="{FF2B5EF4-FFF2-40B4-BE49-F238E27FC236}">
                  <a16:creationId xmlns:a16="http://schemas.microsoft.com/office/drawing/2014/main" id="{CB241171-23B4-34CB-909C-700D319DAFBC}"/>
                </a:ext>
              </a:extLst>
            </p:cNvPr>
            <p:cNvSpPr/>
            <p:nvPr/>
          </p:nvSpPr>
          <p:spPr>
            <a:xfrm>
              <a:off x="5268988" y="2701783"/>
              <a:ext cx="2844000" cy="882767"/>
            </a:xfrm>
            <a:prstGeom prst="roundRect">
              <a:avLst>
                <a:gd name="adj" fmla="val 29667"/>
              </a:avLst>
            </a:prstGeom>
            <a:solidFill>
              <a:schemeClr val="bg1"/>
            </a:solidFill>
            <a:ln w="53975">
              <a:noFill/>
            </a:ln>
            <a:effectLst>
              <a:outerShdw blurRad="863600" dist="723900" dir="7800000" sx="85000" sy="85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Graphic 18">
              <a:extLst>
                <a:ext uri="{FF2B5EF4-FFF2-40B4-BE49-F238E27FC236}">
                  <a16:creationId xmlns:a16="http://schemas.microsoft.com/office/drawing/2014/main" id="{E6753022-295F-5B97-21C1-AFBB30D5DD26}"/>
                </a:ext>
              </a:extLst>
            </p:cNvPr>
            <p:cNvSpPr/>
            <p:nvPr/>
          </p:nvSpPr>
          <p:spPr>
            <a:xfrm>
              <a:off x="5501627" y="2842253"/>
              <a:ext cx="552613" cy="601827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TextBox 60">
              <a:extLst>
                <a:ext uri="{FF2B5EF4-FFF2-40B4-BE49-F238E27FC236}">
                  <a16:creationId xmlns:a16="http://schemas.microsoft.com/office/drawing/2014/main" id="{8E596C69-5053-05E8-D4D6-CD81963CFF65}"/>
                </a:ext>
              </a:extLst>
            </p:cNvPr>
            <p:cNvSpPr txBox="1"/>
            <p:nvPr/>
          </p:nvSpPr>
          <p:spPr>
            <a:xfrm>
              <a:off x="6149057" y="2814176"/>
              <a:ext cx="17477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+mj-lt"/>
                </a:rPr>
                <a:t>Node.js</a:t>
              </a:r>
            </a:p>
          </p:txBody>
        </p:sp>
        <p:sp>
          <p:nvSpPr>
            <p:cNvPr id="43" name="TextBox 60">
              <a:extLst>
                <a:ext uri="{FF2B5EF4-FFF2-40B4-BE49-F238E27FC236}">
                  <a16:creationId xmlns:a16="http://schemas.microsoft.com/office/drawing/2014/main" id="{1F909B23-3CD3-F63F-B50A-E2BCBBC28272}"/>
                </a:ext>
              </a:extLst>
            </p:cNvPr>
            <p:cNvSpPr txBox="1"/>
            <p:nvPr/>
          </p:nvSpPr>
          <p:spPr>
            <a:xfrm>
              <a:off x="6149057" y="3179377"/>
              <a:ext cx="20554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spc="50" dirty="0">
                  <a:solidFill>
                    <a:schemeClr val="accent1"/>
                  </a:solidFill>
                  <a:latin typeface="+mj-lt"/>
                </a:rPr>
                <a:t>RUNTIME</a:t>
              </a:r>
            </a:p>
          </p:txBody>
        </p:sp>
        <p:pic>
          <p:nvPicPr>
            <p:cNvPr id="103" name="圖片 102" descr="Nodejs original logo - free Icon PNG, SVG">
              <a:extLst>
                <a:ext uri="{FF2B5EF4-FFF2-40B4-BE49-F238E27FC236}">
                  <a16:creationId xmlns:a16="http://schemas.microsoft.com/office/drawing/2014/main" id="{DEA99784-CDFB-786F-1AE0-B1DDB2249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597933" y="2963166"/>
              <a:ext cx="360000" cy="360000"/>
            </a:xfrm>
            <a:prstGeom prst="rect">
              <a:avLst/>
            </a:prstGeom>
          </p:spPr>
        </p:pic>
      </p:grpSp>
      <p:grpSp>
        <p:nvGrpSpPr>
          <p:cNvPr id="111" name="群組 110">
            <a:extLst>
              <a:ext uri="{FF2B5EF4-FFF2-40B4-BE49-F238E27FC236}">
                <a16:creationId xmlns:a16="http://schemas.microsoft.com/office/drawing/2014/main" id="{3D093A2A-9A5D-6CDA-CB6A-EB2626D762EE}"/>
              </a:ext>
            </a:extLst>
          </p:cNvPr>
          <p:cNvGrpSpPr/>
          <p:nvPr/>
        </p:nvGrpSpPr>
        <p:grpSpPr>
          <a:xfrm>
            <a:off x="8575325" y="2671639"/>
            <a:ext cx="2935539" cy="882767"/>
            <a:chOff x="8575325" y="2701783"/>
            <a:chExt cx="2935539" cy="882767"/>
          </a:xfrm>
        </p:grpSpPr>
        <p:sp>
          <p:nvSpPr>
            <p:cNvPr id="15" name="Rectangle: Rounded Corners 61">
              <a:extLst>
                <a:ext uri="{FF2B5EF4-FFF2-40B4-BE49-F238E27FC236}">
                  <a16:creationId xmlns:a16="http://schemas.microsoft.com/office/drawing/2014/main" id="{8170A8FB-94AD-21C6-5572-359FBA24ED43}"/>
                </a:ext>
              </a:extLst>
            </p:cNvPr>
            <p:cNvSpPr/>
            <p:nvPr/>
          </p:nvSpPr>
          <p:spPr>
            <a:xfrm>
              <a:off x="8575325" y="2701783"/>
              <a:ext cx="2844000" cy="882767"/>
            </a:xfrm>
            <a:prstGeom prst="roundRect">
              <a:avLst>
                <a:gd name="adj" fmla="val 29667"/>
              </a:avLst>
            </a:prstGeom>
            <a:solidFill>
              <a:schemeClr val="bg1"/>
            </a:solidFill>
            <a:ln w="53975">
              <a:noFill/>
            </a:ln>
            <a:effectLst>
              <a:outerShdw blurRad="863600" dist="723900" dir="7800000" sx="85000" sy="85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8" name="Graphic 18">
              <a:extLst>
                <a:ext uri="{FF2B5EF4-FFF2-40B4-BE49-F238E27FC236}">
                  <a16:creationId xmlns:a16="http://schemas.microsoft.com/office/drawing/2014/main" id="{106EA9D4-F24B-C64F-B44E-421C53C6A04E}"/>
                </a:ext>
              </a:extLst>
            </p:cNvPr>
            <p:cNvSpPr/>
            <p:nvPr/>
          </p:nvSpPr>
          <p:spPr>
            <a:xfrm>
              <a:off x="8807964" y="2842253"/>
              <a:ext cx="552613" cy="601827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rgbClr val="AEBFC6"/>
                </a:gs>
                <a:gs pos="75000">
                  <a:srgbClr val="8098A4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2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TextBox 60">
              <a:extLst>
                <a:ext uri="{FF2B5EF4-FFF2-40B4-BE49-F238E27FC236}">
                  <a16:creationId xmlns:a16="http://schemas.microsoft.com/office/drawing/2014/main" id="{ECCD0D89-BF44-F8B8-6C9E-BED81B9C4AEA}"/>
                </a:ext>
              </a:extLst>
            </p:cNvPr>
            <p:cNvSpPr txBox="1"/>
            <p:nvPr/>
          </p:nvSpPr>
          <p:spPr>
            <a:xfrm>
              <a:off x="9455394" y="2814176"/>
              <a:ext cx="17477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+mj-lt"/>
                </a:rPr>
                <a:t>Express.js</a:t>
              </a:r>
            </a:p>
          </p:txBody>
        </p:sp>
        <p:sp>
          <p:nvSpPr>
            <p:cNvPr id="21" name="TextBox 60">
              <a:extLst>
                <a:ext uri="{FF2B5EF4-FFF2-40B4-BE49-F238E27FC236}">
                  <a16:creationId xmlns:a16="http://schemas.microsoft.com/office/drawing/2014/main" id="{D322F8AB-672B-AC9B-BF73-05654570BDAC}"/>
                </a:ext>
              </a:extLst>
            </p:cNvPr>
            <p:cNvSpPr txBox="1"/>
            <p:nvPr/>
          </p:nvSpPr>
          <p:spPr>
            <a:xfrm>
              <a:off x="9455394" y="3179377"/>
              <a:ext cx="20554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spc="50" dirty="0">
                  <a:solidFill>
                    <a:schemeClr val="accent1"/>
                  </a:solidFill>
                  <a:latin typeface="+mj-lt"/>
                </a:rPr>
                <a:t>WEB FRAMEWOR</a:t>
              </a:r>
            </a:p>
          </p:txBody>
        </p:sp>
        <p:pic>
          <p:nvPicPr>
            <p:cNvPr id="105" name="圖片 104" descr="Expressjs logo - free Icon PNG, SVG">
              <a:extLst>
                <a:ext uri="{FF2B5EF4-FFF2-40B4-BE49-F238E27FC236}">
                  <a16:creationId xmlns:a16="http://schemas.microsoft.com/office/drawing/2014/main" id="{33261EA0-FE7D-CBB1-BE8A-C0891BD34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904270" y="2963166"/>
              <a:ext cx="360000" cy="360000"/>
            </a:xfrm>
            <a:prstGeom prst="rect">
              <a:avLst/>
            </a:prstGeom>
          </p:spPr>
        </p:pic>
      </p:grpSp>
      <p:grpSp>
        <p:nvGrpSpPr>
          <p:cNvPr id="112" name="群組 111">
            <a:extLst>
              <a:ext uri="{FF2B5EF4-FFF2-40B4-BE49-F238E27FC236}">
                <a16:creationId xmlns:a16="http://schemas.microsoft.com/office/drawing/2014/main" id="{DF0E5C7A-083B-CCB5-49A0-8A82B730C6CA}"/>
              </a:ext>
            </a:extLst>
          </p:cNvPr>
          <p:cNvGrpSpPr/>
          <p:nvPr/>
        </p:nvGrpSpPr>
        <p:grpSpPr>
          <a:xfrm>
            <a:off x="5268988" y="4081798"/>
            <a:ext cx="2935539" cy="882767"/>
            <a:chOff x="5268988" y="4111942"/>
            <a:chExt cx="2935539" cy="882767"/>
          </a:xfrm>
        </p:grpSpPr>
        <p:sp>
          <p:nvSpPr>
            <p:cNvPr id="24" name="Rectangle: Rounded Corners 61">
              <a:extLst>
                <a:ext uri="{FF2B5EF4-FFF2-40B4-BE49-F238E27FC236}">
                  <a16:creationId xmlns:a16="http://schemas.microsoft.com/office/drawing/2014/main" id="{FCB106EA-5011-55EE-0BF9-E6A1DA203EEC}"/>
                </a:ext>
              </a:extLst>
            </p:cNvPr>
            <p:cNvSpPr/>
            <p:nvPr/>
          </p:nvSpPr>
          <p:spPr>
            <a:xfrm>
              <a:off x="5268988" y="4111942"/>
              <a:ext cx="2844000" cy="882767"/>
            </a:xfrm>
            <a:prstGeom prst="roundRect">
              <a:avLst>
                <a:gd name="adj" fmla="val 29667"/>
              </a:avLst>
            </a:prstGeom>
            <a:solidFill>
              <a:schemeClr val="bg1"/>
            </a:solidFill>
            <a:ln w="53975">
              <a:noFill/>
            </a:ln>
            <a:effectLst>
              <a:outerShdw blurRad="863600" dist="723900" dir="7800000" sx="85000" sy="85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6" name="Graphic 18">
              <a:extLst>
                <a:ext uri="{FF2B5EF4-FFF2-40B4-BE49-F238E27FC236}">
                  <a16:creationId xmlns:a16="http://schemas.microsoft.com/office/drawing/2014/main" id="{D4E671FD-E6E1-391E-199D-50BE78A1DE9C}"/>
                </a:ext>
              </a:extLst>
            </p:cNvPr>
            <p:cNvSpPr/>
            <p:nvPr/>
          </p:nvSpPr>
          <p:spPr>
            <a:xfrm>
              <a:off x="5501627" y="4252412"/>
              <a:ext cx="552613" cy="601827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2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TextBox 60">
              <a:extLst>
                <a:ext uri="{FF2B5EF4-FFF2-40B4-BE49-F238E27FC236}">
                  <a16:creationId xmlns:a16="http://schemas.microsoft.com/office/drawing/2014/main" id="{78C0E50B-1A36-7926-DFE5-BFE24D017F60}"/>
                </a:ext>
              </a:extLst>
            </p:cNvPr>
            <p:cNvSpPr txBox="1"/>
            <p:nvPr/>
          </p:nvSpPr>
          <p:spPr>
            <a:xfrm>
              <a:off x="6149057" y="4224335"/>
              <a:ext cx="17477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+mj-lt"/>
                </a:rPr>
                <a:t>Prisma ORM</a:t>
              </a:r>
            </a:p>
          </p:txBody>
        </p:sp>
        <p:sp>
          <p:nvSpPr>
            <p:cNvPr id="28" name="TextBox 60">
              <a:extLst>
                <a:ext uri="{FF2B5EF4-FFF2-40B4-BE49-F238E27FC236}">
                  <a16:creationId xmlns:a16="http://schemas.microsoft.com/office/drawing/2014/main" id="{D892C049-E7E2-3922-240B-D63F65D96985}"/>
                </a:ext>
              </a:extLst>
            </p:cNvPr>
            <p:cNvSpPr txBox="1"/>
            <p:nvPr/>
          </p:nvSpPr>
          <p:spPr>
            <a:xfrm>
              <a:off x="6149057" y="4589536"/>
              <a:ext cx="20554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spc="50" dirty="0">
                  <a:solidFill>
                    <a:schemeClr val="accent1"/>
                  </a:solidFill>
                  <a:latin typeface="+mj-lt"/>
                </a:rPr>
                <a:t>DATA LAYER</a:t>
              </a:r>
            </a:p>
          </p:txBody>
        </p:sp>
        <p:pic>
          <p:nvPicPr>
            <p:cNvPr id="108" name="圖片 107" descr="Prisma Orm color icon in PNG, SVG">
              <a:extLst>
                <a:ext uri="{FF2B5EF4-FFF2-40B4-BE49-F238E27FC236}">
                  <a16:creationId xmlns:a16="http://schemas.microsoft.com/office/drawing/2014/main" id="{BC5CA4DD-B8F2-C9F7-E3E4-9FBC4AA46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5619533" y="4394925"/>
              <a:ext cx="316800" cy="316800"/>
            </a:xfrm>
            <a:prstGeom prst="rect">
              <a:avLst/>
            </a:prstGeom>
          </p:spPr>
        </p:pic>
      </p:grpSp>
      <p:grpSp>
        <p:nvGrpSpPr>
          <p:cNvPr id="113" name="群組 112">
            <a:extLst>
              <a:ext uri="{FF2B5EF4-FFF2-40B4-BE49-F238E27FC236}">
                <a16:creationId xmlns:a16="http://schemas.microsoft.com/office/drawing/2014/main" id="{5562D68D-ACC6-66A2-6619-ECE3DC6E93B5}"/>
              </a:ext>
            </a:extLst>
          </p:cNvPr>
          <p:cNvGrpSpPr/>
          <p:nvPr/>
        </p:nvGrpSpPr>
        <p:grpSpPr>
          <a:xfrm>
            <a:off x="8575325" y="4081798"/>
            <a:ext cx="2935539" cy="882767"/>
            <a:chOff x="8575325" y="4111942"/>
            <a:chExt cx="2935539" cy="882767"/>
          </a:xfrm>
        </p:grpSpPr>
        <p:sp>
          <p:nvSpPr>
            <p:cNvPr id="33" name="Rectangle: Rounded Corners 61">
              <a:extLst>
                <a:ext uri="{FF2B5EF4-FFF2-40B4-BE49-F238E27FC236}">
                  <a16:creationId xmlns:a16="http://schemas.microsoft.com/office/drawing/2014/main" id="{D7244C18-834F-C5A6-D381-A88BEBBAE9BE}"/>
                </a:ext>
              </a:extLst>
            </p:cNvPr>
            <p:cNvSpPr/>
            <p:nvPr/>
          </p:nvSpPr>
          <p:spPr>
            <a:xfrm>
              <a:off x="8575325" y="4111942"/>
              <a:ext cx="2844000" cy="882767"/>
            </a:xfrm>
            <a:prstGeom prst="roundRect">
              <a:avLst>
                <a:gd name="adj" fmla="val 29667"/>
              </a:avLst>
            </a:prstGeom>
            <a:solidFill>
              <a:schemeClr val="bg1"/>
            </a:solidFill>
            <a:ln w="53975">
              <a:noFill/>
            </a:ln>
            <a:effectLst>
              <a:outerShdw blurRad="863600" dist="723900" dir="7800000" sx="85000" sy="85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5" name="Graphic 18">
              <a:extLst>
                <a:ext uri="{FF2B5EF4-FFF2-40B4-BE49-F238E27FC236}">
                  <a16:creationId xmlns:a16="http://schemas.microsoft.com/office/drawing/2014/main" id="{795FD2D7-6661-2750-0CDD-515F19EFCF7B}"/>
                </a:ext>
              </a:extLst>
            </p:cNvPr>
            <p:cNvSpPr/>
            <p:nvPr/>
          </p:nvSpPr>
          <p:spPr>
            <a:xfrm>
              <a:off x="8807964" y="4252412"/>
              <a:ext cx="552613" cy="601827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3">
                    <a:lumMod val="60000"/>
                    <a:lumOff val="40000"/>
                  </a:schemeClr>
                </a:gs>
                <a:gs pos="75000">
                  <a:srgbClr val="B5C5CB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3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TextBox 60">
              <a:extLst>
                <a:ext uri="{FF2B5EF4-FFF2-40B4-BE49-F238E27FC236}">
                  <a16:creationId xmlns:a16="http://schemas.microsoft.com/office/drawing/2014/main" id="{4C3C75BC-5A4F-3585-9FEC-6189D3C3622A}"/>
                </a:ext>
              </a:extLst>
            </p:cNvPr>
            <p:cNvSpPr txBox="1"/>
            <p:nvPr/>
          </p:nvSpPr>
          <p:spPr>
            <a:xfrm>
              <a:off x="9455394" y="4224335"/>
              <a:ext cx="17477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+mj-lt"/>
                </a:rPr>
                <a:t>MySQL</a:t>
              </a:r>
            </a:p>
          </p:txBody>
        </p:sp>
        <p:sp>
          <p:nvSpPr>
            <p:cNvPr id="37" name="TextBox 60">
              <a:extLst>
                <a:ext uri="{FF2B5EF4-FFF2-40B4-BE49-F238E27FC236}">
                  <a16:creationId xmlns:a16="http://schemas.microsoft.com/office/drawing/2014/main" id="{834C168E-5EE0-CD23-8C4C-CB25C146CF54}"/>
                </a:ext>
              </a:extLst>
            </p:cNvPr>
            <p:cNvSpPr txBox="1"/>
            <p:nvPr/>
          </p:nvSpPr>
          <p:spPr>
            <a:xfrm>
              <a:off x="9455394" y="4589536"/>
              <a:ext cx="20554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spc="50" dirty="0">
                  <a:solidFill>
                    <a:schemeClr val="accent1"/>
                  </a:solidFill>
                  <a:latin typeface="+mj-lt"/>
                </a:rPr>
                <a:t>DATABASE</a:t>
              </a:r>
            </a:p>
          </p:txBody>
        </p:sp>
        <p:pic>
          <p:nvPicPr>
            <p:cNvPr id="109" name="圖片 108" descr="Download MySQL Logo in SVG Vector or PNG File Format - Logo.wine">
              <a:extLst>
                <a:ext uri="{FF2B5EF4-FFF2-40B4-BE49-F238E27FC236}">
                  <a16:creationId xmlns:a16="http://schemas.microsoft.com/office/drawing/2014/main" id="{B84494B4-CE5A-F1E9-8AEE-F3CE13708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784840" y="4345918"/>
              <a:ext cx="612000" cy="4080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41962728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49B424-D760-1EB6-54C9-978A50F6A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">
            <a:extLst>
              <a:ext uri="{FF2B5EF4-FFF2-40B4-BE49-F238E27FC236}">
                <a16:creationId xmlns:a16="http://schemas.microsoft.com/office/drawing/2014/main" id="{B8158A40-E8AC-B6A5-7B65-3BD6D039995F}"/>
              </a:ext>
            </a:extLst>
          </p:cNvPr>
          <p:cNvGrpSpPr/>
          <p:nvPr/>
        </p:nvGrpSpPr>
        <p:grpSpPr>
          <a:xfrm>
            <a:off x="747436" y="2701768"/>
            <a:ext cx="3789086" cy="2350117"/>
            <a:chOff x="567912" y="-29"/>
            <a:chExt cx="11058172" cy="6858645"/>
          </a:xfrm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191D29EC-AC95-FC6A-6F26-6A4CEDEEA289}"/>
                </a:ext>
              </a:extLst>
            </p:cNvPr>
            <p:cNvSpPr/>
            <p:nvPr/>
          </p:nvSpPr>
          <p:spPr>
            <a:xfrm>
              <a:off x="567912" y="-29"/>
              <a:ext cx="11058172" cy="6858601"/>
            </a:xfrm>
            <a:custGeom>
              <a:avLst/>
              <a:gdLst>
                <a:gd name="connsiteX0" fmla="*/ 5125240 w 11058172"/>
                <a:gd name="connsiteY0" fmla="*/ 6754455 h 6858601"/>
                <a:gd name="connsiteX1" fmla="*/ 431032 w 11058172"/>
                <a:gd name="connsiteY1" fmla="*/ 4160041 h 6858601"/>
                <a:gd name="connsiteX2" fmla="*/ 431032 w 11058172"/>
                <a:gd name="connsiteY2" fmla="*/ 2698606 h 6858601"/>
                <a:gd name="connsiteX3" fmla="*/ 5125240 w 11058172"/>
                <a:gd name="connsiteY3" fmla="*/ 104191 h 6858601"/>
                <a:gd name="connsiteX4" fmla="*/ 5932933 w 11058172"/>
                <a:gd name="connsiteY4" fmla="*/ 104191 h 6858601"/>
                <a:gd name="connsiteX5" fmla="*/ 10627140 w 11058172"/>
                <a:gd name="connsiteY5" fmla="*/ 2698606 h 6858601"/>
                <a:gd name="connsiteX6" fmla="*/ 10627140 w 11058172"/>
                <a:gd name="connsiteY6" fmla="*/ 4160041 h 6858601"/>
                <a:gd name="connsiteX7" fmla="*/ 5932933 w 11058172"/>
                <a:gd name="connsiteY7" fmla="*/ 6754455 h 6858601"/>
                <a:gd name="connsiteX8" fmla="*/ 5125240 w 11058172"/>
                <a:gd name="connsiteY8" fmla="*/ 6754455 h 685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8172" h="6858601">
                  <a:moveTo>
                    <a:pt x="5125240" y="6754455"/>
                  </a:moveTo>
                  <a:lnTo>
                    <a:pt x="431032" y="4160041"/>
                  </a:lnTo>
                  <a:cubicBezTo>
                    <a:pt x="-143677" y="3842389"/>
                    <a:pt x="-143677" y="3016258"/>
                    <a:pt x="431032" y="2698606"/>
                  </a:cubicBezTo>
                  <a:lnTo>
                    <a:pt x="5125240" y="104191"/>
                  </a:lnTo>
                  <a:cubicBezTo>
                    <a:pt x="5376543" y="-34730"/>
                    <a:pt x="5681630" y="-34730"/>
                    <a:pt x="5932933" y="104191"/>
                  </a:cubicBezTo>
                  <a:lnTo>
                    <a:pt x="10627140" y="2698606"/>
                  </a:lnTo>
                  <a:cubicBezTo>
                    <a:pt x="11201850" y="3016258"/>
                    <a:pt x="11201850" y="3842389"/>
                    <a:pt x="10627140" y="4160041"/>
                  </a:cubicBezTo>
                  <a:lnTo>
                    <a:pt x="5932933" y="6754455"/>
                  </a:lnTo>
                  <a:cubicBezTo>
                    <a:pt x="5681630" y="6893318"/>
                    <a:pt x="5376543" y="6893318"/>
                    <a:pt x="5125240" y="6754455"/>
                  </a:cubicBezTo>
                  <a:close/>
                </a:path>
              </a:pathLst>
            </a:custGeom>
            <a:gradFill>
              <a:gsLst>
                <a:gs pos="15000">
                  <a:schemeClr val="accent3">
                    <a:lumMod val="60000"/>
                    <a:lumOff val="40000"/>
                  </a:schemeClr>
                </a:gs>
                <a:gs pos="75000">
                  <a:schemeClr val="accent3"/>
                </a:gs>
              </a:gsLst>
              <a:path path="circle">
                <a:fillToRect l="100000" t="100000"/>
              </a:path>
            </a:gra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3">
              <a:extLst>
                <a:ext uri="{FF2B5EF4-FFF2-40B4-BE49-F238E27FC236}">
                  <a16:creationId xmlns:a16="http://schemas.microsoft.com/office/drawing/2014/main" id="{C58E7E36-B780-CF19-9839-2C847AE9103F}"/>
                </a:ext>
              </a:extLst>
            </p:cNvPr>
            <p:cNvSpPr/>
            <p:nvPr/>
          </p:nvSpPr>
          <p:spPr>
            <a:xfrm>
              <a:off x="567962" y="2933556"/>
              <a:ext cx="11058071" cy="3925060"/>
            </a:xfrm>
            <a:custGeom>
              <a:avLst/>
              <a:gdLst>
                <a:gd name="connsiteX0" fmla="*/ 10627090 w 11058071"/>
                <a:gd name="connsiteY0" fmla="*/ 235039 h 3925060"/>
                <a:gd name="connsiteX1" fmla="*/ 5932883 w 11058071"/>
                <a:gd name="connsiteY1" fmla="*/ 2829395 h 3925060"/>
                <a:gd name="connsiteX2" fmla="*/ 5125189 w 11058071"/>
                <a:gd name="connsiteY2" fmla="*/ 2829395 h 3925060"/>
                <a:gd name="connsiteX3" fmla="*/ 430982 w 11058071"/>
                <a:gd name="connsiteY3" fmla="*/ 235039 h 3925060"/>
                <a:gd name="connsiteX4" fmla="*/ 161418 w 11058071"/>
                <a:gd name="connsiteY4" fmla="*/ 59 h 3925060"/>
                <a:gd name="connsiteX5" fmla="*/ 430982 w 11058071"/>
                <a:gd name="connsiteY5" fmla="*/ 1226455 h 3925060"/>
                <a:gd name="connsiteX6" fmla="*/ 5125189 w 11058071"/>
                <a:gd name="connsiteY6" fmla="*/ 3820869 h 3925060"/>
                <a:gd name="connsiteX7" fmla="*/ 5932883 w 11058071"/>
                <a:gd name="connsiteY7" fmla="*/ 3820869 h 3925060"/>
                <a:gd name="connsiteX8" fmla="*/ 10627090 w 11058071"/>
                <a:gd name="connsiteY8" fmla="*/ 1226455 h 3925060"/>
                <a:gd name="connsiteX9" fmla="*/ 10896654 w 11058071"/>
                <a:gd name="connsiteY9" fmla="*/ 0 h 3925060"/>
                <a:gd name="connsiteX10" fmla="*/ 10627090 w 11058071"/>
                <a:gd name="connsiteY10" fmla="*/ 235039 h 392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58071" h="3925060">
                  <a:moveTo>
                    <a:pt x="10627090" y="235039"/>
                  </a:moveTo>
                  <a:lnTo>
                    <a:pt x="5932883" y="2829395"/>
                  </a:lnTo>
                  <a:cubicBezTo>
                    <a:pt x="5681580" y="2968316"/>
                    <a:pt x="5376493" y="2968316"/>
                    <a:pt x="5125189" y="2829395"/>
                  </a:cubicBezTo>
                  <a:lnTo>
                    <a:pt x="430982" y="235039"/>
                  </a:lnTo>
                  <a:cubicBezTo>
                    <a:pt x="319422" y="173388"/>
                    <a:pt x="229646" y="92536"/>
                    <a:pt x="161418" y="59"/>
                  </a:cubicBezTo>
                  <a:cubicBezTo>
                    <a:pt x="-122003" y="384236"/>
                    <a:pt x="-32227" y="970454"/>
                    <a:pt x="430982" y="1226455"/>
                  </a:cubicBezTo>
                  <a:lnTo>
                    <a:pt x="5125189" y="3820869"/>
                  </a:lnTo>
                  <a:cubicBezTo>
                    <a:pt x="5376493" y="3959791"/>
                    <a:pt x="5681580" y="3959791"/>
                    <a:pt x="5932883" y="3820869"/>
                  </a:cubicBezTo>
                  <a:lnTo>
                    <a:pt x="10627090" y="1226455"/>
                  </a:lnTo>
                  <a:cubicBezTo>
                    <a:pt x="11090298" y="970454"/>
                    <a:pt x="11180075" y="384236"/>
                    <a:pt x="10896654" y="0"/>
                  </a:cubicBezTo>
                  <a:cubicBezTo>
                    <a:pt x="10828426" y="92536"/>
                    <a:pt x="10738650" y="173388"/>
                    <a:pt x="10627090" y="235039"/>
                  </a:cubicBezTo>
                  <a:close/>
                </a:path>
              </a:pathLst>
            </a:custGeom>
            <a:solidFill>
              <a:schemeClr val="accent3"/>
            </a:soli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3ECCE192-9728-5F80-0CCD-2AD551A625BD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51E2C151-A22F-FE37-0F8F-E4C7F748447F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系統架構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C360AD5-4EAB-8949-4C0E-93B8DCA1224E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SYSTEM ARCHITECTURE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34" name="TextBox 55">
            <a:extLst>
              <a:ext uri="{FF2B5EF4-FFF2-40B4-BE49-F238E27FC236}">
                <a16:creationId xmlns:a16="http://schemas.microsoft.com/office/drawing/2014/main" id="{39ADAF38-8B01-C648-697D-577710554A0B}"/>
              </a:ext>
            </a:extLst>
          </p:cNvPr>
          <p:cNvSpPr txBox="1"/>
          <p:nvPr/>
        </p:nvSpPr>
        <p:spPr>
          <a:xfrm>
            <a:off x="773911" y="3416982"/>
            <a:ext cx="3776594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spcBef>
                <a:spcPts val="1200"/>
              </a:spcBef>
              <a:defRPr sz="2400" b="1" spc="50">
                <a:solidFill>
                  <a:schemeClr val="bg1"/>
                </a:solidFill>
                <a:effectLst>
                  <a:outerShdw blurRad="75057" dist="88900" dir="5400000" sx="101000" sy="101000" rotWithShape="0">
                    <a:prstClr val="black">
                      <a:alpha val="25000"/>
                    </a:prstClr>
                  </a:outerShdw>
                </a:effectLst>
                <a:ea typeface="Noto Sans TC Medium" panose="020B0200000000000000" pitchFamily="34" charset="-120"/>
              </a:defRPr>
            </a:lvl1pPr>
          </a:lstStyle>
          <a:p>
            <a:r>
              <a:rPr lang="en-US" altLang="zh-TW" sz="2800" dirty="0">
                <a:solidFill>
                  <a:schemeClr val="accent1"/>
                </a:solidFill>
                <a:effectLst>
                  <a:outerShdw blurRad="75057" dist="88900" dir="5400000" sx="101000" sy="101000" rotWithShape="0">
                    <a:schemeClr val="accent5">
                      <a:alpha val="25000"/>
                    </a:schemeClr>
                  </a:outerShdw>
                </a:effectLst>
              </a:rPr>
              <a:t>IoT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292F121-6F39-FDE3-817D-E73B3604E574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14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Rectangle: Rounded Corners 61">
            <a:extLst>
              <a:ext uri="{FF2B5EF4-FFF2-40B4-BE49-F238E27FC236}">
                <a16:creationId xmlns:a16="http://schemas.microsoft.com/office/drawing/2014/main" id="{9C8E8F62-559D-9B22-BC2D-083B83C81FF6}"/>
              </a:ext>
            </a:extLst>
          </p:cNvPr>
          <p:cNvSpPr/>
          <p:nvPr/>
        </p:nvSpPr>
        <p:spPr>
          <a:xfrm>
            <a:off x="6766193" y="2671639"/>
            <a:ext cx="3168000" cy="882767"/>
          </a:xfrm>
          <a:prstGeom prst="roundRect">
            <a:avLst>
              <a:gd name="adj" fmla="val 29667"/>
            </a:avLst>
          </a:prstGeom>
          <a:solidFill>
            <a:schemeClr val="bg1"/>
          </a:solidFill>
          <a:ln w="53975">
            <a:noFill/>
          </a:ln>
          <a:effectLst>
            <a:outerShdw blurRad="863600" dist="723900" dir="7800000" sx="85000" sy="85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Graphic 18">
            <a:extLst>
              <a:ext uri="{FF2B5EF4-FFF2-40B4-BE49-F238E27FC236}">
                <a16:creationId xmlns:a16="http://schemas.microsoft.com/office/drawing/2014/main" id="{D7247C22-4EE8-3992-AFB1-EE68AD2BBB23}"/>
              </a:ext>
            </a:extLst>
          </p:cNvPr>
          <p:cNvSpPr/>
          <p:nvPr/>
        </p:nvSpPr>
        <p:spPr>
          <a:xfrm>
            <a:off x="6998832" y="2812109"/>
            <a:ext cx="552613" cy="601827"/>
          </a:xfrm>
          <a:custGeom>
            <a:avLst/>
            <a:gdLst>
              <a:gd name="connsiteX0" fmla="*/ 1238039 w 3142829"/>
              <a:gd name="connsiteY0" fmla="*/ 89328 h 3422732"/>
              <a:gd name="connsiteX1" fmla="*/ 1904789 w 3142829"/>
              <a:gd name="connsiteY1" fmla="*/ 89328 h 3422732"/>
              <a:gd name="connsiteX2" fmla="*/ 2809455 w 3142829"/>
              <a:gd name="connsiteY2" fmla="*/ 611635 h 3422732"/>
              <a:gd name="connsiteX3" fmla="*/ 3142830 w 3142829"/>
              <a:gd name="connsiteY3" fmla="*/ 1189063 h 3422732"/>
              <a:gd name="connsiteX4" fmla="*/ 3142830 w 3142829"/>
              <a:gd name="connsiteY4" fmla="*/ 2233669 h 3422732"/>
              <a:gd name="connsiteX5" fmla="*/ 2809455 w 3142829"/>
              <a:gd name="connsiteY5" fmla="*/ 2811094 h 3422732"/>
              <a:gd name="connsiteX6" fmla="*/ 1904789 w 3142829"/>
              <a:gd name="connsiteY6" fmla="*/ 3333407 h 3422732"/>
              <a:gd name="connsiteX7" fmla="*/ 1238039 w 3142829"/>
              <a:gd name="connsiteY7" fmla="*/ 3333407 h 3422732"/>
              <a:gd name="connsiteX8" fmla="*/ 333375 w 3142829"/>
              <a:gd name="connsiteY8" fmla="*/ 2811094 h 3422732"/>
              <a:gd name="connsiteX9" fmla="*/ 0 w 3142829"/>
              <a:gd name="connsiteY9" fmla="*/ 2233669 h 3422732"/>
              <a:gd name="connsiteX10" fmla="*/ 0 w 3142829"/>
              <a:gd name="connsiteY10" fmla="*/ 1189063 h 3422732"/>
              <a:gd name="connsiteX11" fmla="*/ 333375 w 3142829"/>
              <a:gd name="connsiteY11" fmla="*/ 611635 h 3422732"/>
              <a:gd name="connsiteX12" fmla="*/ 1238039 w 3142829"/>
              <a:gd name="connsiteY12" fmla="*/ 89328 h 34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42829" h="3422732">
                <a:moveTo>
                  <a:pt x="1238039" y="89328"/>
                </a:moveTo>
                <a:cubicBezTo>
                  <a:pt x="1444332" y="-29776"/>
                  <a:pt x="1698497" y="-29776"/>
                  <a:pt x="1904789" y="89328"/>
                </a:cubicBezTo>
                <a:lnTo>
                  <a:pt x="2809455" y="611635"/>
                </a:lnTo>
                <a:cubicBezTo>
                  <a:pt x="3015747" y="730738"/>
                  <a:pt x="3142830" y="950852"/>
                  <a:pt x="3142830" y="1189063"/>
                </a:cubicBezTo>
                <a:lnTo>
                  <a:pt x="3142830" y="2233669"/>
                </a:lnTo>
                <a:cubicBezTo>
                  <a:pt x="3142830" y="2471880"/>
                  <a:pt x="3015747" y="2691993"/>
                  <a:pt x="2809455" y="2811094"/>
                </a:cubicBezTo>
                <a:lnTo>
                  <a:pt x="1904789" y="3333407"/>
                </a:lnTo>
                <a:cubicBezTo>
                  <a:pt x="1698497" y="3452507"/>
                  <a:pt x="1444332" y="3452507"/>
                  <a:pt x="1238039" y="3333407"/>
                </a:cubicBezTo>
                <a:lnTo>
                  <a:pt x="333375" y="2811094"/>
                </a:lnTo>
                <a:cubicBezTo>
                  <a:pt x="127082" y="2691993"/>
                  <a:pt x="0" y="2471880"/>
                  <a:pt x="0" y="2233669"/>
                </a:cubicBezTo>
                <a:lnTo>
                  <a:pt x="0" y="1189063"/>
                </a:lnTo>
                <a:cubicBezTo>
                  <a:pt x="0" y="950852"/>
                  <a:pt x="127082" y="730738"/>
                  <a:pt x="333375" y="611635"/>
                </a:cubicBezTo>
                <a:lnTo>
                  <a:pt x="1238039" y="89328"/>
                </a:lnTo>
                <a:close/>
              </a:path>
            </a:pathLst>
          </a:custGeom>
          <a:gradFill flip="none" rotWithShape="1">
            <a:gsLst>
              <a:gs pos="15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9525" cap="flat">
            <a:noFill/>
            <a:prstDash val="solid"/>
            <a:miter/>
          </a:ln>
          <a:effectLst>
            <a:outerShdw blurRad="571500" dist="381000" dir="5400000" sx="85000" sy="85000" algn="t" rotWithShape="0">
              <a:schemeClr val="accent1">
                <a:alpha val="3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TextBox 60">
            <a:extLst>
              <a:ext uri="{FF2B5EF4-FFF2-40B4-BE49-F238E27FC236}">
                <a16:creationId xmlns:a16="http://schemas.microsoft.com/office/drawing/2014/main" id="{AE2175A0-81B4-28C7-A193-F2698A3E6F08}"/>
              </a:ext>
            </a:extLst>
          </p:cNvPr>
          <p:cNvSpPr txBox="1"/>
          <p:nvPr/>
        </p:nvSpPr>
        <p:spPr>
          <a:xfrm>
            <a:off x="7696502" y="2784032"/>
            <a:ext cx="1747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+mj-lt"/>
              </a:rPr>
              <a:t>ESP32-S3</a:t>
            </a:r>
          </a:p>
        </p:txBody>
      </p:sp>
      <p:sp>
        <p:nvSpPr>
          <p:cNvPr id="43" name="TextBox 60">
            <a:extLst>
              <a:ext uri="{FF2B5EF4-FFF2-40B4-BE49-F238E27FC236}">
                <a16:creationId xmlns:a16="http://schemas.microsoft.com/office/drawing/2014/main" id="{8B30AA90-881B-1AD4-1AE4-17D1058B72BC}"/>
              </a:ext>
            </a:extLst>
          </p:cNvPr>
          <p:cNvSpPr txBox="1"/>
          <p:nvPr/>
        </p:nvSpPr>
        <p:spPr>
          <a:xfrm>
            <a:off x="7696502" y="3149233"/>
            <a:ext cx="2055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50" dirty="0">
                <a:solidFill>
                  <a:schemeClr val="accent1"/>
                </a:solidFill>
                <a:latin typeface="+mj-lt"/>
              </a:rPr>
              <a:t>MCU</a:t>
            </a:r>
          </a:p>
        </p:txBody>
      </p:sp>
      <p:sp>
        <p:nvSpPr>
          <p:cNvPr id="24" name="Rectangle: Rounded Corners 61">
            <a:extLst>
              <a:ext uri="{FF2B5EF4-FFF2-40B4-BE49-F238E27FC236}">
                <a16:creationId xmlns:a16="http://schemas.microsoft.com/office/drawing/2014/main" id="{4A2DB256-5DEE-4C78-063B-666C2C909804}"/>
              </a:ext>
            </a:extLst>
          </p:cNvPr>
          <p:cNvSpPr/>
          <p:nvPr/>
        </p:nvSpPr>
        <p:spPr>
          <a:xfrm>
            <a:off x="6766193" y="4081798"/>
            <a:ext cx="3168000" cy="882767"/>
          </a:xfrm>
          <a:prstGeom prst="roundRect">
            <a:avLst>
              <a:gd name="adj" fmla="val 29667"/>
            </a:avLst>
          </a:prstGeom>
          <a:solidFill>
            <a:schemeClr val="bg1"/>
          </a:solidFill>
          <a:ln w="53975">
            <a:noFill/>
          </a:ln>
          <a:effectLst>
            <a:outerShdw blurRad="863600" dist="723900" dir="7800000" sx="85000" sy="85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Graphic 18">
            <a:extLst>
              <a:ext uri="{FF2B5EF4-FFF2-40B4-BE49-F238E27FC236}">
                <a16:creationId xmlns:a16="http://schemas.microsoft.com/office/drawing/2014/main" id="{16EBD226-3237-2CB6-4FB1-93E2C0E6F9F5}"/>
              </a:ext>
            </a:extLst>
          </p:cNvPr>
          <p:cNvSpPr/>
          <p:nvPr/>
        </p:nvSpPr>
        <p:spPr>
          <a:xfrm>
            <a:off x="6998832" y="4222268"/>
            <a:ext cx="552613" cy="601827"/>
          </a:xfrm>
          <a:custGeom>
            <a:avLst/>
            <a:gdLst>
              <a:gd name="connsiteX0" fmla="*/ 1238039 w 3142829"/>
              <a:gd name="connsiteY0" fmla="*/ 89328 h 3422732"/>
              <a:gd name="connsiteX1" fmla="*/ 1904789 w 3142829"/>
              <a:gd name="connsiteY1" fmla="*/ 89328 h 3422732"/>
              <a:gd name="connsiteX2" fmla="*/ 2809455 w 3142829"/>
              <a:gd name="connsiteY2" fmla="*/ 611635 h 3422732"/>
              <a:gd name="connsiteX3" fmla="*/ 3142830 w 3142829"/>
              <a:gd name="connsiteY3" fmla="*/ 1189063 h 3422732"/>
              <a:gd name="connsiteX4" fmla="*/ 3142830 w 3142829"/>
              <a:gd name="connsiteY4" fmla="*/ 2233669 h 3422732"/>
              <a:gd name="connsiteX5" fmla="*/ 2809455 w 3142829"/>
              <a:gd name="connsiteY5" fmla="*/ 2811094 h 3422732"/>
              <a:gd name="connsiteX6" fmla="*/ 1904789 w 3142829"/>
              <a:gd name="connsiteY6" fmla="*/ 3333407 h 3422732"/>
              <a:gd name="connsiteX7" fmla="*/ 1238039 w 3142829"/>
              <a:gd name="connsiteY7" fmla="*/ 3333407 h 3422732"/>
              <a:gd name="connsiteX8" fmla="*/ 333375 w 3142829"/>
              <a:gd name="connsiteY8" fmla="*/ 2811094 h 3422732"/>
              <a:gd name="connsiteX9" fmla="*/ 0 w 3142829"/>
              <a:gd name="connsiteY9" fmla="*/ 2233669 h 3422732"/>
              <a:gd name="connsiteX10" fmla="*/ 0 w 3142829"/>
              <a:gd name="connsiteY10" fmla="*/ 1189063 h 3422732"/>
              <a:gd name="connsiteX11" fmla="*/ 333375 w 3142829"/>
              <a:gd name="connsiteY11" fmla="*/ 611635 h 3422732"/>
              <a:gd name="connsiteX12" fmla="*/ 1238039 w 3142829"/>
              <a:gd name="connsiteY12" fmla="*/ 89328 h 34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42829" h="3422732">
                <a:moveTo>
                  <a:pt x="1238039" y="89328"/>
                </a:moveTo>
                <a:cubicBezTo>
                  <a:pt x="1444332" y="-29776"/>
                  <a:pt x="1698497" y="-29776"/>
                  <a:pt x="1904789" y="89328"/>
                </a:cubicBezTo>
                <a:lnTo>
                  <a:pt x="2809455" y="611635"/>
                </a:lnTo>
                <a:cubicBezTo>
                  <a:pt x="3015747" y="730738"/>
                  <a:pt x="3142830" y="950852"/>
                  <a:pt x="3142830" y="1189063"/>
                </a:cubicBezTo>
                <a:lnTo>
                  <a:pt x="3142830" y="2233669"/>
                </a:lnTo>
                <a:cubicBezTo>
                  <a:pt x="3142830" y="2471880"/>
                  <a:pt x="3015747" y="2691993"/>
                  <a:pt x="2809455" y="2811094"/>
                </a:cubicBezTo>
                <a:lnTo>
                  <a:pt x="1904789" y="3333407"/>
                </a:lnTo>
                <a:cubicBezTo>
                  <a:pt x="1698497" y="3452507"/>
                  <a:pt x="1444332" y="3452507"/>
                  <a:pt x="1238039" y="3333407"/>
                </a:cubicBezTo>
                <a:lnTo>
                  <a:pt x="333375" y="2811094"/>
                </a:lnTo>
                <a:cubicBezTo>
                  <a:pt x="127082" y="2691993"/>
                  <a:pt x="0" y="2471880"/>
                  <a:pt x="0" y="2233669"/>
                </a:cubicBezTo>
                <a:lnTo>
                  <a:pt x="0" y="1189063"/>
                </a:lnTo>
                <a:cubicBezTo>
                  <a:pt x="0" y="950852"/>
                  <a:pt x="127082" y="730738"/>
                  <a:pt x="333375" y="611635"/>
                </a:cubicBezTo>
                <a:lnTo>
                  <a:pt x="1238039" y="89328"/>
                </a:lnTo>
                <a:close/>
              </a:path>
            </a:pathLst>
          </a:custGeom>
          <a:gradFill flip="none" rotWithShape="1">
            <a:gsLst>
              <a:gs pos="15000">
                <a:schemeClr val="accent2">
                  <a:lumMod val="60000"/>
                  <a:lumOff val="40000"/>
                </a:schemeClr>
              </a:gs>
              <a:gs pos="75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 w="9525" cap="flat">
            <a:noFill/>
            <a:prstDash val="solid"/>
            <a:miter/>
          </a:ln>
          <a:effectLst>
            <a:outerShdw blurRad="571500" dist="381000" dir="5400000" sx="85000" sy="85000" algn="t" rotWithShape="0">
              <a:schemeClr val="accent2">
                <a:alpha val="3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TextBox 60">
            <a:extLst>
              <a:ext uri="{FF2B5EF4-FFF2-40B4-BE49-F238E27FC236}">
                <a16:creationId xmlns:a16="http://schemas.microsoft.com/office/drawing/2014/main" id="{0756AE4A-15D7-37FB-5D9E-2FA44FF57A83}"/>
              </a:ext>
            </a:extLst>
          </p:cNvPr>
          <p:cNvSpPr txBox="1"/>
          <p:nvPr/>
        </p:nvSpPr>
        <p:spPr>
          <a:xfrm>
            <a:off x="7696502" y="4194191"/>
            <a:ext cx="19639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+mj-lt"/>
              </a:rPr>
              <a:t>Arduino Core</a:t>
            </a:r>
          </a:p>
        </p:txBody>
      </p:sp>
      <p:sp>
        <p:nvSpPr>
          <p:cNvPr id="28" name="TextBox 60">
            <a:extLst>
              <a:ext uri="{FF2B5EF4-FFF2-40B4-BE49-F238E27FC236}">
                <a16:creationId xmlns:a16="http://schemas.microsoft.com/office/drawing/2014/main" id="{275DAFF5-6BCA-DDAA-E6BE-E6454C3C7188}"/>
              </a:ext>
            </a:extLst>
          </p:cNvPr>
          <p:cNvSpPr txBox="1"/>
          <p:nvPr/>
        </p:nvSpPr>
        <p:spPr>
          <a:xfrm>
            <a:off x="7696502" y="4559392"/>
            <a:ext cx="2055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50" dirty="0">
                <a:solidFill>
                  <a:schemeClr val="accent1"/>
                </a:solidFill>
                <a:latin typeface="+mj-lt"/>
              </a:rPr>
              <a:t>FIRMWARE</a:t>
            </a: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FC99B013-A36A-DB47-91DF-4F07017BD1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7095138" y="2933022"/>
            <a:ext cx="360000" cy="360000"/>
          </a:xfrm>
          <a:prstGeom prst="rect">
            <a:avLst/>
          </a:prstGeom>
        </p:spPr>
      </p:pic>
      <p:pic>
        <p:nvPicPr>
          <p:cNvPr id="29" name="圖片 28" descr="File:Arduino Logo.svg - Wikimedia Commons">
            <a:extLst>
              <a:ext uri="{FF2B5EF4-FFF2-40B4-BE49-F238E27FC236}">
                <a16:creationId xmlns:a16="http://schemas.microsoft.com/office/drawing/2014/main" id="{931CF4C6-EA0D-305A-B456-C796BBE0F9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95138" y="4400556"/>
            <a:ext cx="360000" cy="24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2672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74A28-B41C-7FEE-B418-2F3684413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78491E42-0487-75C0-925A-FA314C0A65E9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35D58CCE-0B12-E2C2-94C7-B7CC75CF18FD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技術使用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6D0C7B1-18EB-35FD-2396-6E45A08C5B0B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TECH STACK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D25CF4B-0CDF-C810-7F31-F3528E0B2A3F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15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Box 44">
            <a:extLst>
              <a:ext uri="{FF2B5EF4-FFF2-40B4-BE49-F238E27FC236}">
                <a16:creationId xmlns:a16="http://schemas.microsoft.com/office/drawing/2014/main" id="{25BE4B32-9B57-9198-F375-5A759F4C5035}"/>
              </a:ext>
            </a:extLst>
          </p:cNvPr>
          <p:cNvSpPr txBox="1"/>
          <p:nvPr/>
        </p:nvSpPr>
        <p:spPr>
          <a:xfrm>
            <a:off x="2120939" y="2195283"/>
            <a:ext cx="1669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2"/>
                </a:solidFill>
                <a:latin typeface="+mj-lt"/>
                <a:cs typeface="Poppins" panose="00000500000000000000" pitchFamily="2" charset="0"/>
              </a:rPr>
              <a:t>Flutter SDK</a:t>
            </a:r>
          </a:p>
        </p:txBody>
      </p:sp>
      <p:sp>
        <p:nvSpPr>
          <p:cNvPr id="10" name="TextBox 20">
            <a:extLst>
              <a:ext uri="{FF2B5EF4-FFF2-40B4-BE49-F238E27FC236}">
                <a16:creationId xmlns:a16="http://schemas.microsoft.com/office/drawing/2014/main" id="{D8E43A4E-73E7-03F8-9D7D-B4E62E0F0D7F}"/>
              </a:ext>
            </a:extLst>
          </p:cNvPr>
          <p:cNvSpPr txBox="1"/>
          <p:nvPr/>
        </p:nvSpPr>
        <p:spPr>
          <a:xfrm>
            <a:off x="2120939" y="5321514"/>
            <a:ext cx="1669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2"/>
                </a:solidFill>
                <a:latin typeface="+mj-lt"/>
                <a:cs typeface="Poppins" panose="00000500000000000000" pitchFamily="2" charset="0"/>
              </a:rPr>
              <a:t>iOS 14+</a:t>
            </a:r>
          </a:p>
        </p:txBody>
      </p:sp>
      <p:sp>
        <p:nvSpPr>
          <p:cNvPr id="13" name="TextBox 50">
            <a:extLst>
              <a:ext uri="{FF2B5EF4-FFF2-40B4-BE49-F238E27FC236}">
                <a16:creationId xmlns:a16="http://schemas.microsoft.com/office/drawing/2014/main" id="{77CFA3F3-868C-E57E-8439-9B7960A01316}"/>
              </a:ext>
            </a:extLst>
          </p:cNvPr>
          <p:cNvSpPr txBox="1"/>
          <p:nvPr/>
        </p:nvSpPr>
        <p:spPr>
          <a:xfrm flipH="1">
            <a:off x="8478480" y="2204040"/>
            <a:ext cx="1386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+mj-lt"/>
                <a:cs typeface="Poppins" panose="00000500000000000000" pitchFamily="2" charset="0"/>
              </a:rPr>
              <a:t>Figma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05E4630B-E304-4EDC-397E-128D05498F73}"/>
              </a:ext>
            </a:extLst>
          </p:cNvPr>
          <p:cNvSpPr txBox="1"/>
          <p:nvPr/>
        </p:nvSpPr>
        <p:spPr>
          <a:xfrm flipH="1">
            <a:off x="8478477" y="5298654"/>
            <a:ext cx="1592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+mj-lt"/>
                <a:cs typeface="Poppins" panose="00000500000000000000" pitchFamily="2" charset="0"/>
              </a:rPr>
              <a:t>Android 8+</a:t>
            </a:r>
          </a:p>
        </p:txBody>
      </p:sp>
      <p:grpSp>
        <p:nvGrpSpPr>
          <p:cNvPr id="18" name="Group 46">
            <a:extLst>
              <a:ext uri="{FF2B5EF4-FFF2-40B4-BE49-F238E27FC236}">
                <a16:creationId xmlns:a16="http://schemas.microsoft.com/office/drawing/2014/main" id="{1C87ADEE-B0E9-2D8C-C3E5-BCC6F9274875}"/>
              </a:ext>
            </a:extLst>
          </p:cNvPr>
          <p:cNvGrpSpPr/>
          <p:nvPr/>
        </p:nvGrpSpPr>
        <p:grpSpPr>
          <a:xfrm flipH="1">
            <a:off x="4041013" y="2393227"/>
            <a:ext cx="1274874" cy="361956"/>
            <a:chOff x="5212074" y="2149193"/>
            <a:chExt cx="593495" cy="226171"/>
          </a:xfrm>
        </p:grpSpPr>
        <p:cxnSp>
          <p:nvCxnSpPr>
            <p:cNvPr id="19" name="Straight Arrow Connector 47">
              <a:extLst>
                <a:ext uri="{FF2B5EF4-FFF2-40B4-BE49-F238E27FC236}">
                  <a16:creationId xmlns:a16="http://schemas.microsoft.com/office/drawing/2014/main" id="{D81DF04A-3C29-86CD-87CC-2E31ECE016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48">
              <a:extLst>
                <a:ext uri="{FF2B5EF4-FFF2-40B4-BE49-F238E27FC236}">
                  <a16:creationId xmlns:a16="http://schemas.microsoft.com/office/drawing/2014/main" id="{344EBAD0-4FCA-EE20-F299-6DD430F453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52">
            <a:extLst>
              <a:ext uri="{FF2B5EF4-FFF2-40B4-BE49-F238E27FC236}">
                <a16:creationId xmlns:a16="http://schemas.microsoft.com/office/drawing/2014/main" id="{727E857C-2E49-C822-9183-279507AAD080}"/>
              </a:ext>
            </a:extLst>
          </p:cNvPr>
          <p:cNvGrpSpPr/>
          <p:nvPr/>
        </p:nvGrpSpPr>
        <p:grpSpPr>
          <a:xfrm>
            <a:off x="6907611" y="2393227"/>
            <a:ext cx="1274872" cy="361956"/>
            <a:chOff x="5212074" y="2149193"/>
            <a:chExt cx="593495" cy="226171"/>
          </a:xfrm>
        </p:grpSpPr>
        <p:cxnSp>
          <p:nvCxnSpPr>
            <p:cNvPr id="22" name="Straight Arrow Connector 53">
              <a:extLst>
                <a:ext uri="{FF2B5EF4-FFF2-40B4-BE49-F238E27FC236}">
                  <a16:creationId xmlns:a16="http://schemas.microsoft.com/office/drawing/2014/main" id="{A6195A8E-2C56-BE03-40E6-D3042E09D1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54">
              <a:extLst>
                <a:ext uri="{FF2B5EF4-FFF2-40B4-BE49-F238E27FC236}">
                  <a16:creationId xmlns:a16="http://schemas.microsoft.com/office/drawing/2014/main" id="{D0AFBD33-269D-8DA1-2001-BE1CA69176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6">
            <a:extLst>
              <a:ext uri="{FF2B5EF4-FFF2-40B4-BE49-F238E27FC236}">
                <a16:creationId xmlns:a16="http://schemas.microsoft.com/office/drawing/2014/main" id="{AC19853D-F079-979A-329F-C1905B0783CD}"/>
              </a:ext>
            </a:extLst>
          </p:cNvPr>
          <p:cNvGrpSpPr/>
          <p:nvPr/>
        </p:nvGrpSpPr>
        <p:grpSpPr>
          <a:xfrm flipH="1" flipV="1">
            <a:off x="4041012" y="5144974"/>
            <a:ext cx="1274876" cy="361958"/>
            <a:chOff x="5212074" y="2149193"/>
            <a:chExt cx="593495" cy="226171"/>
          </a:xfrm>
        </p:grpSpPr>
        <p:cxnSp>
          <p:nvCxnSpPr>
            <p:cNvPr id="25" name="Straight Arrow Connector 30">
              <a:extLst>
                <a:ext uri="{FF2B5EF4-FFF2-40B4-BE49-F238E27FC236}">
                  <a16:creationId xmlns:a16="http://schemas.microsoft.com/office/drawing/2014/main" id="{8CBBAD7D-98D0-CF36-C2F4-1936C9E4DD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31">
              <a:extLst>
                <a:ext uri="{FF2B5EF4-FFF2-40B4-BE49-F238E27FC236}">
                  <a16:creationId xmlns:a16="http://schemas.microsoft.com/office/drawing/2014/main" id="{5685AC59-5743-3484-F1D2-9F51403D79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8C7A68C6-5F82-5D85-7F9A-E765575B033C}"/>
              </a:ext>
            </a:extLst>
          </p:cNvPr>
          <p:cNvGrpSpPr/>
          <p:nvPr/>
        </p:nvGrpSpPr>
        <p:grpSpPr>
          <a:xfrm flipV="1">
            <a:off x="6907610" y="5144974"/>
            <a:ext cx="1274874" cy="361958"/>
            <a:chOff x="5212074" y="2149193"/>
            <a:chExt cx="593495" cy="226171"/>
          </a:xfrm>
        </p:grpSpPr>
        <p:cxnSp>
          <p:nvCxnSpPr>
            <p:cNvPr id="28" name="Straight Arrow Connector 28">
              <a:extLst>
                <a:ext uri="{FF2B5EF4-FFF2-40B4-BE49-F238E27FC236}">
                  <a16:creationId xmlns:a16="http://schemas.microsoft.com/office/drawing/2014/main" id="{8F4BC03E-E71D-DD10-8749-DD9A4B7D42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9">
              <a:extLst>
                <a:ext uri="{FF2B5EF4-FFF2-40B4-BE49-F238E27FC236}">
                  <a16:creationId xmlns:a16="http://schemas.microsoft.com/office/drawing/2014/main" id="{66C4D91A-446B-EB47-765E-2D7FF422CA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1">
            <a:extLst>
              <a:ext uri="{FF2B5EF4-FFF2-40B4-BE49-F238E27FC236}">
                <a16:creationId xmlns:a16="http://schemas.microsoft.com/office/drawing/2014/main" id="{EB5E1929-E064-7798-AC47-04DAAC22B374}"/>
              </a:ext>
            </a:extLst>
          </p:cNvPr>
          <p:cNvGrpSpPr/>
          <p:nvPr/>
        </p:nvGrpSpPr>
        <p:grpSpPr>
          <a:xfrm>
            <a:off x="4973378" y="2761498"/>
            <a:ext cx="2182762" cy="2377160"/>
            <a:chOff x="6125274" y="2328270"/>
            <a:chExt cx="2182762" cy="2377160"/>
          </a:xfrm>
        </p:grpSpPr>
        <p:sp>
          <p:nvSpPr>
            <p:cNvPr id="31" name="Graphic 18">
              <a:extLst>
                <a:ext uri="{FF2B5EF4-FFF2-40B4-BE49-F238E27FC236}">
                  <a16:creationId xmlns:a16="http://schemas.microsoft.com/office/drawing/2014/main" id="{1C4074CC-C095-8853-B906-E89B2B07894F}"/>
                </a:ext>
              </a:extLst>
            </p:cNvPr>
            <p:cNvSpPr/>
            <p:nvPr/>
          </p:nvSpPr>
          <p:spPr>
            <a:xfrm>
              <a:off x="6125274" y="2328270"/>
              <a:ext cx="2182762" cy="237716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rgbClr val="F8FAFB"/>
            </a:solidFill>
            <a:ln w="12700" cap="flat">
              <a:gradFill flip="none" rotWithShape="1">
                <a:gsLst>
                  <a:gs pos="1500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Graphic 18">
              <a:extLst>
                <a:ext uri="{FF2B5EF4-FFF2-40B4-BE49-F238E27FC236}">
                  <a16:creationId xmlns:a16="http://schemas.microsoft.com/office/drawing/2014/main" id="{1612E42E-5053-28B4-CC4B-D0AC53A77A2F}"/>
                </a:ext>
              </a:extLst>
            </p:cNvPr>
            <p:cNvSpPr/>
            <p:nvPr/>
          </p:nvSpPr>
          <p:spPr>
            <a:xfrm>
              <a:off x="6363511" y="2587722"/>
              <a:ext cx="1706289" cy="185825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3" name="TextBox 36">
              <a:extLst>
                <a:ext uri="{FF2B5EF4-FFF2-40B4-BE49-F238E27FC236}">
                  <a16:creationId xmlns:a16="http://schemas.microsoft.com/office/drawing/2014/main" id="{1F13643D-4C42-DBD9-FA15-EDF857173F93}"/>
                </a:ext>
              </a:extLst>
            </p:cNvPr>
            <p:cNvSpPr txBox="1"/>
            <p:nvPr/>
          </p:nvSpPr>
          <p:spPr>
            <a:xfrm>
              <a:off x="6370841" y="3116739"/>
              <a:ext cx="1691628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3200" b="1" dirty="0">
                  <a:solidFill>
                    <a:schemeClr val="bg1"/>
                  </a:solidFill>
                  <a:latin typeface="+mj-lt"/>
                  <a:cs typeface="Poppins" panose="00000500000000000000" pitchFamily="2" charset="0"/>
                </a:rPr>
                <a:t>前 端</a:t>
              </a:r>
              <a:endParaRPr lang="en-US" altLang="zh-TW" sz="3200" b="1" dirty="0">
                <a:solidFill>
                  <a:schemeClr val="bg1"/>
                </a:solidFill>
                <a:latin typeface="+mj-lt"/>
                <a:cs typeface="Poppins" panose="00000500000000000000" pitchFamily="2" charset="0"/>
              </a:endParaRPr>
            </a:p>
            <a:p>
              <a:pPr algn="ctr"/>
              <a:r>
                <a:rPr lang="en-US" sz="2000" dirty="0">
                  <a:solidFill>
                    <a:schemeClr val="bg1"/>
                  </a:solidFill>
                  <a:cs typeface="Poppins" panose="00000500000000000000" pitchFamily="2" charset="0"/>
                </a:rPr>
                <a:t>Frontend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0831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135A7-2171-D279-D1E0-6D32AF627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08B15E4E-089F-BE43-63B4-21E3BC24A98B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00235D9F-179C-08F6-A004-53F74E9A9905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技術使用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A7F384F-7FEE-FF41-850D-2C988E8C35FB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TECH STACK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0A0E272-6DB5-095B-16C6-971323135710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16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Box 44">
            <a:extLst>
              <a:ext uri="{FF2B5EF4-FFF2-40B4-BE49-F238E27FC236}">
                <a16:creationId xmlns:a16="http://schemas.microsoft.com/office/drawing/2014/main" id="{C7C9A643-318E-A3F9-AECC-513CCF7F14B1}"/>
              </a:ext>
            </a:extLst>
          </p:cNvPr>
          <p:cNvSpPr txBox="1"/>
          <p:nvPr/>
        </p:nvSpPr>
        <p:spPr>
          <a:xfrm>
            <a:off x="1036320" y="2195283"/>
            <a:ext cx="2754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2"/>
                </a:solidFill>
                <a:latin typeface="+mj-lt"/>
                <a:cs typeface="Poppins" panose="00000500000000000000" pitchFamily="2" charset="0"/>
              </a:rPr>
              <a:t>Node.js + Express.js</a:t>
            </a:r>
          </a:p>
        </p:txBody>
      </p:sp>
      <p:sp>
        <p:nvSpPr>
          <p:cNvPr id="10" name="TextBox 20">
            <a:extLst>
              <a:ext uri="{FF2B5EF4-FFF2-40B4-BE49-F238E27FC236}">
                <a16:creationId xmlns:a16="http://schemas.microsoft.com/office/drawing/2014/main" id="{B1F33B33-B556-708E-D740-1B3A79697B98}"/>
              </a:ext>
            </a:extLst>
          </p:cNvPr>
          <p:cNvSpPr txBox="1"/>
          <p:nvPr/>
        </p:nvSpPr>
        <p:spPr>
          <a:xfrm>
            <a:off x="2120939" y="5321514"/>
            <a:ext cx="1669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2"/>
                </a:solidFill>
                <a:latin typeface="+mj-lt"/>
                <a:cs typeface="Poppins" panose="00000500000000000000" pitchFamily="2" charset="0"/>
              </a:rPr>
              <a:t>MySQL 8.0</a:t>
            </a:r>
          </a:p>
        </p:txBody>
      </p:sp>
      <p:sp>
        <p:nvSpPr>
          <p:cNvPr id="13" name="TextBox 50">
            <a:extLst>
              <a:ext uri="{FF2B5EF4-FFF2-40B4-BE49-F238E27FC236}">
                <a16:creationId xmlns:a16="http://schemas.microsoft.com/office/drawing/2014/main" id="{8E62A6EA-08F4-CDB2-EFAF-D0D51A4CA43E}"/>
              </a:ext>
            </a:extLst>
          </p:cNvPr>
          <p:cNvSpPr txBox="1"/>
          <p:nvPr/>
        </p:nvSpPr>
        <p:spPr>
          <a:xfrm flipH="1">
            <a:off x="8478479" y="2204040"/>
            <a:ext cx="19685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+mj-lt"/>
                <a:cs typeface="Poppins" panose="00000500000000000000" pitchFamily="2" charset="0"/>
              </a:rPr>
              <a:t>Prisma ORM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591D2F54-9C2C-240A-3B6F-3FDA964967EF}"/>
              </a:ext>
            </a:extLst>
          </p:cNvPr>
          <p:cNvSpPr txBox="1"/>
          <p:nvPr/>
        </p:nvSpPr>
        <p:spPr>
          <a:xfrm flipH="1">
            <a:off x="8478476" y="5298654"/>
            <a:ext cx="2700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+mj-lt"/>
                <a:cs typeface="Poppins" panose="00000500000000000000" pitchFamily="2" charset="0"/>
              </a:rPr>
              <a:t>NGINX + Cloudflare</a:t>
            </a:r>
          </a:p>
        </p:txBody>
      </p:sp>
      <p:grpSp>
        <p:nvGrpSpPr>
          <p:cNvPr id="18" name="Group 46">
            <a:extLst>
              <a:ext uri="{FF2B5EF4-FFF2-40B4-BE49-F238E27FC236}">
                <a16:creationId xmlns:a16="http://schemas.microsoft.com/office/drawing/2014/main" id="{C28DD8F8-D61B-31F6-F51F-AB2D190B652C}"/>
              </a:ext>
            </a:extLst>
          </p:cNvPr>
          <p:cNvGrpSpPr/>
          <p:nvPr/>
        </p:nvGrpSpPr>
        <p:grpSpPr>
          <a:xfrm flipH="1">
            <a:off x="4041013" y="2393227"/>
            <a:ext cx="1274874" cy="361956"/>
            <a:chOff x="5212074" y="2149193"/>
            <a:chExt cx="593495" cy="226171"/>
          </a:xfrm>
        </p:grpSpPr>
        <p:cxnSp>
          <p:nvCxnSpPr>
            <p:cNvPr id="19" name="Straight Arrow Connector 47">
              <a:extLst>
                <a:ext uri="{FF2B5EF4-FFF2-40B4-BE49-F238E27FC236}">
                  <a16:creationId xmlns:a16="http://schemas.microsoft.com/office/drawing/2014/main" id="{AA107CC8-738B-5CE4-AD0B-41640EE4F3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48">
              <a:extLst>
                <a:ext uri="{FF2B5EF4-FFF2-40B4-BE49-F238E27FC236}">
                  <a16:creationId xmlns:a16="http://schemas.microsoft.com/office/drawing/2014/main" id="{7E5F701A-DEAB-E5B0-DC7A-7BE5BE7D39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52">
            <a:extLst>
              <a:ext uri="{FF2B5EF4-FFF2-40B4-BE49-F238E27FC236}">
                <a16:creationId xmlns:a16="http://schemas.microsoft.com/office/drawing/2014/main" id="{98852970-19DD-07F2-64A1-D09051138DA8}"/>
              </a:ext>
            </a:extLst>
          </p:cNvPr>
          <p:cNvGrpSpPr/>
          <p:nvPr/>
        </p:nvGrpSpPr>
        <p:grpSpPr>
          <a:xfrm>
            <a:off x="6907611" y="2393227"/>
            <a:ext cx="1274872" cy="361956"/>
            <a:chOff x="5212074" y="2149193"/>
            <a:chExt cx="593495" cy="226171"/>
          </a:xfrm>
        </p:grpSpPr>
        <p:cxnSp>
          <p:nvCxnSpPr>
            <p:cNvPr id="22" name="Straight Arrow Connector 53">
              <a:extLst>
                <a:ext uri="{FF2B5EF4-FFF2-40B4-BE49-F238E27FC236}">
                  <a16:creationId xmlns:a16="http://schemas.microsoft.com/office/drawing/2014/main" id="{24B9437F-451C-E151-49FA-5D92A3B8D6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54">
              <a:extLst>
                <a:ext uri="{FF2B5EF4-FFF2-40B4-BE49-F238E27FC236}">
                  <a16:creationId xmlns:a16="http://schemas.microsoft.com/office/drawing/2014/main" id="{5B627179-B400-F567-D874-57BA824C4B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6">
            <a:extLst>
              <a:ext uri="{FF2B5EF4-FFF2-40B4-BE49-F238E27FC236}">
                <a16:creationId xmlns:a16="http://schemas.microsoft.com/office/drawing/2014/main" id="{342C293F-5FB1-A945-DEDD-6419618F7DEB}"/>
              </a:ext>
            </a:extLst>
          </p:cNvPr>
          <p:cNvGrpSpPr/>
          <p:nvPr/>
        </p:nvGrpSpPr>
        <p:grpSpPr>
          <a:xfrm flipH="1" flipV="1">
            <a:off x="4041012" y="5144974"/>
            <a:ext cx="1274876" cy="361958"/>
            <a:chOff x="5212074" y="2149193"/>
            <a:chExt cx="593495" cy="226171"/>
          </a:xfrm>
        </p:grpSpPr>
        <p:cxnSp>
          <p:nvCxnSpPr>
            <p:cNvPr id="25" name="Straight Arrow Connector 30">
              <a:extLst>
                <a:ext uri="{FF2B5EF4-FFF2-40B4-BE49-F238E27FC236}">
                  <a16:creationId xmlns:a16="http://schemas.microsoft.com/office/drawing/2014/main" id="{CFE1D06F-A6C6-C0F9-578B-FB25D86252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31">
              <a:extLst>
                <a:ext uri="{FF2B5EF4-FFF2-40B4-BE49-F238E27FC236}">
                  <a16:creationId xmlns:a16="http://schemas.microsoft.com/office/drawing/2014/main" id="{5A02E4B0-7827-6B68-7C04-A029CB1AB8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0FB3F1C5-5009-B6D9-E4A3-07D759D2DFC2}"/>
              </a:ext>
            </a:extLst>
          </p:cNvPr>
          <p:cNvGrpSpPr/>
          <p:nvPr/>
        </p:nvGrpSpPr>
        <p:grpSpPr>
          <a:xfrm flipV="1">
            <a:off x="6907610" y="5144974"/>
            <a:ext cx="1274874" cy="361958"/>
            <a:chOff x="5212074" y="2149193"/>
            <a:chExt cx="593495" cy="226171"/>
          </a:xfrm>
        </p:grpSpPr>
        <p:cxnSp>
          <p:nvCxnSpPr>
            <p:cNvPr id="28" name="Straight Arrow Connector 28">
              <a:extLst>
                <a:ext uri="{FF2B5EF4-FFF2-40B4-BE49-F238E27FC236}">
                  <a16:creationId xmlns:a16="http://schemas.microsoft.com/office/drawing/2014/main" id="{02D138A8-6217-3FD2-A885-B14FB30BD5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9">
              <a:extLst>
                <a:ext uri="{FF2B5EF4-FFF2-40B4-BE49-F238E27FC236}">
                  <a16:creationId xmlns:a16="http://schemas.microsoft.com/office/drawing/2014/main" id="{62B74DA6-B4DF-6C01-76C6-7155DF8412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1">
            <a:extLst>
              <a:ext uri="{FF2B5EF4-FFF2-40B4-BE49-F238E27FC236}">
                <a16:creationId xmlns:a16="http://schemas.microsoft.com/office/drawing/2014/main" id="{1EC36673-58CA-2044-E767-7CFA166460A5}"/>
              </a:ext>
            </a:extLst>
          </p:cNvPr>
          <p:cNvGrpSpPr/>
          <p:nvPr/>
        </p:nvGrpSpPr>
        <p:grpSpPr>
          <a:xfrm>
            <a:off x="4973378" y="2761498"/>
            <a:ext cx="2182762" cy="2377160"/>
            <a:chOff x="6125274" y="2328270"/>
            <a:chExt cx="2182762" cy="2377160"/>
          </a:xfrm>
        </p:grpSpPr>
        <p:sp>
          <p:nvSpPr>
            <p:cNvPr id="31" name="Graphic 18">
              <a:extLst>
                <a:ext uri="{FF2B5EF4-FFF2-40B4-BE49-F238E27FC236}">
                  <a16:creationId xmlns:a16="http://schemas.microsoft.com/office/drawing/2014/main" id="{226BC15C-7BE6-C831-3809-AACB5FFB6771}"/>
                </a:ext>
              </a:extLst>
            </p:cNvPr>
            <p:cNvSpPr/>
            <p:nvPr/>
          </p:nvSpPr>
          <p:spPr>
            <a:xfrm>
              <a:off x="6125274" y="2328270"/>
              <a:ext cx="2182762" cy="237716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rgbClr val="F8FAFB"/>
            </a:solidFill>
            <a:ln w="12700" cap="flat">
              <a:gradFill flip="none" rotWithShape="1">
                <a:gsLst>
                  <a:gs pos="1500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Graphic 18">
              <a:extLst>
                <a:ext uri="{FF2B5EF4-FFF2-40B4-BE49-F238E27FC236}">
                  <a16:creationId xmlns:a16="http://schemas.microsoft.com/office/drawing/2014/main" id="{62EF9F19-675E-8C9F-E938-D23827557130}"/>
                </a:ext>
              </a:extLst>
            </p:cNvPr>
            <p:cNvSpPr/>
            <p:nvPr/>
          </p:nvSpPr>
          <p:spPr>
            <a:xfrm>
              <a:off x="6363511" y="2587722"/>
              <a:ext cx="1706289" cy="185825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3" name="TextBox 36">
              <a:extLst>
                <a:ext uri="{FF2B5EF4-FFF2-40B4-BE49-F238E27FC236}">
                  <a16:creationId xmlns:a16="http://schemas.microsoft.com/office/drawing/2014/main" id="{9CC80F9E-193B-7A4F-30A7-DF07AE1EB901}"/>
                </a:ext>
              </a:extLst>
            </p:cNvPr>
            <p:cNvSpPr txBox="1"/>
            <p:nvPr/>
          </p:nvSpPr>
          <p:spPr>
            <a:xfrm>
              <a:off x="6370841" y="3116739"/>
              <a:ext cx="1691628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3200" b="1" dirty="0">
                  <a:solidFill>
                    <a:schemeClr val="bg1"/>
                  </a:solidFill>
                  <a:latin typeface="+mj-lt"/>
                  <a:cs typeface="Poppins" panose="00000500000000000000" pitchFamily="2" charset="0"/>
                </a:rPr>
                <a:t>後 端</a:t>
              </a:r>
              <a:endParaRPr lang="en-US" altLang="zh-TW" sz="3200" b="1" dirty="0">
                <a:solidFill>
                  <a:schemeClr val="bg1"/>
                </a:solidFill>
                <a:latin typeface="+mj-lt"/>
                <a:cs typeface="Poppins" panose="00000500000000000000" pitchFamily="2" charset="0"/>
              </a:endParaRPr>
            </a:p>
            <a:p>
              <a:pPr algn="ctr"/>
              <a:r>
                <a:rPr lang="en-US" sz="2000" dirty="0">
                  <a:solidFill>
                    <a:schemeClr val="bg1"/>
                  </a:solidFill>
                  <a:cs typeface="Poppins" panose="00000500000000000000" pitchFamily="2" charset="0"/>
                </a:rPr>
                <a:t>Backend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0209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DCD5F-FC9B-4544-6D7A-691AE70F5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79CE460A-96AC-A05C-5FAA-5B248C5CE132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3F723C55-FF49-261E-3F86-761098E62712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技術使用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DF776A4-1DDE-ACFA-37EE-35B284391619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TECH STACK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D913DDE-92E0-7457-996E-152C32F274B4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17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Box 44">
            <a:extLst>
              <a:ext uri="{FF2B5EF4-FFF2-40B4-BE49-F238E27FC236}">
                <a16:creationId xmlns:a16="http://schemas.microsoft.com/office/drawing/2014/main" id="{CEC62B9C-8754-CC50-D4DF-7233DA235DE4}"/>
              </a:ext>
            </a:extLst>
          </p:cNvPr>
          <p:cNvSpPr txBox="1"/>
          <p:nvPr/>
        </p:nvSpPr>
        <p:spPr>
          <a:xfrm>
            <a:off x="1036320" y="2195283"/>
            <a:ext cx="2754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2"/>
                </a:solidFill>
                <a:latin typeface="+mj-lt"/>
                <a:cs typeface="Poppins" panose="00000500000000000000" pitchFamily="2" charset="0"/>
              </a:rPr>
              <a:t>ESP32 + Wi-Fi</a:t>
            </a:r>
          </a:p>
        </p:txBody>
      </p:sp>
      <p:sp>
        <p:nvSpPr>
          <p:cNvPr id="10" name="TextBox 20">
            <a:extLst>
              <a:ext uri="{FF2B5EF4-FFF2-40B4-BE49-F238E27FC236}">
                <a16:creationId xmlns:a16="http://schemas.microsoft.com/office/drawing/2014/main" id="{8E0DC0B6-D43D-F733-8FE0-5ACF7673BDF3}"/>
              </a:ext>
            </a:extLst>
          </p:cNvPr>
          <p:cNvSpPr txBox="1"/>
          <p:nvPr/>
        </p:nvSpPr>
        <p:spPr>
          <a:xfrm>
            <a:off x="2120939" y="5321514"/>
            <a:ext cx="1669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2"/>
                </a:solidFill>
                <a:latin typeface="+mj-lt"/>
                <a:cs typeface="Poppins" panose="00000500000000000000" pitchFamily="2" charset="0"/>
              </a:rPr>
              <a:t>TMC2209</a:t>
            </a:r>
          </a:p>
        </p:txBody>
      </p:sp>
      <p:sp>
        <p:nvSpPr>
          <p:cNvPr id="13" name="TextBox 50">
            <a:extLst>
              <a:ext uri="{FF2B5EF4-FFF2-40B4-BE49-F238E27FC236}">
                <a16:creationId xmlns:a16="http://schemas.microsoft.com/office/drawing/2014/main" id="{27A811EB-6823-056F-08DE-648EB171505D}"/>
              </a:ext>
            </a:extLst>
          </p:cNvPr>
          <p:cNvSpPr txBox="1"/>
          <p:nvPr/>
        </p:nvSpPr>
        <p:spPr>
          <a:xfrm flipH="1">
            <a:off x="8478479" y="2204040"/>
            <a:ext cx="19685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+mj-lt"/>
                <a:cs typeface="Poppins" panose="00000500000000000000" pitchFamily="2" charset="0"/>
              </a:rPr>
              <a:t>Arduino Core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BB0DD0AA-C91F-1B35-44B1-352A3A3230AE}"/>
              </a:ext>
            </a:extLst>
          </p:cNvPr>
          <p:cNvSpPr txBox="1"/>
          <p:nvPr/>
        </p:nvSpPr>
        <p:spPr>
          <a:xfrm flipH="1">
            <a:off x="8478476" y="5298654"/>
            <a:ext cx="2700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+mj-lt"/>
                <a:cs typeface="Poppins" panose="00000500000000000000" pitchFamily="2" charset="0"/>
              </a:rPr>
              <a:t>NEMA 17</a:t>
            </a:r>
          </a:p>
        </p:txBody>
      </p:sp>
      <p:grpSp>
        <p:nvGrpSpPr>
          <p:cNvPr id="18" name="Group 46">
            <a:extLst>
              <a:ext uri="{FF2B5EF4-FFF2-40B4-BE49-F238E27FC236}">
                <a16:creationId xmlns:a16="http://schemas.microsoft.com/office/drawing/2014/main" id="{4BA18910-BE12-6960-1566-8781AC1438F5}"/>
              </a:ext>
            </a:extLst>
          </p:cNvPr>
          <p:cNvGrpSpPr/>
          <p:nvPr/>
        </p:nvGrpSpPr>
        <p:grpSpPr>
          <a:xfrm flipH="1">
            <a:off x="4041013" y="2393227"/>
            <a:ext cx="1274874" cy="361956"/>
            <a:chOff x="5212074" y="2149193"/>
            <a:chExt cx="593495" cy="226171"/>
          </a:xfrm>
        </p:grpSpPr>
        <p:cxnSp>
          <p:nvCxnSpPr>
            <p:cNvPr id="19" name="Straight Arrow Connector 47">
              <a:extLst>
                <a:ext uri="{FF2B5EF4-FFF2-40B4-BE49-F238E27FC236}">
                  <a16:creationId xmlns:a16="http://schemas.microsoft.com/office/drawing/2014/main" id="{B8B51BCD-B005-1A54-E858-595F68AA33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48">
              <a:extLst>
                <a:ext uri="{FF2B5EF4-FFF2-40B4-BE49-F238E27FC236}">
                  <a16:creationId xmlns:a16="http://schemas.microsoft.com/office/drawing/2014/main" id="{3F35C7D0-EF8E-11D4-3078-E767318CA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52">
            <a:extLst>
              <a:ext uri="{FF2B5EF4-FFF2-40B4-BE49-F238E27FC236}">
                <a16:creationId xmlns:a16="http://schemas.microsoft.com/office/drawing/2014/main" id="{F47AD166-925C-129D-B943-6A7C3110C282}"/>
              </a:ext>
            </a:extLst>
          </p:cNvPr>
          <p:cNvGrpSpPr/>
          <p:nvPr/>
        </p:nvGrpSpPr>
        <p:grpSpPr>
          <a:xfrm>
            <a:off x="6907611" y="2393227"/>
            <a:ext cx="1274872" cy="361956"/>
            <a:chOff x="5212074" y="2149193"/>
            <a:chExt cx="593495" cy="226171"/>
          </a:xfrm>
        </p:grpSpPr>
        <p:cxnSp>
          <p:nvCxnSpPr>
            <p:cNvPr id="22" name="Straight Arrow Connector 53">
              <a:extLst>
                <a:ext uri="{FF2B5EF4-FFF2-40B4-BE49-F238E27FC236}">
                  <a16:creationId xmlns:a16="http://schemas.microsoft.com/office/drawing/2014/main" id="{0F2DE28D-6558-0FE3-D152-C4C6B3D20A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54">
              <a:extLst>
                <a:ext uri="{FF2B5EF4-FFF2-40B4-BE49-F238E27FC236}">
                  <a16:creationId xmlns:a16="http://schemas.microsoft.com/office/drawing/2014/main" id="{E5556CC7-0E82-C012-0771-28761A948B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6">
            <a:extLst>
              <a:ext uri="{FF2B5EF4-FFF2-40B4-BE49-F238E27FC236}">
                <a16:creationId xmlns:a16="http://schemas.microsoft.com/office/drawing/2014/main" id="{751FBC17-63F6-0EE2-0360-6BF6490BCB34}"/>
              </a:ext>
            </a:extLst>
          </p:cNvPr>
          <p:cNvGrpSpPr/>
          <p:nvPr/>
        </p:nvGrpSpPr>
        <p:grpSpPr>
          <a:xfrm flipH="1" flipV="1">
            <a:off x="4041012" y="5144974"/>
            <a:ext cx="1274876" cy="361958"/>
            <a:chOff x="5212074" y="2149193"/>
            <a:chExt cx="593495" cy="226171"/>
          </a:xfrm>
        </p:grpSpPr>
        <p:cxnSp>
          <p:nvCxnSpPr>
            <p:cNvPr id="25" name="Straight Arrow Connector 30">
              <a:extLst>
                <a:ext uri="{FF2B5EF4-FFF2-40B4-BE49-F238E27FC236}">
                  <a16:creationId xmlns:a16="http://schemas.microsoft.com/office/drawing/2014/main" id="{4F6A3067-8AB1-FBED-37A9-D6CFA12D9E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31">
              <a:extLst>
                <a:ext uri="{FF2B5EF4-FFF2-40B4-BE49-F238E27FC236}">
                  <a16:creationId xmlns:a16="http://schemas.microsoft.com/office/drawing/2014/main" id="{70237131-FA85-B7B2-C89E-2CF1A16FEE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83F42851-CFF1-5BEC-8172-748DD499E457}"/>
              </a:ext>
            </a:extLst>
          </p:cNvPr>
          <p:cNvGrpSpPr/>
          <p:nvPr/>
        </p:nvGrpSpPr>
        <p:grpSpPr>
          <a:xfrm flipV="1">
            <a:off x="6907610" y="5144974"/>
            <a:ext cx="1274874" cy="361958"/>
            <a:chOff x="5212074" y="2149193"/>
            <a:chExt cx="593495" cy="226171"/>
          </a:xfrm>
        </p:grpSpPr>
        <p:cxnSp>
          <p:nvCxnSpPr>
            <p:cNvPr id="28" name="Straight Arrow Connector 28">
              <a:extLst>
                <a:ext uri="{FF2B5EF4-FFF2-40B4-BE49-F238E27FC236}">
                  <a16:creationId xmlns:a16="http://schemas.microsoft.com/office/drawing/2014/main" id="{39783AC6-D31E-E100-51E7-73FE240772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9">
              <a:extLst>
                <a:ext uri="{FF2B5EF4-FFF2-40B4-BE49-F238E27FC236}">
                  <a16:creationId xmlns:a16="http://schemas.microsoft.com/office/drawing/2014/main" id="{4AD815EC-E227-8A6A-63A7-CFD1AE6889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1">
            <a:extLst>
              <a:ext uri="{FF2B5EF4-FFF2-40B4-BE49-F238E27FC236}">
                <a16:creationId xmlns:a16="http://schemas.microsoft.com/office/drawing/2014/main" id="{547302B9-2226-CE79-8639-FD663C2D35C0}"/>
              </a:ext>
            </a:extLst>
          </p:cNvPr>
          <p:cNvGrpSpPr/>
          <p:nvPr/>
        </p:nvGrpSpPr>
        <p:grpSpPr>
          <a:xfrm>
            <a:off x="4973378" y="2761498"/>
            <a:ext cx="2182762" cy="2377160"/>
            <a:chOff x="6125274" y="2328270"/>
            <a:chExt cx="2182762" cy="2377160"/>
          </a:xfrm>
        </p:grpSpPr>
        <p:sp>
          <p:nvSpPr>
            <p:cNvPr id="31" name="Graphic 18">
              <a:extLst>
                <a:ext uri="{FF2B5EF4-FFF2-40B4-BE49-F238E27FC236}">
                  <a16:creationId xmlns:a16="http://schemas.microsoft.com/office/drawing/2014/main" id="{CC5E48BC-B87B-37D3-1305-44AC3ABEC914}"/>
                </a:ext>
              </a:extLst>
            </p:cNvPr>
            <p:cNvSpPr/>
            <p:nvPr/>
          </p:nvSpPr>
          <p:spPr>
            <a:xfrm>
              <a:off x="6125274" y="2328270"/>
              <a:ext cx="2182762" cy="237716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rgbClr val="F8FAFB"/>
            </a:solidFill>
            <a:ln w="12700" cap="flat">
              <a:gradFill flip="none" rotWithShape="1">
                <a:gsLst>
                  <a:gs pos="1500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Graphic 18">
              <a:extLst>
                <a:ext uri="{FF2B5EF4-FFF2-40B4-BE49-F238E27FC236}">
                  <a16:creationId xmlns:a16="http://schemas.microsoft.com/office/drawing/2014/main" id="{580BA7C9-A751-BD93-5D9E-43BD6620E051}"/>
                </a:ext>
              </a:extLst>
            </p:cNvPr>
            <p:cNvSpPr/>
            <p:nvPr/>
          </p:nvSpPr>
          <p:spPr>
            <a:xfrm>
              <a:off x="6363511" y="2587722"/>
              <a:ext cx="1706289" cy="185825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3" name="TextBox 36">
              <a:extLst>
                <a:ext uri="{FF2B5EF4-FFF2-40B4-BE49-F238E27FC236}">
                  <a16:creationId xmlns:a16="http://schemas.microsoft.com/office/drawing/2014/main" id="{74070EC0-2614-7B58-04E0-8874DE674C5A}"/>
                </a:ext>
              </a:extLst>
            </p:cNvPr>
            <p:cNvSpPr txBox="1"/>
            <p:nvPr/>
          </p:nvSpPr>
          <p:spPr>
            <a:xfrm>
              <a:off x="6370841" y="3116739"/>
              <a:ext cx="1691628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3200" b="1" dirty="0">
                  <a:solidFill>
                    <a:schemeClr val="bg1"/>
                  </a:solidFill>
                  <a:latin typeface="+mj-lt"/>
                  <a:cs typeface="Poppins" panose="00000500000000000000" pitchFamily="2" charset="0"/>
                </a:rPr>
                <a:t>硬 體</a:t>
              </a:r>
              <a:endParaRPr lang="en-US" altLang="zh-TW" sz="3200" b="1" dirty="0">
                <a:solidFill>
                  <a:schemeClr val="bg1"/>
                </a:solidFill>
                <a:latin typeface="+mj-lt"/>
                <a:cs typeface="Poppins" panose="00000500000000000000" pitchFamily="2" charset="0"/>
              </a:endParaRPr>
            </a:p>
            <a:p>
              <a:pPr algn="ctr"/>
              <a:r>
                <a:rPr lang="en-US" altLang="zh-TW" sz="2000" dirty="0">
                  <a:solidFill>
                    <a:schemeClr val="bg1"/>
                  </a:solidFill>
                  <a:cs typeface="Poppins" panose="00000500000000000000" pitchFamily="2" charset="0"/>
                </a:rPr>
                <a:t>H</a:t>
              </a:r>
              <a:r>
                <a:rPr lang="en-US" sz="2000" dirty="0">
                  <a:solidFill>
                    <a:schemeClr val="bg1"/>
                  </a:solidFill>
                  <a:cs typeface="Poppins" panose="00000500000000000000" pitchFamily="2" charset="0"/>
                </a:rPr>
                <a:t>ardware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6193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259F3-9A21-EE7F-42C6-DABCD5136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8B3371E3-FD1F-EC49-A8B4-4C308AE85658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AD2E6CAC-4FB9-9A48-31A1-292D964DB8A4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軟硬體整合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68C8E45-D0F0-E942-0FD8-888F68A72BB0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END-TO-END FLOW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CBCE16EC-A6A7-89C8-C533-DB685FE62CEC}"/>
              </a:ext>
            </a:extLst>
          </p:cNvPr>
          <p:cNvGrpSpPr/>
          <p:nvPr/>
        </p:nvGrpSpPr>
        <p:grpSpPr>
          <a:xfrm>
            <a:off x="2046000" y="3296563"/>
            <a:ext cx="8100000" cy="0"/>
            <a:chOff x="1776000" y="3259447"/>
            <a:chExt cx="8386769" cy="0"/>
          </a:xfrm>
        </p:grpSpPr>
        <p:cxnSp>
          <p:nvCxnSpPr>
            <p:cNvPr id="33" name="Straight Connector 25">
              <a:extLst>
                <a:ext uri="{FF2B5EF4-FFF2-40B4-BE49-F238E27FC236}">
                  <a16:creationId xmlns:a16="http://schemas.microsoft.com/office/drawing/2014/main" id="{E76E318B-A5FF-A5B1-67A1-6F2ECD877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6000" y="3259447"/>
              <a:ext cx="12600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1">
              <a:extLst>
                <a:ext uri="{FF2B5EF4-FFF2-40B4-BE49-F238E27FC236}">
                  <a16:creationId xmlns:a16="http://schemas.microsoft.com/office/drawing/2014/main" id="{0E7A0828-BBD4-1006-313A-ADFB13989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51590" y="3259447"/>
              <a:ext cx="12600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2">
              <a:extLst>
                <a:ext uri="{FF2B5EF4-FFF2-40B4-BE49-F238E27FC236}">
                  <a16:creationId xmlns:a16="http://schemas.microsoft.com/office/drawing/2014/main" id="{20E793B9-7B50-569B-34D9-FFDE698B44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7179" y="3259447"/>
              <a:ext cx="12600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33">
              <a:extLst>
                <a:ext uri="{FF2B5EF4-FFF2-40B4-BE49-F238E27FC236}">
                  <a16:creationId xmlns:a16="http://schemas.microsoft.com/office/drawing/2014/main" id="{CD43FA01-AB86-2ABC-8736-A28F4D82A8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2769" y="3259447"/>
              <a:ext cx="12600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群組 82">
            <a:extLst>
              <a:ext uri="{FF2B5EF4-FFF2-40B4-BE49-F238E27FC236}">
                <a16:creationId xmlns:a16="http://schemas.microsoft.com/office/drawing/2014/main" id="{14664589-7475-87F1-25B6-FB7426BF9054}"/>
              </a:ext>
            </a:extLst>
          </p:cNvPr>
          <p:cNvGrpSpPr/>
          <p:nvPr/>
        </p:nvGrpSpPr>
        <p:grpSpPr>
          <a:xfrm>
            <a:off x="653869" y="2881667"/>
            <a:ext cx="1735369" cy="1767348"/>
            <a:chOff x="653869" y="2896907"/>
            <a:chExt cx="1735369" cy="1767348"/>
          </a:xfrm>
        </p:grpSpPr>
        <p:sp>
          <p:nvSpPr>
            <p:cNvPr id="62" name="Graphic 18">
              <a:extLst>
                <a:ext uri="{FF2B5EF4-FFF2-40B4-BE49-F238E27FC236}">
                  <a16:creationId xmlns:a16="http://schemas.microsoft.com/office/drawing/2014/main" id="{42688AB2-E776-2060-B485-6D4D72354A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55703" y="2896907"/>
              <a:ext cx="719952" cy="78407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3">
                <a:lumMod val="90000"/>
              </a:schemeClr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3" name="TextBox 55">
              <a:extLst>
                <a:ext uri="{FF2B5EF4-FFF2-40B4-BE49-F238E27FC236}">
                  <a16:creationId xmlns:a16="http://schemas.microsoft.com/office/drawing/2014/main" id="{E7EC0325-A291-7C4A-9B00-5309A798E61E}"/>
                </a:ext>
              </a:extLst>
            </p:cNvPr>
            <p:cNvSpPr txBox="1"/>
            <p:nvPr/>
          </p:nvSpPr>
          <p:spPr>
            <a:xfrm>
              <a:off x="653869" y="3935145"/>
              <a:ext cx="1735369" cy="729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買家到達</a:t>
              </a:r>
              <a:endParaRPr lang="en-US" altLang="zh-TW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實體書櫃前</a:t>
              </a:r>
              <a:endParaRPr lang="en-US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</p:txBody>
        </p:sp>
        <p:pic>
          <p:nvPicPr>
            <p:cNvPr id="72" name="圖形 71">
              <a:extLst>
                <a:ext uri="{FF2B5EF4-FFF2-40B4-BE49-F238E27FC236}">
                  <a16:creationId xmlns:a16="http://schemas.microsoft.com/office/drawing/2014/main" id="{1A65F803-37FA-A2E9-3664-E64AAF5E9D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81679" y="3054943"/>
              <a:ext cx="468000" cy="468000"/>
            </a:xfrm>
            <a:prstGeom prst="rect">
              <a:avLst/>
            </a:prstGeom>
          </p:spPr>
        </p:pic>
      </p:grp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C3FE9253-D1D4-A872-E08B-73A566FBF6C5}"/>
              </a:ext>
            </a:extLst>
          </p:cNvPr>
          <p:cNvGrpSpPr/>
          <p:nvPr/>
        </p:nvGrpSpPr>
        <p:grpSpPr>
          <a:xfrm>
            <a:off x="2935600" y="2881667"/>
            <a:ext cx="1735369" cy="1767348"/>
            <a:chOff x="2942142" y="2896907"/>
            <a:chExt cx="1735369" cy="1767348"/>
          </a:xfrm>
        </p:grpSpPr>
        <p:sp>
          <p:nvSpPr>
            <p:cNvPr id="47" name="Graphic 18">
              <a:extLst>
                <a:ext uri="{FF2B5EF4-FFF2-40B4-BE49-F238E27FC236}">
                  <a16:creationId xmlns:a16="http://schemas.microsoft.com/office/drawing/2014/main" id="{98873B02-EB36-D79B-7F78-E6A66CDD3E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9850" y="2896907"/>
              <a:ext cx="719952" cy="78407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5" name="TextBox 55">
              <a:extLst>
                <a:ext uri="{FF2B5EF4-FFF2-40B4-BE49-F238E27FC236}">
                  <a16:creationId xmlns:a16="http://schemas.microsoft.com/office/drawing/2014/main" id="{777ECA19-26D6-539F-9A90-98984AF73BA9}"/>
                </a:ext>
              </a:extLst>
            </p:cNvPr>
            <p:cNvSpPr txBox="1"/>
            <p:nvPr/>
          </p:nvSpPr>
          <p:spPr>
            <a:xfrm>
              <a:off x="2942142" y="3935145"/>
              <a:ext cx="1735369" cy="729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TW" b="1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App </a:t>
              </a: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點擊</a:t>
              </a:r>
              <a:endParaRPr lang="en-US" altLang="zh-TW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「取書」</a:t>
              </a:r>
              <a:endParaRPr lang="en-US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</p:txBody>
        </p:sp>
        <p:pic>
          <p:nvPicPr>
            <p:cNvPr id="74" name="圖片 73">
              <a:extLst>
                <a:ext uri="{FF2B5EF4-FFF2-40B4-BE49-F238E27FC236}">
                  <a16:creationId xmlns:a16="http://schemas.microsoft.com/office/drawing/2014/main" id="{2E61A8FA-DC9C-76B3-E236-262EBB821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5826" y="3054943"/>
              <a:ext cx="468000" cy="468000"/>
            </a:xfrm>
            <a:prstGeom prst="rect">
              <a:avLst/>
            </a:prstGeom>
          </p:spPr>
        </p:pic>
      </p:grpSp>
      <p:sp>
        <p:nvSpPr>
          <p:cNvPr id="59" name="Graphic 18">
            <a:extLst>
              <a:ext uri="{FF2B5EF4-FFF2-40B4-BE49-F238E27FC236}">
                <a16:creationId xmlns:a16="http://schemas.microsoft.com/office/drawing/2014/main" id="{FD94205C-CB15-9DC7-BDAD-A7A267750AFA}"/>
              </a:ext>
            </a:extLst>
          </p:cNvPr>
          <p:cNvSpPr>
            <a:spLocks noChangeAspect="1"/>
          </p:cNvSpPr>
          <p:nvPr/>
        </p:nvSpPr>
        <p:spPr>
          <a:xfrm>
            <a:off x="5736024" y="2903573"/>
            <a:ext cx="719952" cy="784072"/>
          </a:xfrm>
          <a:custGeom>
            <a:avLst/>
            <a:gdLst>
              <a:gd name="connsiteX0" fmla="*/ 1238039 w 3142829"/>
              <a:gd name="connsiteY0" fmla="*/ 89328 h 3422732"/>
              <a:gd name="connsiteX1" fmla="*/ 1904789 w 3142829"/>
              <a:gd name="connsiteY1" fmla="*/ 89328 h 3422732"/>
              <a:gd name="connsiteX2" fmla="*/ 2809455 w 3142829"/>
              <a:gd name="connsiteY2" fmla="*/ 611635 h 3422732"/>
              <a:gd name="connsiteX3" fmla="*/ 3142830 w 3142829"/>
              <a:gd name="connsiteY3" fmla="*/ 1189063 h 3422732"/>
              <a:gd name="connsiteX4" fmla="*/ 3142830 w 3142829"/>
              <a:gd name="connsiteY4" fmla="*/ 2233669 h 3422732"/>
              <a:gd name="connsiteX5" fmla="*/ 2809455 w 3142829"/>
              <a:gd name="connsiteY5" fmla="*/ 2811094 h 3422732"/>
              <a:gd name="connsiteX6" fmla="*/ 1904789 w 3142829"/>
              <a:gd name="connsiteY6" fmla="*/ 3333407 h 3422732"/>
              <a:gd name="connsiteX7" fmla="*/ 1238039 w 3142829"/>
              <a:gd name="connsiteY7" fmla="*/ 3333407 h 3422732"/>
              <a:gd name="connsiteX8" fmla="*/ 333375 w 3142829"/>
              <a:gd name="connsiteY8" fmla="*/ 2811094 h 3422732"/>
              <a:gd name="connsiteX9" fmla="*/ 0 w 3142829"/>
              <a:gd name="connsiteY9" fmla="*/ 2233669 h 3422732"/>
              <a:gd name="connsiteX10" fmla="*/ 0 w 3142829"/>
              <a:gd name="connsiteY10" fmla="*/ 1189063 h 3422732"/>
              <a:gd name="connsiteX11" fmla="*/ 333375 w 3142829"/>
              <a:gd name="connsiteY11" fmla="*/ 611635 h 3422732"/>
              <a:gd name="connsiteX12" fmla="*/ 1238039 w 3142829"/>
              <a:gd name="connsiteY12" fmla="*/ 89328 h 34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42829" h="3422732">
                <a:moveTo>
                  <a:pt x="1238039" y="89328"/>
                </a:moveTo>
                <a:cubicBezTo>
                  <a:pt x="1444332" y="-29776"/>
                  <a:pt x="1698497" y="-29776"/>
                  <a:pt x="1904789" y="89328"/>
                </a:cubicBezTo>
                <a:lnTo>
                  <a:pt x="2809455" y="611635"/>
                </a:lnTo>
                <a:cubicBezTo>
                  <a:pt x="3015747" y="730738"/>
                  <a:pt x="3142830" y="950852"/>
                  <a:pt x="3142830" y="1189063"/>
                </a:cubicBezTo>
                <a:lnTo>
                  <a:pt x="3142830" y="2233669"/>
                </a:lnTo>
                <a:cubicBezTo>
                  <a:pt x="3142830" y="2471880"/>
                  <a:pt x="3015747" y="2691993"/>
                  <a:pt x="2809455" y="2811094"/>
                </a:cubicBezTo>
                <a:lnTo>
                  <a:pt x="1904789" y="3333407"/>
                </a:lnTo>
                <a:cubicBezTo>
                  <a:pt x="1698497" y="3452507"/>
                  <a:pt x="1444332" y="3452507"/>
                  <a:pt x="1238039" y="3333407"/>
                </a:cubicBezTo>
                <a:lnTo>
                  <a:pt x="333375" y="2811094"/>
                </a:lnTo>
                <a:cubicBezTo>
                  <a:pt x="127082" y="2691993"/>
                  <a:pt x="0" y="2471880"/>
                  <a:pt x="0" y="2233669"/>
                </a:cubicBezTo>
                <a:lnTo>
                  <a:pt x="0" y="1189063"/>
                </a:lnTo>
                <a:cubicBezTo>
                  <a:pt x="0" y="950852"/>
                  <a:pt x="127082" y="730738"/>
                  <a:pt x="333375" y="611635"/>
                </a:cubicBezTo>
                <a:lnTo>
                  <a:pt x="1238039" y="8932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  <a:effectLst>
            <a:outerShdw blurRad="571500" dist="381000" dir="5400000" sx="85000" sy="85000" algn="t" rotWithShape="0">
              <a:schemeClr val="accent1">
                <a:alpha val="30000"/>
              </a:schemeClr>
            </a:outerShdw>
          </a:effectLst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TextBox 55">
            <a:extLst>
              <a:ext uri="{FF2B5EF4-FFF2-40B4-BE49-F238E27FC236}">
                <a16:creationId xmlns:a16="http://schemas.microsoft.com/office/drawing/2014/main" id="{3BBBB2B5-3175-556E-F878-95FC86F2D76B}"/>
              </a:ext>
            </a:extLst>
          </p:cNvPr>
          <p:cNvSpPr txBox="1"/>
          <p:nvPr/>
        </p:nvSpPr>
        <p:spPr>
          <a:xfrm>
            <a:off x="5191183" y="3941811"/>
            <a:ext cx="1809636" cy="733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rPr>
              <a:t>驗證 </a:t>
            </a:r>
            <a:r>
              <a:rPr lang="pt-PT" altLang="zh-TW" b="1" spc="5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rPr>
              <a:t>GPS &amp; </a:t>
            </a:r>
          </a:p>
          <a:p>
            <a:pPr algn="ctr">
              <a:lnSpc>
                <a:spcPct val="120000"/>
              </a:lnSpc>
            </a:pPr>
            <a:r>
              <a:rPr lang="zh-TW" altLang="en-US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rPr>
              <a:t>掃描 </a:t>
            </a:r>
            <a:r>
              <a:rPr lang="pt-PT" altLang="zh-TW" b="1" spc="5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rPr>
              <a:t>QR Code</a:t>
            </a:r>
            <a:endParaRPr lang="en-US" b="1" spc="50" dirty="0">
              <a:solidFill>
                <a:schemeClr val="accent6"/>
              </a:solidFill>
              <a:latin typeface="+mj-lt"/>
              <a:ea typeface="Noto Sans TC Medium" panose="020B0200000000000000" pitchFamily="34" charset="-120"/>
            </a:endParaRPr>
          </a:p>
        </p:txBody>
      </p:sp>
      <p:pic>
        <p:nvPicPr>
          <p:cNvPr id="76" name="圖片 75">
            <a:extLst>
              <a:ext uri="{FF2B5EF4-FFF2-40B4-BE49-F238E27FC236}">
                <a16:creationId xmlns:a16="http://schemas.microsoft.com/office/drawing/2014/main" id="{F928027C-5A29-97A3-7F8C-7404CA4E13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000" y="3043609"/>
            <a:ext cx="504000" cy="504000"/>
          </a:xfrm>
          <a:prstGeom prst="rect">
            <a:avLst/>
          </a:prstGeom>
        </p:spPr>
      </p:pic>
      <p:sp>
        <p:nvSpPr>
          <p:cNvPr id="60" name="Graphic 18">
            <a:extLst>
              <a:ext uri="{FF2B5EF4-FFF2-40B4-BE49-F238E27FC236}">
                <a16:creationId xmlns:a16="http://schemas.microsoft.com/office/drawing/2014/main" id="{CB84B9D7-AA30-ECD4-3956-35BBA34C7054}"/>
              </a:ext>
            </a:extLst>
          </p:cNvPr>
          <p:cNvSpPr>
            <a:spLocks noChangeAspect="1"/>
          </p:cNvSpPr>
          <p:nvPr/>
        </p:nvSpPr>
        <p:spPr>
          <a:xfrm>
            <a:off x="8030385" y="2903573"/>
            <a:ext cx="719952" cy="784072"/>
          </a:xfrm>
          <a:custGeom>
            <a:avLst/>
            <a:gdLst>
              <a:gd name="connsiteX0" fmla="*/ 1238039 w 3142829"/>
              <a:gd name="connsiteY0" fmla="*/ 89328 h 3422732"/>
              <a:gd name="connsiteX1" fmla="*/ 1904789 w 3142829"/>
              <a:gd name="connsiteY1" fmla="*/ 89328 h 3422732"/>
              <a:gd name="connsiteX2" fmla="*/ 2809455 w 3142829"/>
              <a:gd name="connsiteY2" fmla="*/ 611635 h 3422732"/>
              <a:gd name="connsiteX3" fmla="*/ 3142830 w 3142829"/>
              <a:gd name="connsiteY3" fmla="*/ 1189063 h 3422732"/>
              <a:gd name="connsiteX4" fmla="*/ 3142830 w 3142829"/>
              <a:gd name="connsiteY4" fmla="*/ 2233669 h 3422732"/>
              <a:gd name="connsiteX5" fmla="*/ 2809455 w 3142829"/>
              <a:gd name="connsiteY5" fmla="*/ 2811094 h 3422732"/>
              <a:gd name="connsiteX6" fmla="*/ 1904789 w 3142829"/>
              <a:gd name="connsiteY6" fmla="*/ 3333407 h 3422732"/>
              <a:gd name="connsiteX7" fmla="*/ 1238039 w 3142829"/>
              <a:gd name="connsiteY7" fmla="*/ 3333407 h 3422732"/>
              <a:gd name="connsiteX8" fmla="*/ 333375 w 3142829"/>
              <a:gd name="connsiteY8" fmla="*/ 2811094 h 3422732"/>
              <a:gd name="connsiteX9" fmla="*/ 0 w 3142829"/>
              <a:gd name="connsiteY9" fmla="*/ 2233669 h 3422732"/>
              <a:gd name="connsiteX10" fmla="*/ 0 w 3142829"/>
              <a:gd name="connsiteY10" fmla="*/ 1189063 h 3422732"/>
              <a:gd name="connsiteX11" fmla="*/ 333375 w 3142829"/>
              <a:gd name="connsiteY11" fmla="*/ 611635 h 3422732"/>
              <a:gd name="connsiteX12" fmla="*/ 1238039 w 3142829"/>
              <a:gd name="connsiteY12" fmla="*/ 89328 h 34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42829" h="3422732">
                <a:moveTo>
                  <a:pt x="1238039" y="89328"/>
                </a:moveTo>
                <a:cubicBezTo>
                  <a:pt x="1444332" y="-29776"/>
                  <a:pt x="1698497" y="-29776"/>
                  <a:pt x="1904789" y="89328"/>
                </a:cubicBezTo>
                <a:lnTo>
                  <a:pt x="2809455" y="611635"/>
                </a:lnTo>
                <a:cubicBezTo>
                  <a:pt x="3015747" y="730738"/>
                  <a:pt x="3142830" y="950852"/>
                  <a:pt x="3142830" y="1189063"/>
                </a:cubicBezTo>
                <a:lnTo>
                  <a:pt x="3142830" y="2233669"/>
                </a:lnTo>
                <a:cubicBezTo>
                  <a:pt x="3142830" y="2471880"/>
                  <a:pt x="3015747" y="2691993"/>
                  <a:pt x="2809455" y="2811094"/>
                </a:cubicBezTo>
                <a:lnTo>
                  <a:pt x="1904789" y="3333407"/>
                </a:lnTo>
                <a:cubicBezTo>
                  <a:pt x="1698497" y="3452507"/>
                  <a:pt x="1444332" y="3452507"/>
                  <a:pt x="1238039" y="3333407"/>
                </a:cubicBezTo>
                <a:lnTo>
                  <a:pt x="333375" y="2811094"/>
                </a:lnTo>
                <a:cubicBezTo>
                  <a:pt x="127082" y="2691993"/>
                  <a:pt x="0" y="2471880"/>
                  <a:pt x="0" y="2233669"/>
                </a:cubicBezTo>
                <a:lnTo>
                  <a:pt x="0" y="1189063"/>
                </a:lnTo>
                <a:cubicBezTo>
                  <a:pt x="0" y="950852"/>
                  <a:pt x="127082" y="730738"/>
                  <a:pt x="333375" y="611635"/>
                </a:cubicBezTo>
                <a:lnTo>
                  <a:pt x="1238039" y="8932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prstDash val="solid"/>
            <a:miter/>
          </a:ln>
          <a:effectLst>
            <a:outerShdw blurRad="571500" dist="381000" dir="5400000" sx="85000" sy="85000" algn="t" rotWithShape="0">
              <a:schemeClr val="accent1">
                <a:alpha val="30000"/>
              </a:schemeClr>
            </a:outerShdw>
          </a:effectLst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67" name="TextBox 55">
            <a:extLst>
              <a:ext uri="{FF2B5EF4-FFF2-40B4-BE49-F238E27FC236}">
                <a16:creationId xmlns:a16="http://schemas.microsoft.com/office/drawing/2014/main" id="{21E90E44-DC22-01AE-13B6-DA1C1F8E0304}"/>
              </a:ext>
            </a:extLst>
          </p:cNvPr>
          <p:cNvSpPr txBox="1"/>
          <p:nvPr/>
        </p:nvSpPr>
        <p:spPr>
          <a:xfrm>
            <a:off x="7521033" y="3919905"/>
            <a:ext cx="1735369" cy="729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rPr>
              <a:t>雲端發送</a:t>
            </a:r>
            <a:endParaRPr lang="en-US" altLang="zh-TW" spc="100" dirty="0">
              <a:solidFill>
                <a:schemeClr val="accent6"/>
              </a:solidFill>
              <a:latin typeface="+mj-lt"/>
              <a:ea typeface="Noto Sans TC Medium" panose="020B0200000000000000" pitchFamily="34" charset="-120"/>
            </a:endParaRPr>
          </a:p>
          <a:p>
            <a:pPr algn="ctr">
              <a:lnSpc>
                <a:spcPct val="120000"/>
              </a:lnSpc>
            </a:pPr>
            <a:r>
              <a:rPr lang="zh-TW" altLang="en-US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rPr>
              <a:t>加密訊號</a:t>
            </a:r>
            <a:endParaRPr lang="en-US" spc="100" dirty="0">
              <a:solidFill>
                <a:schemeClr val="accent6"/>
              </a:solidFill>
              <a:latin typeface="+mj-lt"/>
              <a:ea typeface="Noto Sans TC Medium" panose="020B0200000000000000" pitchFamily="34" charset="-120"/>
            </a:endParaRPr>
          </a:p>
        </p:txBody>
      </p:sp>
      <p:pic>
        <p:nvPicPr>
          <p:cNvPr id="78" name="圖片 77">
            <a:extLst>
              <a:ext uri="{FF2B5EF4-FFF2-40B4-BE49-F238E27FC236}">
                <a16:creationId xmlns:a16="http://schemas.microsoft.com/office/drawing/2014/main" id="{6602543F-5175-AC75-0459-DF846972DD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361" y="3061609"/>
            <a:ext cx="468000" cy="468000"/>
          </a:xfrm>
          <a:prstGeom prst="rect">
            <a:avLst/>
          </a:prstGeom>
        </p:spPr>
      </p:pic>
      <p:grpSp>
        <p:nvGrpSpPr>
          <p:cNvPr id="85" name="群組 84">
            <a:extLst>
              <a:ext uri="{FF2B5EF4-FFF2-40B4-BE49-F238E27FC236}">
                <a16:creationId xmlns:a16="http://schemas.microsoft.com/office/drawing/2014/main" id="{77CE86A2-180A-43D0-D1D1-48729077724B}"/>
              </a:ext>
            </a:extLst>
          </p:cNvPr>
          <p:cNvGrpSpPr/>
          <p:nvPr/>
        </p:nvGrpSpPr>
        <p:grpSpPr>
          <a:xfrm>
            <a:off x="9855059" y="2881667"/>
            <a:ext cx="1735369" cy="1767348"/>
            <a:chOff x="9855059" y="2896907"/>
            <a:chExt cx="1735369" cy="1767348"/>
          </a:xfrm>
        </p:grpSpPr>
        <p:sp>
          <p:nvSpPr>
            <p:cNvPr id="61" name="Graphic 18">
              <a:extLst>
                <a:ext uri="{FF2B5EF4-FFF2-40B4-BE49-F238E27FC236}">
                  <a16:creationId xmlns:a16="http://schemas.microsoft.com/office/drawing/2014/main" id="{CDADE9BA-7942-69AD-A47C-EB7935C766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62767" y="2896907"/>
              <a:ext cx="719952" cy="78407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8" name="TextBox 55">
              <a:extLst>
                <a:ext uri="{FF2B5EF4-FFF2-40B4-BE49-F238E27FC236}">
                  <a16:creationId xmlns:a16="http://schemas.microsoft.com/office/drawing/2014/main" id="{6595DB26-B917-513F-F91A-5206B31DE3F2}"/>
                </a:ext>
              </a:extLst>
            </p:cNvPr>
            <p:cNvSpPr txBox="1"/>
            <p:nvPr/>
          </p:nvSpPr>
          <p:spPr>
            <a:xfrm>
              <a:off x="9855059" y="3935145"/>
              <a:ext cx="1735369" cy="729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馬達帶動</a:t>
              </a:r>
              <a:endParaRPr lang="en-US" altLang="zh-TW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櫃門開啟</a:t>
              </a:r>
              <a:endParaRPr lang="en-US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</p:txBody>
        </p:sp>
        <p:pic>
          <p:nvPicPr>
            <p:cNvPr id="80" name="圖片 79">
              <a:extLst>
                <a:ext uri="{FF2B5EF4-FFF2-40B4-BE49-F238E27FC236}">
                  <a16:creationId xmlns:a16="http://schemas.microsoft.com/office/drawing/2014/main" id="{B76129AA-ABD7-997E-0715-BD099D01C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8743" y="3054943"/>
              <a:ext cx="468000" cy="468000"/>
            </a:xfrm>
            <a:prstGeom prst="rect">
              <a:avLst/>
            </a:prstGeom>
          </p:spPr>
        </p:pic>
      </p:grp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CA1965CE-C793-812B-CAAF-DFB3AA44F88C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18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2368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3A50B6-0815-C170-64FD-7C21C5A5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DB7A4A5A-C340-5334-9172-D17424C50A8B}"/>
              </a:ext>
            </a:extLst>
          </p:cNvPr>
          <p:cNvSpPr txBox="1"/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03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2A7DDC1-F603-EC07-2109-F8234476EE4F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altLang="zh-TW" sz="6000" b="1" spc="300" dirty="0">
                <a:solidFill>
                  <a:schemeClr val="bg1"/>
                </a:solidFill>
                <a:latin typeface="+mj-ea"/>
                <a:ea typeface="+mj-ea"/>
              </a:rPr>
              <a:t>APP</a:t>
            </a:r>
            <a:r>
              <a:rPr lang="zh-TW" altLang="en-US" sz="6000" b="1" spc="300" dirty="0">
                <a:solidFill>
                  <a:schemeClr val="bg1"/>
                </a:solidFill>
                <a:latin typeface="+mj-ea"/>
                <a:ea typeface="+mj-ea"/>
              </a:rPr>
              <a:t>畫面展示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0274695-8668-78B2-C9E2-4A4A2912893C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陳秉鴻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6945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172AC9-9BE2-770E-0F9F-720E78F9D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9F1E8C72-5DF1-ABFE-C094-7203CEEE2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929" y="1866179"/>
            <a:ext cx="1682804" cy="3648217"/>
          </a:xfrm>
          <a:prstGeom prst="rect">
            <a:avLst/>
          </a:prstGeom>
        </p:spPr>
      </p:pic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8B3110A3-47E6-31F1-6B05-5A0E120016F9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B6E64186-C7F9-8B55-8065-984AC1974C61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會員註冊與登入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4AE6386-F855-258A-1779-0FB03B4EB7CF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SIGNUP &amp; LOGIN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B3EA4A2-56FB-EB64-3555-ACFD8C9DE5E7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20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56F267C0-714F-784C-6071-5E2A4FC8AF86}"/>
              </a:ext>
            </a:extLst>
          </p:cNvPr>
          <p:cNvSpPr/>
          <p:nvPr/>
        </p:nvSpPr>
        <p:spPr>
          <a:xfrm>
            <a:off x="1204773" y="1804102"/>
            <a:ext cx="1829828" cy="3786922"/>
          </a:xfrm>
          <a:custGeom>
            <a:avLst/>
            <a:gdLst/>
            <a:ahLst/>
            <a:cxnLst/>
            <a:rect l="l" t="t" r="r" b="b"/>
            <a:pathLst>
              <a:path w="3252473" h="6671740">
                <a:moveTo>
                  <a:pt x="0" y="0"/>
                </a:moveTo>
                <a:lnTo>
                  <a:pt x="3252474" y="0"/>
                </a:lnTo>
                <a:lnTo>
                  <a:pt x="3252474" y="6671740"/>
                </a:lnTo>
                <a:lnTo>
                  <a:pt x="0" y="6671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48BAEC3E-BFF4-2156-F58D-A5C3D439F0E4}"/>
              </a:ext>
            </a:extLst>
          </p:cNvPr>
          <p:cNvSpPr/>
          <p:nvPr/>
        </p:nvSpPr>
        <p:spPr>
          <a:xfrm>
            <a:off x="6506523" y="1804102"/>
            <a:ext cx="1829828" cy="3786922"/>
          </a:xfrm>
          <a:custGeom>
            <a:avLst/>
            <a:gdLst/>
            <a:ahLst/>
            <a:cxnLst/>
            <a:rect l="l" t="t" r="r" b="b"/>
            <a:pathLst>
              <a:path w="3252473" h="6671740">
                <a:moveTo>
                  <a:pt x="0" y="0"/>
                </a:moveTo>
                <a:lnTo>
                  <a:pt x="3252474" y="0"/>
                </a:lnTo>
                <a:lnTo>
                  <a:pt x="3252474" y="6671740"/>
                </a:lnTo>
                <a:lnTo>
                  <a:pt x="0" y="6671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A6316690-EB57-E9BA-E5CF-2EF5245D93CA}"/>
              </a:ext>
            </a:extLst>
          </p:cNvPr>
          <p:cNvSpPr/>
          <p:nvPr/>
        </p:nvSpPr>
        <p:spPr>
          <a:xfrm>
            <a:off x="9157399" y="1804102"/>
            <a:ext cx="1829828" cy="3786922"/>
          </a:xfrm>
          <a:custGeom>
            <a:avLst/>
            <a:gdLst/>
            <a:ahLst/>
            <a:cxnLst/>
            <a:rect l="l" t="t" r="r" b="b"/>
            <a:pathLst>
              <a:path w="3252473" h="6671740">
                <a:moveTo>
                  <a:pt x="0" y="0"/>
                </a:moveTo>
                <a:lnTo>
                  <a:pt x="3252474" y="0"/>
                </a:lnTo>
                <a:lnTo>
                  <a:pt x="3252474" y="6671740"/>
                </a:lnTo>
                <a:lnTo>
                  <a:pt x="0" y="6671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2">
            <a:extLst>
              <a:ext uri="{FF2B5EF4-FFF2-40B4-BE49-F238E27FC236}">
                <a16:creationId xmlns:a16="http://schemas.microsoft.com/office/drawing/2014/main" id="{4970F735-0E9E-54E2-1E46-8813A75B3492}"/>
              </a:ext>
            </a:extLst>
          </p:cNvPr>
          <p:cNvSpPr>
            <a:spLocks noChangeAspect="1"/>
          </p:cNvSpPr>
          <p:nvPr/>
        </p:nvSpPr>
        <p:spPr>
          <a:xfrm>
            <a:off x="3855648" y="1804102"/>
            <a:ext cx="1828800" cy="3751384"/>
          </a:xfrm>
          <a:custGeom>
            <a:avLst/>
            <a:gdLst/>
            <a:ahLst/>
            <a:cxnLst/>
            <a:rect l="l" t="t" r="r" b="b"/>
            <a:pathLst>
              <a:path w="4653227" h="9545080">
                <a:moveTo>
                  <a:pt x="0" y="0"/>
                </a:moveTo>
                <a:lnTo>
                  <a:pt x="4653227" y="0"/>
                </a:lnTo>
                <a:lnTo>
                  <a:pt x="4653227" y="9545080"/>
                </a:lnTo>
                <a:lnTo>
                  <a:pt x="0" y="9545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0" name="TextBox 55">
            <a:extLst>
              <a:ext uri="{FF2B5EF4-FFF2-40B4-BE49-F238E27FC236}">
                <a16:creationId xmlns:a16="http://schemas.microsoft.com/office/drawing/2014/main" id="{CE3D4497-322B-988B-7E04-9BC71649175C}"/>
              </a:ext>
            </a:extLst>
          </p:cNvPr>
          <p:cNvSpPr txBox="1"/>
          <p:nvPr/>
        </p:nvSpPr>
        <p:spPr>
          <a:xfrm>
            <a:off x="1204773" y="5653101"/>
            <a:ext cx="1829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pt-PT" altLang="zh-TW" sz="1000" b="1" spc="200" dirty="0">
                <a:solidFill>
                  <a:schemeClr val="accent1"/>
                </a:solidFill>
              </a:rPr>
              <a:t>SCREEN 01</a:t>
            </a:r>
            <a:endParaRPr lang="en-US" sz="1000" b="1" spc="200" dirty="0">
              <a:solidFill>
                <a:schemeClr val="accent1"/>
              </a:solidFill>
            </a:endParaRPr>
          </a:p>
        </p:txBody>
      </p:sp>
      <p:sp>
        <p:nvSpPr>
          <p:cNvPr id="21" name="TextBox 56">
            <a:extLst>
              <a:ext uri="{FF2B5EF4-FFF2-40B4-BE49-F238E27FC236}">
                <a16:creationId xmlns:a16="http://schemas.microsoft.com/office/drawing/2014/main" id="{14E78368-54D5-FECA-38BE-3EAECA2049B2}"/>
              </a:ext>
            </a:extLst>
          </p:cNvPr>
          <p:cNvSpPr txBox="1"/>
          <p:nvPr/>
        </p:nvSpPr>
        <p:spPr>
          <a:xfrm>
            <a:off x="1204773" y="5843591"/>
            <a:ext cx="1829828" cy="367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註冊與登入頁面</a:t>
            </a:r>
            <a:endParaRPr lang="en-ID" sz="1500" spc="50" dirty="0">
              <a:solidFill>
                <a:schemeClr val="tx2"/>
              </a:solidFill>
              <a:ea typeface="Noto Sans TC Medium" panose="020B0200000000000000" pitchFamily="34" charset="-120"/>
            </a:endParaRPr>
          </a:p>
        </p:txBody>
      </p:sp>
      <p:sp>
        <p:nvSpPr>
          <p:cNvPr id="22" name="TextBox 55">
            <a:extLst>
              <a:ext uri="{FF2B5EF4-FFF2-40B4-BE49-F238E27FC236}">
                <a16:creationId xmlns:a16="http://schemas.microsoft.com/office/drawing/2014/main" id="{025A6C25-0D4F-A38D-1D12-CFB246FEF1F7}"/>
              </a:ext>
            </a:extLst>
          </p:cNvPr>
          <p:cNvSpPr txBox="1"/>
          <p:nvPr/>
        </p:nvSpPr>
        <p:spPr>
          <a:xfrm>
            <a:off x="3855648" y="5653101"/>
            <a:ext cx="1829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pt-PT" altLang="zh-TW" sz="1000" b="1" spc="200" dirty="0">
                <a:solidFill>
                  <a:schemeClr val="accent1"/>
                </a:solidFill>
              </a:rPr>
              <a:t>SCREEN 0</a:t>
            </a:r>
            <a:r>
              <a:rPr lang="en-US" altLang="zh-TW" sz="1000" b="1" spc="200" dirty="0">
                <a:solidFill>
                  <a:schemeClr val="accent1"/>
                </a:solidFill>
              </a:rPr>
              <a:t>2</a:t>
            </a:r>
            <a:endParaRPr lang="en-US" sz="1000" b="1" spc="200" dirty="0">
              <a:solidFill>
                <a:schemeClr val="accent1"/>
              </a:solidFill>
            </a:endParaRPr>
          </a:p>
        </p:txBody>
      </p:sp>
      <p:sp>
        <p:nvSpPr>
          <p:cNvPr id="23" name="TextBox 56">
            <a:extLst>
              <a:ext uri="{FF2B5EF4-FFF2-40B4-BE49-F238E27FC236}">
                <a16:creationId xmlns:a16="http://schemas.microsoft.com/office/drawing/2014/main" id="{26952B67-6266-3114-3A88-F9A4C879FFA2}"/>
              </a:ext>
            </a:extLst>
          </p:cNvPr>
          <p:cNvSpPr txBox="1"/>
          <p:nvPr/>
        </p:nvSpPr>
        <p:spPr>
          <a:xfrm>
            <a:off x="3855648" y="5843591"/>
            <a:ext cx="1829828" cy="367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註冊頁面</a:t>
            </a:r>
            <a:endParaRPr lang="en-ID" sz="1500" spc="50" dirty="0">
              <a:solidFill>
                <a:schemeClr val="tx2"/>
              </a:solidFill>
              <a:ea typeface="Noto Sans TC Medium" panose="020B0200000000000000" pitchFamily="34" charset="-120"/>
            </a:endParaRPr>
          </a:p>
        </p:txBody>
      </p:sp>
      <p:sp>
        <p:nvSpPr>
          <p:cNvPr id="24" name="TextBox 55">
            <a:extLst>
              <a:ext uri="{FF2B5EF4-FFF2-40B4-BE49-F238E27FC236}">
                <a16:creationId xmlns:a16="http://schemas.microsoft.com/office/drawing/2014/main" id="{59ED1FD3-438B-ACB0-B61E-F629328295A3}"/>
              </a:ext>
            </a:extLst>
          </p:cNvPr>
          <p:cNvSpPr txBox="1"/>
          <p:nvPr/>
        </p:nvSpPr>
        <p:spPr>
          <a:xfrm>
            <a:off x="6506523" y="5653101"/>
            <a:ext cx="1829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pt-PT" altLang="zh-TW" sz="1000" b="1" spc="200" dirty="0">
                <a:solidFill>
                  <a:schemeClr val="accent1"/>
                </a:solidFill>
              </a:rPr>
              <a:t>SCREEN 0</a:t>
            </a:r>
            <a:r>
              <a:rPr lang="en-US" altLang="zh-TW" sz="1000" b="1" spc="200" dirty="0">
                <a:solidFill>
                  <a:schemeClr val="accent1"/>
                </a:solidFill>
              </a:rPr>
              <a:t>3</a:t>
            </a:r>
            <a:endParaRPr lang="en-US" sz="1000" b="1" spc="200" dirty="0">
              <a:solidFill>
                <a:schemeClr val="accent1"/>
              </a:solidFill>
            </a:endParaRPr>
          </a:p>
        </p:txBody>
      </p:sp>
      <p:sp>
        <p:nvSpPr>
          <p:cNvPr id="25" name="TextBox 56">
            <a:extLst>
              <a:ext uri="{FF2B5EF4-FFF2-40B4-BE49-F238E27FC236}">
                <a16:creationId xmlns:a16="http://schemas.microsoft.com/office/drawing/2014/main" id="{C8E21087-1A2B-30A4-4DF8-179962B041D7}"/>
              </a:ext>
            </a:extLst>
          </p:cNvPr>
          <p:cNvSpPr txBox="1"/>
          <p:nvPr/>
        </p:nvSpPr>
        <p:spPr>
          <a:xfrm>
            <a:off x="6506523" y="5843591"/>
            <a:ext cx="1829828" cy="367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驗證帳號密碼</a:t>
            </a:r>
            <a:endParaRPr lang="en-ID" sz="1500" spc="50" dirty="0">
              <a:solidFill>
                <a:schemeClr val="tx2"/>
              </a:solidFill>
              <a:ea typeface="Noto Sans TC Medium" panose="020B0200000000000000" pitchFamily="34" charset="-120"/>
            </a:endParaRPr>
          </a:p>
        </p:txBody>
      </p:sp>
      <p:sp>
        <p:nvSpPr>
          <p:cNvPr id="26" name="TextBox 55">
            <a:extLst>
              <a:ext uri="{FF2B5EF4-FFF2-40B4-BE49-F238E27FC236}">
                <a16:creationId xmlns:a16="http://schemas.microsoft.com/office/drawing/2014/main" id="{71830954-3AEE-2EF6-0D66-34F12CFE1FD2}"/>
              </a:ext>
            </a:extLst>
          </p:cNvPr>
          <p:cNvSpPr txBox="1"/>
          <p:nvPr/>
        </p:nvSpPr>
        <p:spPr>
          <a:xfrm>
            <a:off x="9157399" y="5653101"/>
            <a:ext cx="1829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pt-PT" altLang="zh-TW" sz="1000" b="1" spc="200" dirty="0">
                <a:solidFill>
                  <a:schemeClr val="accent1"/>
                </a:solidFill>
              </a:rPr>
              <a:t>SCREEN 0</a:t>
            </a:r>
            <a:r>
              <a:rPr lang="en-US" altLang="zh-TW" sz="1000" b="1" spc="200" dirty="0">
                <a:solidFill>
                  <a:schemeClr val="accent1"/>
                </a:solidFill>
              </a:rPr>
              <a:t>4</a:t>
            </a:r>
            <a:endParaRPr lang="en-US" sz="1000" b="1" spc="200" dirty="0">
              <a:solidFill>
                <a:schemeClr val="accent1"/>
              </a:solidFill>
            </a:endParaRPr>
          </a:p>
        </p:txBody>
      </p:sp>
      <p:sp>
        <p:nvSpPr>
          <p:cNvPr id="27" name="TextBox 56">
            <a:extLst>
              <a:ext uri="{FF2B5EF4-FFF2-40B4-BE49-F238E27FC236}">
                <a16:creationId xmlns:a16="http://schemas.microsoft.com/office/drawing/2014/main" id="{DB6804DE-8C63-CBE4-4DF1-D98F9D9D81F7}"/>
              </a:ext>
            </a:extLst>
          </p:cNvPr>
          <p:cNvSpPr txBox="1"/>
          <p:nvPr/>
        </p:nvSpPr>
        <p:spPr>
          <a:xfrm>
            <a:off x="9157399" y="5843591"/>
            <a:ext cx="1829828" cy="367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成功進入首頁</a:t>
            </a:r>
            <a:endParaRPr lang="en-ID" sz="1500" spc="50" dirty="0">
              <a:solidFill>
                <a:schemeClr val="tx2"/>
              </a:solidFill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7374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5025C-7549-3BCB-B92E-25661A372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12BB409A-DF01-128F-F973-F7ECDFACF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929" y="1866179"/>
            <a:ext cx="1682804" cy="3648217"/>
          </a:xfrm>
          <a:prstGeom prst="rect">
            <a:avLst/>
          </a:prstGeom>
        </p:spPr>
      </p:pic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DD73AFA3-1569-F554-B7FE-5DA82AFCBED0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7FFFC68F-639B-FE25-C098-64FD99A175A6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首頁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476CEE-D017-D9F1-A5AB-16FFEB8463CF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HOME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FA56962-4C96-60C5-1AD3-CA93656C308A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21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15860EC6-3094-21EB-5551-CE3275D0C13F}"/>
              </a:ext>
            </a:extLst>
          </p:cNvPr>
          <p:cNvSpPr/>
          <p:nvPr/>
        </p:nvSpPr>
        <p:spPr>
          <a:xfrm>
            <a:off x="1204773" y="1804102"/>
            <a:ext cx="1829828" cy="3786922"/>
          </a:xfrm>
          <a:custGeom>
            <a:avLst/>
            <a:gdLst/>
            <a:ahLst/>
            <a:cxnLst/>
            <a:rect l="l" t="t" r="r" b="b"/>
            <a:pathLst>
              <a:path w="3252473" h="6671740">
                <a:moveTo>
                  <a:pt x="0" y="0"/>
                </a:moveTo>
                <a:lnTo>
                  <a:pt x="3252474" y="0"/>
                </a:lnTo>
                <a:lnTo>
                  <a:pt x="3252474" y="6671740"/>
                </a:lnTo>
                <a:lnTo>
                  <a:pt x="0" y="6671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BA7C7299-0BC3-31D3-5A4E-4EE6CD54F017}"/>
              </a:ext>
            </a:extLst>
          </p:cNvPr>
          <p:cNvSpPr/>
          <p:nvPr/>
        </p:nvSpPr>
        <p:spPr>
          <a:xfrm>
            <a:off x="6506523" y="1804102"/>
            <a:ext cx="1829828" cy="3786922"/>
          </a:xfrm>
          <a:custGeom>
            <a:avLst/>
            <a:gdLst/>
            <a:ahLst/>
            <a:cxnLst/>
            <a:rect l="l" t="t" r="r" b="b"/>
            <a:pathLst>
              <a:path w="3252473" h="6671740">
                <a:moveTo>
                  <a:pt x="0" y="0"/>
                </a:moveTo>
                <a:lnTo>
                  <a:pt x="3252474" y="0"/>
                </a:lnTo>
                <a:lnTo>
                  <a:pt x="3252474" y="6671740"/>
                </a:lnTo>
                <a:lnTo>
                  <a:pt x="0" y="6671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368199C-6FD5-4E84-70DE-85D9458D942F}"/>
              </a:ext>
            </a:extLst>
          </p:cNvPr>
          <p:cNvSpPr/>
          <p:nvPr/>
        </p:nvSpPr>
        <p:spPr>
          <a:xfrm>
            <a:off x="9157399" y="1804102"/>
            <a:ext cx="1829828" cy="3786922"/>
          </a:xfrm>
          <a:custGeom>
            <a:avLst/>
            <a:gdLst/>
            <a:ahLst/>
            <a:cxnLst/>
            <a:rect l="l" t="t" r="r" b="b"/>
            <a:pathLst>
              <a:path w="3252473" h="6671740">
                <a:moveTo>
                  <a:pt x="0" y="0"/>
                </a:moveTo>
                <a:lnTo>
                  <a:pt x="3252474" y="0"/>
                </a:lnTo>
                <a:lnTo>
                  <a:pt x="3252474" y="6671740"/>
                </a:lnTo>
                <a:lnTo>
                  <a:pt x="0" y="6671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2">
            <a:extLst>
              <a:ext uri="{FF2B5EF4-FFF2-40B4-BE49-F238E27FC236}">
                <a16:creationId xmlns:a16="http://schemas.microsoft.com/office/drawing/2014/main" id="{FB2245D6-D8E0-E3B0-98AF-C4963C3467E3}"/>
              </a:ext>
            </a:extLst>
          </p:cNvPr>
          <p:cNvSpPr>
            <a:spLocks noChangeAspect="1"/>
          </p:cNvSpPr>
          <p:nvPr/>
        </p:nvSpPr>
        <p:spPr>
          <a:xfrm>
            <a:off x="3855648" y="1804102"/>
            <a:ext cx="1828800" cy="3751384"/>
          </a:xfrm>
          <a:custGeom>
            <a:avLst/>
            <a:gdLst/>
            <a:ahLst/>
            <a:cxnLst/>
            <a:rect l="l" t="t" r="r" b="b"/>
            <a:pathLst>
              <a:path w="4653227" h="9545080">
                <a:moveTo>
                  <a:pt x="0" y="0"/>
                </a:moveTo>
                <a:lnTo>
                  <a:pt x="4653227" y="0"/>
                </a:lnTo>
                <a:lnTo>
                  <a:pt x="4653227" y="9545080"/>
                </a:lnTo>
                <a:lnTo>
                  <a:pt x="0" y="9545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0" name="TextBox 55">
            <a:extLst>
              <a:ext uri="{FF2B5EF4-FFF2-40B4-BE49-F238E27FC236}">
                <a16:creationId xmlns:a16="http://schemas.microsoft.com/office/drawing/2014/main" id="{5BCEC28C-76B0-FF42-05D0-E5F7FD331A8F}"/>
              </a:ext>
            </a:extLst>
          </p:cNvPr>
          <p:cNvSpPr txBox="1"/>
          <p:nvPr/>
        </p:nvSpPr>
        <p:spPr>
          <a:xfrm>
            <a:off x="1204773" y="5653101"/>
            <a:ext cx="1829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pt-PT" altLang="zh-TW" sz="1000" b="1" spc="200" dirty="0">
                <a:solidFill>
                  <a:schemeClr val="accent1"/>
                </a:solidFill>
              </a:rPr>
              <a:t>SCREEN 01</a:t>
            </a:r>
            <a:endParaRPr lang="en-US" sz="1000" b="1" spc="200" dirty="0">
              <a:solidFill>
                <a:schemeClr val="accent1"/>
              </a:solidFill>
            </a:endParaRPr>
          </a:p>
        </p:txBody>
      </p:sp>
      <p:sp>
        <p:nvSpPr>
          <p:cNvPr id="21" name="TextBox 56">
            <a:extLst>
              <a:ext uri="{FF2B5EF4-FFF2-40B4-BE49-F238E27FC236}">
                <a16:creationId xmlns:a16="http://schemas.microsoft.com/office/drawing/2014/main" id="{FF17A3CC-A4B2-A7ED-9FDA-E92E1721111A}"/>
              </a:ext>
            </a:extLst>
          </p:cNvPr>
          <p:cNvSpPr txBox="1"/>
          <p:nvPr/>
        </p:nvSpPr>
        <p:spPr>
          <a:xfrm>
            <a:off x="1204773" y="5843591"/>
            <a:ext cx="1829828" cy="367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多分類過濾與排序</a:t>
            </a:r>
            <a:endParaRPr lang="en-ID" sz="1500" spc="50" dirty="0">
              <a:solidFill>
                <a:schemeClr val="tx2"/>
              </a:solidFill>
              <a:ea typeface="Noto Sans TC Medium" panose="020B0200000000000000" pitchFamily="34" charset="-120"/>
            </a:endParaRPr>
          </a:p>
        </p:txBody>
      </p:sp>
      <p:sp>
        <p:nvSpPr>
          <p:cNvPr id="22" name="TextBox 55">
            <a:extLst>
              <a:ext uri="{FF2B5EF4-FFF2-40B4-BE49-F238E27FC236}">
                <a16:creationId xmlns:a16="http://schemas.microsoft.com/office/drawing/2014/main" id="{961CE3F7-080F-D2A8-F0D4-89728273D843}"/>
              </a:ext>
            </a:extLst>
          </p:cNvPr>
          <p:cNvSpPr txBox="1"/>
          <p:nvPr/>
        </p:nvSpPr>
        <p:spPr>
          <a:xfrm>
            <a:off x="3855648" y="5653101"/>
            <a:ext cx="1829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pt-PT" altLang="zh-TW" sz="1000" b="1" spc="200" dirty="0">
                <a:solidFill>
                  <a:schemeClr val="accent1"/>
                </a:solidFill>
              </a:rPr>
              <a:t>SCREEN 0</a:t>
            </a:r>
            <a:r>
              <a:rPr lang="en-US" altLang="zh-TW" sz="1000" b="1" spc="200" dirty="0">
                <a:solidFill>
                  <a:schemeClr val="accent1"/>
                </a:solidFill>
              </a:rPr>
              <a:t>2</a:t>
            </a:r>
            <a:endParaRPr lang="en-US" sz="1000" b="1" spc="200" dirty="0">
              <a:solidFill>
                <a:schemeClr val="accent1"/>
              </a:solidFill>
            </a:endParaRPr>
          </a:p>
        </p:txBody>
      </p:sp>
      <p:sp>
        <p:nvSpPr>
          <p:cNvPr id="23" name="TextBox 56">
            <a:extLst>
              <a:ext uri="{FF2B5EF4-FFF2-40B4-BE49-F238E27FC236}">
                <a16:creationId xmlns:a16="http://schemas.microsoft.com/office/drawing/2014/main" id="{BDAEBB4C-0F25-350E-6FCE-AAADA2A72BB5}"/>
              </a:ext>
            </a:extLst>
          </p:cNvPr>
          <p:cNvSpPr txBox="1"/>
          <p:nvPr/>
        </p:nvSpPr>
        <p:spPr>
          <a:xfrm>
            <a:off x="3855648" y="5843591"/>
            <a:ext cx="1829828" cy="367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橫向卡片模式</a:t>
            </a:r>
            <a:endParaRPr lang="en-ID" sz="1500" spc="50" dirty="0">
              <a:solidFill>
                <a:schemeClr val="tx2"/>
              </a:solidFill>
              <a:ea typeface="Noto Sans TC Medium" panose="020B0200000000000000" pitchFamily="34" charset="-120"/>
            </a:endParaRPr>
          </a:p>
        </p:txBody>
      </p:sp>
      <p:sp>
        <p:nvSpPr>
          <p:cNvPr id="24" name="TextBox 55">
            <a:extLst>
              <a:ext uri="{FF2B5EF4-FFF2-40B4-BE49-F238E27FC236}">
                <a16:creationId xmlns:a16="http://schemas.microsoft.com/office/drawing/2014/main" id="{BC2450E7-3DBC-353F-4B95-941235C39ECD}"/>
              </a:ext>
            </a:extLst>
          </p:cNvPr>
          <p:cNvSpPr txBox="1"/>
          <p:nvPr/>
        </p:nvSpPr>
        <p:spPr>
          <a:xfrm>
            <a:off x="6506523" y="5653101"/>
            <a:ext cx="1829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pt-PT" altLang="zh-TW" sz="1000" b="1" spc="200" dirty="0">
                <a:solidFill>
                  <a:schemeClr val="accent1"/>
                </a:solidFill>
              </a:rPr>
              <a:t>SCREEN 0</a:t>
            </a:r>
            <a:r>
              <a:rPr lang="en-US" altLang="zh-TW" sz="1000" b="1" spc="200" dirty="0">
                <a:solidFill>
                  <a:schemeClr val="accent1"/>
                </a:solidFill>
              </a:rPr>
              <a:t>3</a:t>
            </a:r>
            <a:endParaRPr lang="en-US" sz="1000" b="1" spc="200" dirty="0">
              <a:solidFill>
                <a:schemeClr val="accent1"/>
              </a:solidFill>
            </a:endParaRPr>
          </a:p>
        </p:txBody>
      </p:sp>
      <p:sp>
        <p:nvSpPr>
          <p:cNvPr id="25" name="TextBox 56">
            <a:extLst>
              <a:ext uri="{FF2B5EF4-FFF2-40B4-BE49-F238E27FC236}">
                <a16:creationId xmlns:a16="http://schemas.microsoft.com/office/drawing/2014/main" id="{97FB6DB8-B063-3D3E-DB2F-7AD101B80ED8}"/>
              </a:ext>
            </a:extLst>
          </p:cNvPr>
          <p:cNvSpPr txBox="1"/>
          <p:nvPr/>
        </p:nvSpPr>
        <p:spPr>
          <a:xfrm>
            <a:off x="6209112" y="5843591"/>
            <a:ext cx="2424650" cy="367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搜尋書名 </a:t>
            </a:r>
            <a:r>
              <a:rPr lang="en-US" altLang="zh-TW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/ </a:t>
            </a: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作者 </a:t>
            </a:r>
            <a:r>
              <a:rPr lang="en-US" altLang="zh-TW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/ </a:t>
            </a:r>
            <a:r>
              <a:rPr lang="en-US" altLang="zh-TW" sz="1500" b="1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ISBN</a:t>
            </a:r>
            <a:endParaRPr lang="en-ID" sz="1500" b="1" spc="50" dirty="0">
              <a:solidFill>
                <a:schemeClr val="tx2"/>
              </a:solidFill>
              <a:ea typeface="Noto Sans TC Medium" panose="020B0200000000000000" pitchFamily="34" charset="-120"/>
            </a:endParaRPr>
          </a:p>
        </p:txBody>
      </p:sp>
      <p:sp>
        <p:nvSpPr>
          <p:cNvPr id="26" name="TextBox 55">
            <a:extLst>
              <a:ext uri="{FF2B5EF4-FFF2-40B4-BE49-F238E27FC236}">
                <a16:creationId xmlns:a16="http://schemas.microsoft.com/office/drawing/2014/main" id="{C67D3832-B0CA-53BB-5236-32C52DBDBA77}"/>
              </a:ext>
            </a:extLst>
          </p:cNvPr>
          <p:cNvSpPr txBox="1"/>
          <p:nvPr/>
        </p:nvSpPr>
        <p:spPr>
          <a:xfrm>
            <a:off x="9157399" y="5653101"/>
            <a:ext cx="1829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pt-PT" altLang="zh-TW" sz="1000" b="1" spc="200" dirty="0">
                <a:solidFill>
                  <a:schemeClr val="accent1"/>
                </a:solidFill>
              </a:rPr>
              <a:t>SCREEN 0</a:t>
            </a:r>
            <a:r>
              <a:rPr lang="en-US" altLang="zh-TW" sz="1000" b="1" spc="200" dirty="0">
                <a:solidFill>
                  <a:schemeClr val="accent1"/>
                </a:solidFill>
              </a:rPr>
              <a:t>4</a:t>
            </a:r>
            <a:endParaRPr lang="en-US" sz="1000" b="1" spc="200" dirty="0">
              <a:solidFill>
                <a:schemeClr val="accent1"/>
              </a:solidFill>
            </a:endParaRPr>
          </a:p>
        </p:txBody>
      </p:sp>
      <p:sp>
        <p:nvSpPr>
          <p:cNvPr id="27" name="TextBox 56">
            <a:extLst>
              <a:ext uri="{FF2B5EF4-FFF2-40B4-BE49-F238E27FC236}">
                <a16:creationId xmlns:a16="http://schemas.microsoft.com/office/drawing/2014/main" id="{AAE78B83-7994-4231-A64E-58116418945C}"/>
              </a:ext>
            </a:extLst>
          </p:cNvPr>
          <p:cNvSpPr txBox="1"/>
          <p:nvPr/>
        </p:nvSpPr>
        <p:spPr>
          <a:xfrm>
            <a:off x="9157399" y="5843591"/>
            <a:ext cx="1829828" cy="367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書籍詳情頁</a:t>
            </a:r>
            <a:endParaRPr lang="en-ID" sz="1500" spc="50" dirty="0">
              <a:solidFill>
                <a:schemeClr val="tx2"/>
              </a:solidFill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5645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862C3-AAA3-8A08-425D-D07743242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25513706-6101-1B54-86BB-D65914C27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929" y="1866179"/>
            <a:ext cx="1682804" cy="3648217"/>
          </a:xfrm>
          <a:prstGeom prst="rect">
            <a:avLst/>
          </a:prstGeom>
        </p:spPr>
      </p:pic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B47CF790-EFA5-4373-5917-3C6CF8CD58B7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2EF56180-2B87-C60D-75A4-A16523F2A4C9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賣家上架書籍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1B4833A-F3C2-869B-5A53-ABBEA1B5EC57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SELLER · LIST A BOOK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DE49E0E-5763-45EB-6C5C-3B3A5153109B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22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F130EEBF-7FC1-D8CB-DDE8-E9B20D078C99}"/>
              </a:ext>
            </a:extLst>
          </p:cNvPr>
          <p:cNvSpPr/>
          <p:nvPr/>
        </p:nvSpPr>
        <p:spPr>
          <a:xfrm>
            <a:off x="1204773" y="1804102"/>
            <a:ext cx="1829828" cy="3786922"/>
          </a:xfrm>
          <a:custGeom>
            <a:avLst/>
            <a:gdLst/>
            <a:ahLst/>
            <a:cxnLst/>
            <a:rect l="l" t="t" r="r" b="b"/>
            <a:pathLst>
              <a:path w="3252473" h="6671740">
                <a:moveTo>
                  <a:pt x="0" y="0"/>
                </a:moveTo>
                <a:lnTo>
                  <a:pt x="3252474" y="0"/>
                </a:lnTo>
                <a:lnTo>
                  <a:pt x="3252474" y="6671740"/>
                </a:lnTo>
                <a:lnTo>
                  <a:pt x="0" y="6671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C483173C-BE99-1818-03A8-DE2E4A009292}"/>
              </a:ext>
            </a:extLst>
          </p:cNvPr>
          <p:cNvSpPr/>
          <p:nvPr/>
        </p:nvSpPr>
        <p:spPr>
          <a:xfrm>
            <a:off x="6506523" y="1804102"/>
            <a:ext cx="1829828" cy="3786922"/>
          </a:xfrm>
          <a:custGeom>
            <a:avLst/>
            <a:gdLst/>
            <a:ahLst/>
            <a:cxnLst/>
            <a:rect l="l" t="t" r="r" b="b"/>
            <a:pathLst>
              <a:path w="3252473" h="6671740">
                <a:moveTo>
                  <a:pt x="0" y="0"/>
                </a:moveTo>
                <a:lnTo>
                  <a:pt x="3252474" y="0"/>
                </a:lnTo>
                <a:lnTo>
                  <a:pt x="3252474" y="6671740"/>
                </a:lnTo>
                <a:lnTo>
                  <a:pt x="0" y="6671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3DFCE52D-56F0-447E-EA5D-069401647475}"/>
              </a:ext>
            </a:extLst>
          </p:cNvPr>
          <p:cNvSpPr/>
          <p:nvPr/>
        </p:nvSpPr>
        <p:spPr>
          <a:xfrm>
            <a:off x="9157399" y="1804102"/>
            <a:ext cx="1829828" cy="3786922"/>
          </a:xfrm>
          <a:custGeom>
            <a:avLst/>
            <a:gdLst/>
            <a:ahLst/>
            <a:cxnLst/>
            <a:rect l="l" t="t" r="r" b="b"/>
            <a:pathLst>
              <a:path w="3252473" h="6671740">
                <a:moveTo>
                  <a:pt x="0" y="0"/>
                </a:moveTo>
                <a:lnTo>
                  <a:pt x="3252474" y="0"/>
                </a:lnTo>
                <a:lnTo>
                  <a:pt x="3252474" y="6671740"/>
                </a:lnTo>
                <a:lnTo>
                  <a:pt x="0" y="6671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2">
            <a:extLst>
              <a:ext uri="{FF2B5EF4-FFF2-40B4-BE49-F238E27FC236}">
                <a16:creationId xmlns:a16="http://schemas.microsoft.com/office/drawing/2014/main" id="{76B77AD6-9844-9476-9437-6B0186267BF6}"/>
              </a:ext>
            </a:extLst>
          </p:cNvPr>
          <p:cNvSpPr>
            <a:spLocks noChangeAspect="1"/>
          </p:cNvSpPr>
          <p:nvPr/>
        </p:nvSpPr>
        <p:spPr>
          <a:xfrm>
            <a:off x="3855648" y="1804102"/>
            <a:ext cx="1828800" cy="3751384"/>
          </a:xfrm>
          <a:custGeom>
            <a:avLst/>
            <a:gdLst/>
            <a:ahLst/>
            <a:cxnLst/>
            <a:rect l="l" t="t" r="r" b="b"/>
            <a:pathLst>
              <a:path w="4653227" h="9545080">
                <a:moveTo>
                  <a:pt x="0" y="0"/>
                </a:moveTo>
                <a:lnTo>
                  <a:pt x="4653227" y="0"/>
                </a:lnTo>
                <a:lnTo>
                  <a:pt x="4653227" y="9545080"/>
                </a:lnTo>
                <a:lnTo>
                  <a:pt x="0" y="9545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0" name="TextBox 55">
            <a:extLst>
              <a:ext uri="{FF2B5EF4-FFF2-40B4-BE49-F238E27FC236}">
                <a16:creationId xmlns:a16="http://schemas.microsoft.com/office/drawing/2014/main" id="{B741DA24-53DC-911C-851E-25C264DF6888}"/>
              </a:ext>
            </a:extLst>
          </p:cNvPr>
          <p:cNvSpPr txBox="1"/>
          <p:nvPr/>
        </p:nvSpPr>
        <p:spPr>
          <a:xfrm>
            <a:off x="1204773" y="5653101"/>
            <a:ext cx="1829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pt-PT" altLang="zh-TW" sz="1000" b="1" spc="200" dirty="0">
                <a:solidFill>
                  <a:schemeClr val="accent1"/>
                </a:solidFill>
              </a:rPr>
              <a:t>SCREEN 01</a:t>
            </a:r>
            <a:endParaRPr lang="en-US" sz="1000" b="1" spc="200" dirty="0">
              <a:solidFill>
                <a:schemeClr val="accent1"/>
              </a:solidFill>
            </a:endParaRPr>
          </a:p>
        </p:txBody>
      </p:sp>
      <p:sp>
        <p:nvSpPr>
          <p:cNvPr id="21" name="TextBox 56">
            <a:extLst>
              <a:ext uri="{FF2B5EF4-FFF2-40B4-BE49-F238E27FC236}">
                <a16:creationId xmlns:a16="http://schemas.microsoft.com/office/drawing/2014/main" id="{098C7D8D-3CED-F3FA-D1EE-A927DCC4168D}"/>
              </a:ext>
            </a:extLst>
          </p:cNvPr>
          <p:cNvSpPr txBox="1"/>
          <p:nvPr/>
        </p:nvSpPr>
        <p:spPr>
          <a:xfrm>
            <a:off x="1204773" y="5843591"/>
            <a:ext cx="1829828" cy="367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上架書籍頁面</a:t>
            </a:r>
            <a:endParaRPr lang="en-ID" sz="1500" spc="50" dirty="0">
              <a:solidFill>
                <a:schemeClr val="tx2"/>
              </a:solidFill>
              <a:ea typeface="Noto Sans TC Medium" panose="020B0200000000000000" pitchFamily="34" charset="-120"/>
            </a:endParaRPr>
          </a:p>
        </p:txBody>
      </p:sp>
      <p:sp>
        <p:nvSpPr>
          <p:cNvPr id="22" name="TextBox 55">
            <a:extLst>
              <a:ext uri="{FF2B5EF4-FFF2-40B4-BE49-F238E27FC236}">
                <a16:creationId xmlns:a16="http://schemas.microsoft.com/office/drawing/2014/main" id="{79B9A2D6-9B1B-D480-3A3A-08D5366EFF25}"/>
              </a:ext>
            </a:extLst>
          </p:cNvPr>
          <p:cNvSpPr txBox="1"/>
          <p:nvPr/>
        </p:nvSpPr>
        <p:spPr>
          <a:xfrm>
            <a:off x="3855648" y="5653101"/>
            <a:ext cx="1829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pt-PT" altLang="zh-TW" sz="1000" b="1" spc="200" dirty="0">
                <a:solidFill>
                  <a:schemeClr val="accent1"/>
                </a:solidFill>
              </a:rPr>
              <a:t>SCREEN 0</a:t>
            </a:r>
            <a:r>
              <a:rPr lang="en-US" altLang="zh-TW" sz="1000" b="1" spc="200" dirty="0">
                <a:solidFill>
                  <a:schemeClr val="accent1"/>
                </a:solidFill>
              </a:rPr>
              <a:t>2</a:t>
            </a:r>
            <a:endParaRPr lang="en-US" sz="1000" b="1" spc="200" dirty="0">
              <a:solidFill>
                <a:schemeClr val="accent1"/>
              </a:solidFill>
            </a:endParaRPr>
          </a:p>
        </p:txBody>
      </p:sp>
      <p:sp>
        <p:nvSpPr>
          <p:cNvPr id="23" name="TextBox 56">
            <a:extLst>
              <a:ext uri="{FF2B5EF4-FFF2-40B4-BE49-F238E27FC236}">
                <a16:creationId xmlns:a16="http://schemas.microsoft.com/office/drawing/2014/main" id="{B3C77414-B4EB-CBBB-5485-B21A2D0B8DC2}"/>
              </a:ext>
            </a:extLst>
          </p:cNvPr>
          <p:cNvSpPr txBox="1"/>
          <p:nvPr/>
        </p:nvSpPr>
        <p:spPr>
          <a:xfrm>
            <a:off x="3855648" y="5843591"/>
            <a:ext cx="1829828" cy="367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pt-PT" altLang="zh-TW" sz="1500" b="1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ISBN</a:t>
            </a:r>
            <a:r>
              <a:rPr lang="pt-PT" altLang="zh-TW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 </a:t>
            </a: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掃碼</a:t>
            </a:r>
            <a:endParaRPr lang="en-ID" sz="1500" spc="50" dirty="0">
              <a:solidFill>
                <a:schemeClr val="tx2"/>
              </a:solidFill>
              <a:ea typeface="Noto Sans TC Medium" panose="020B0200000000000000" pitchFamily="34" charset="-120"/>
            </a:endParaRPr>
          </a:p>
        </p:txBody>
      </p:sp>
      <p:sp>
        <p:nvSpPr>
          <p:cNvPr id="24" name="TextBox 55">
            <a:extLst>
              <a:ext uri="{FF2B5EF4-FFF2-40B4-BE49-F238E27FC236}">
                <a16:creationId xmlns:a16="http://schemas.microsoft.com/office/drawing/2014/main" id="{308D4DCD-0812-CA3F-69CA-738470F4EA29}"/>
              </a:ext>
            </a:extLst>
          </p:cNvPr>
          <p:cNvSpPr txBox="1"/>
          <p:nvPr/>
        </p:nvSpPr>
        <p:spPr>
          <a:xfrm>
            <a:off x="6506523" y="5653101"/>
            <a:ext cx="1829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pt-PT" altLang="zh-TW" sz="1000" b="1" spc="200" dirty="0">
                <a:solidFill>
                  <a:schemeClr val="accent1"/>
                </a:solidFill>
              </a:rPr>
              <a:t>SCREEN 0</a:t>
            </a:r>
            <a:r>
              <a:rPr lang="en-US" altLang="zh-TW" sz="1000" b="1" spc="200" dirty="0">
                <a:solidFill>
                  <a:schemeClr val="accent1"/>
                </a:solidFill>
              </a:rPr>
              <a:t>3</a:t>
            </a:r>
            <a:endParaRPr lang="en-US" sz="1000" b="1" spc="200" dirty="0">
              <a:solidFill>
                <a:schemeClr val="accent1"/>
              </a:solidFill>
            </a:endParaRPr>
          </a:p>
        </p:txBody>
      </p:sp>
      <p:sp>
        <p:nvSpPr>
          <p:cNvPr id="25" name="TextBox 56">
            <a:extLst>
              <a:ext uri="{FF2B5EF4-FFF2-40B4-BE49-F238E27FC236}">
                <a16:creationId xmlns:a16="http://schemas.microsoft.com/office/drawing/2014/main" id="{DBC18789-5A6D-85FC-AEDD-EDF7A42F2D4B}"/>
              </a:ext>
            </a:extLst>
          </p:cNvPr>
          <p:cNvSpPr txBox="1"/>
          <p:nvPr/>
        </p:nvSpPr>
        <p:spPr>
          <a:xfrm>
            <a:off x="6209112" y="5843591"/>
            <a:ext cx="2424650" cy="367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自動帶入書籍資訊</a:t>
            </a:r>
            <a:endParaRPr lang="en-ID" sz="1500" spc="50" dirty="0">
              <a:solidFill>
                <a:schemeClr val="tx2"/>
              </a:solidFill>
              <a:ea typeface="Noto Sans TC Medium" panose="020B0200000000000000" pitchFamily="34" charset="-120"/>
            </a:endParaRPr>
          </a:p>
        </p:txBody>
      </p:sp>
      <p:sp>
        <p:nvSpPr>
          <p:cNvPr id="26" name="TextBox 55">
            <a:extLst>
              <a:ext uri="{FF2B5EF4-FFF2-40B4-BE49-F238E27FC236}">
                <a16:creationId xmlns:a16="http://schemas.microsoft.com/office/drawing/2014/main" id="{FD5140A4-9369-5DEA-9CAF-C50B01CBC8B2}"/>
              </a:ext>
            </a:extLst>
          </p:cNvPr>
          <p:cNvSpPr txBox="1"/>
          <p:nvPr/>
        </p:nvSpPr>
        <p:spPr>
          <a:xfrm>
            <a:off x="9157399" y="5653101"/>
            <a:ext cx="1829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pt-PT" altLang="zh-TW" sz="1000" b="1" spc="200" dirty="0">
                <a:solidFill>
                  <a:schemeClr val="accent1"/>
                </a:solidFill>
              </a:rPr>
              <a:t>SCREEN 0</a:t>
            </a:r>
            <a:r>
              <a:rPr lang="en-US" altLang="zh-TW" sz="1000" b="1" spc="200" dirty="0">
                <a:solidFill>
                  <a:schemeClr val="accent1"/>
                </a:solidFill>
              </a:rPr>
              <a:t>4</a:t>
            </a:r>
            <a:endParaRPr lang="en-US" sz="1000" b="1" spc="200" dirty="0">
              <a:solidFill>
                <a:schemeClr val="accent1"/>
              </a:solidFill>
            </a:endParaRPr>
          </a:p>
        </p:txBody>
      </p:sp>
      <p:sp>
        <p:nvSpPr>
          <p:cNvPr id="27" name="TextBox 56">
            <a:extLst>
              <a:ext uri="{FF2B5EF4-FFF2-40B4-BE49-F238E27FC236}">
                <a16:creationId xmlns:a16="http://schemas.microsoft.com/office/drawing/2014/main" id="{A62757A6-74B8-2449-45FE-3BE9857946EF}"/>
              </a:ext>
            </a:extLst>
          </p:cNvPr>
          <p:cNvSpPr txBox="1"/>
          <p:nvPr/>
        </p:nvSpPr>
        <p:spPr>
          <a:xfrm>
            <a:off x="9041197" y="5843591"/>
            <a:ext cx="2062232" cy="367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上傳照片與其他資訊</a:t>
            </a:r>
            <a:endParaRPr lang="en-ID" sz="1500" spc="50" dirty="0">
              <a:solidFill>
                <a:schemeClr val="tx2"/>
              </a:solidFill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9604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B7F105-A3F9-0609-9ADC-36AE8E3ED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DF041737-334A-CE75-B561-F98640142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929" y="1866179"/>
            <a:ext cx="1682804" cy="3648217"/>
          </a:xfrm>
          <a:prstGeom prst="rect">
            <a:avLst/>
          </a:prstGeom>
        </p:spPr>
      </p:pic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493F0327-5F68-9560-1391-2553F83F5F4F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E5E06924-35FB-A7C0-AF4A-A7146B635918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買家取書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132FF58-F4D5-9672-F913-232416733BF7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BUYER · PICK UP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FEE9E9E-F8D3-3746-4BBF-946158323C30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23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2D399D49-EFD4-41E7-BE6F-5AEEA6A07427}"/>
              </a:ext>
            </a:extLst>
          </p:cNvPr>
          <p:cNvSpPr/>
          <p:nvPr/>
        </p:nvSpPr>
        <p:spPr>
          <a:xfrm>
            <a:off x="1204773" y="1804102"/>
            <a:ext cx="1829828" cy="3786922"/>
          </a:xfrm>
          <a:custGeom>
            <a:avLst/>
            <a:gdLst/>
            <a:ahLst/>
            <a:cxnLst/>
            <a:rect l="l" t="t" r="r" b="b"/>
            <a:pathLst>
              <a:path w="3252473" h="6671740">
                <a:moveTo>
                  <a:pt x="0" y="0"/>
                </a:moveTo>
                <a:lnTo>
                  <a:pt x="3252474" y="0"/>
                </a:lnTo>
                <a:lnTo>
                  <a:pt x="3252474" y="6671740"/>
                </a:lnTo>
                <a:lnTo>
                  <a:pt x="0" y="6671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DDB76C4E-1BB3-4B7B-25F0-7023AA89EA05}"/>
              </a:ext>
            </a:extLst>
          </p:cNvPr>
          <p:cNvSpPr/>
          <p:nvPr/>
        </p:nvSpPr>
        <p:spPr>
          <a:xfrm>
            <a:off x="6506523" y="1804102"/>
            <a:ext cx="1829828" cy="3786922"/>
          </a:xfrm>
          <a:custGeom>
            <a:avLst/>
            <a:gdLst/>
            <a:ahLst/>
            <a:cxnLst/>
            <a:rect l="l" t="t" r="r" b="b"/>
            <a:pathLst>
              <a:path w="3252473" h="6671740">
                <a:moveTo>
                  <a:pt x="0" y="0"/>
                </a:moveTo>
                <a:lnTo>
                  <a:pt x="3252474" y="0"/>
                </a:lnTo>
                <a:lnTo>
                  <a:pt x="3252474" y="6671740"/>
                </a:lnTo>
                <a:lnTo>
                  <a:pt x="0" y="6671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5EEAFB55-F8E5-1B15-C6CC-DF1E3E392372}"/>
              </a:ext>
            </a:extLst>
          </p:cNvPr>
          <p:cNvSpPr/>
          <p:nvPr/>
        </p:nvSpPr>
        <p:spPr>
          <a:xfrm>
            <a:off x="9157399" y="1804102"/>
            <a:ext cx="1829828" cy="3786922"/>
          </a:xfrm>
          <a:custGeom>
            <a:avLst/>
            <a:gdLst/>
            <a:ahLst/>
            <a:cxnLst/>
            <a:rect l="l" t="t" r="r" b="b"/>
            <a:pathLst>
              <a:path w="3252473" h="6671740">
                <a:moveTo>
                  <a:pt x="0" y="0"/>
                </a:moveTo>
                <a:lnTo>
                  <a:pt x="3252474" y="0"/>
                </a:lnTo>
                <a:lnTo>
                  <a:pt x="3252474" y="6671740"/>
                </a:lnTo>
                <a:lnTo>
                  <a:pt x="0" y="6671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2">
            <a:extLst>
              <a:ext uri="{FF2B5EF4-FFF2-40B4-BE49-F238E27FC236}">
                <a16:creationId xmlns:a16="http://schemas.microsoft.com/office/drawing/2014/main" id="{76CD2F5C-AD58-AC5E-7A74-C271F8D71B02}"/>
              </a:ext>
            </a:extLst>
          </p:cNvPr>
          <p:cNvSpPr>
            <a:spLocks noChangeAspect="1"/>
          </p:cNvSpPr>
          <p:nvPr/>
        </p:nvSpPr>
        <p:spPr>
          <a:xfrm>
            <a:off x="3855648" y="1804102"/>
            <a:ext cx="1828800" cy="3751384"/>
          </a:xfrm>
          <a:custGeom>
            <a:avLst/>
            <a:gdLst/>
            <a:ahLst/>
            <a:cxnLst/>
            <a:rect l="l" t="t" r="r" b="b"/>
            <a:pathLst>
              <a:path w="4653227" h="9545080">
                <a:moveTo>
                  <a:pt x="0" y="0"/>
                </a:moveTo>
                <a:lnTo>
                  <a:pt x="4653227" y="0"/>
                </a:lnTo>
                <a:lnTo>
                  <a:pt x="4653227" y="9545080"/>
                </a:lnTo>
                <a:lnTo>
                  <a:pt x="0" y="9545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0" name="TextBox 55">
            <a:extLst>
              <a:ext uri="{FF2B5EF4-FFF2-40B4-BE49-F238E27FC236}">
                <a16:creationId xmlns:a16="http://schemas.microsoft.com/office/drawing/2014/main" id="{0D92DED2-D0FB-ADA5-E656-B45483C9F850}"/>
              </a:ext>
            </a:extLst>
          </p:cNvPr>
          <p:cNvSpPr txBox="1"/>
          <p:nvPr/>
        </p:nvSpPr>
        <p:spPr>
          <a:xfrm>
            <a:off x="1204773" y="5653101"/>
            <a:ext cx="1829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pt-PT" altLang="zh-TW" sz="1000" b="1" spc="200" dirty="0">
                <a:solidFill>
                  <a:schemeClr val="accent1"/>
                </a:solidFill>
              </a:rPr>
              <a:t>SCREEN 01</a:t>
            </a:r>
            <a:endParaRPr lang="en-US" sz="1000" b="1" spc="200" dirty="0">
              <a:solidFill>
                <a:schemeClr val="accent1"/>
              </a:solidFill>
            </a:endParaRPr>
          </a:p>
        </p:txBody>
      </p:sp>
      <p:sp>
        <p:nvSpPr>
          <p:cNvPr id="21" name="TextBox 56">
            <a:extLst>
              <a:ext uri="{FF2B5EF4-FFF2-40B4-BE49-F238E27FC236}">
                <a16:creationId xmlns:a16="http://schemas.microsoft.com/office/drawing/2014/main" id="{FBF687F2-2FCF-68E7-DAD1-8AB07192633C}"/>
              </a:ext>
            </a:extLst>
          </p:cNvPr>
          <p:cNvSpPr txBox="1"/>
          <p:nvPr/>
        </p:nvSpPr>
        <p:spPr>
          <a:xfrm>
            <a:off x="1088572" y="5843591"/>
            <a:ext cx="2062230" cy="367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底部導覽列點選取書</a:t>
            </a:r>
            <a:endParaRPr lang="en-ID" sz="1500" spc="50" dirty="0">
              <a:solidFill>
                <a:schemeClr val="tx2"/>
              </a:solidFill>
              <a:ea typeface="Noto Sans TC Medium" panose="020B0200000000000000" pitchFamily="34" charset="-120"/>
            </a:endParaRPr>
          </a:p>
        </p:txBody>
      </p:sp>
      <p:sp>
        <p:nvSpPr>
          <p:cNvPr id="22" name="TextBox 55">
            <a:extLst>
              <a:ext uri="{FF2B5EF4-FFF2-40B4-BE49-F238E27FC236}">
                <a16:creationId xmlns:a16="http://schemas.microsoft.com/office/drawing/2014/main" id="{666F80FB-B45D-BD85-E17C-7F6FF283C17D}"/>
              </a:ext>
            </a:extLst>
          </p:cNvPr>
          <p:cNvSpPr txBox="1"/>
          <p:nvPr/>
        </p:nvSpPr>
        <p:spPr>
          <a:xfrm>
            <a:off x="3855648" y="5653101"/>
            <a:ext cx="1829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pt-PT" altLang="zh-TW" sz="1000" b="1" spc="200" dirty="0">
                <a:solidFill>
                  <a:schemeClr val="accent1"/>
                </a:solidFill>
              </a:rPr>
              <a:t>SCREEN 0</a:t>
            </a:r>
            <a:r>
              <a:rPr lang="en-US" altLang="zh-TW" sz="1000" b="1" spc="200" dirty="0">
                <a:solidFill>
                  <a:schemeClr val="accent1"/>
                </a:solidFill>
              </a:rPr>
              <a:t>2</a:t>
            </a:r>
            <a:endParaRPr lang="en-US" sz="1000" b="1" spc="200" dirty="0">
              <a:solidFill>
                <a:schemeClr val="accent1"/>
              </a:solidFill>
            </a:endParaRPr>
          </a:p>
        </p:txBody>
      </p:sp>
      <p:sp>
        <p:nvSpPr>
          <p:cNvPr id="23" name="TextBox 56">
            <a:extLst>
              <a:ext uri="{FF2B5EF4-FFF2-40B4-BE49-F238E27FC236}">
                <a16:creationId xmlns:a16="http://schemas.microsoft.com/office/drawing/2014/main" id="{E0A15D7D-B0E9-D65A-9127-A627BC1B6974}"/>
              </a:ext>
            </a:extLst>
          </p:cNvPr>
          <p:cNvSpPr txBox="1"/>
          <p:nvPr/>
        </p:nvSpPr>
        <p:spPr>
          <a:xfrm>
            <a:off x="3855648" y="5843591"/>
            <a:ext cx="1829828" cy="367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請求相機權限</a:t>
            </a:r>
            <a:endParaRPr lang="en-ID" sz="1500" spc="50" dirty="0">
              <a:solidFill>
                <a:schemeClr val="tx2"/>
              </a:solidFill>
              <a:ea typeface="Noto Sans TC Medium" panose="020B0200000000000000" pitchFamily="34" charset="-120"/>
            </a:endParaRPr>
          </a:p>
        </p:txBody>
      </p:sp>
      <p:sp>
        <p:nvSpPr>
          <p:cNvPr id="24" name="TextBox 55">
            <a:extLst>
              <a:ext uri="{FF2B5EF4-FFF2-40B4-BE49-F238E27FC236}">
                <a16:creationId xmlns:a16="http://schemas.microsoft.com/office/drawing/2014/main" id="{094521C4-DE28-DFFA-3417-0859949D8E29}"/>
              </a:ext>
            </a:extLst>
          </p:cNvPr>
          <p:cNvSpPr txBox="1"/>
          <p:nvPr/>
        </p:nvSpPr>
        <p:spPr>
          <a:xfrm>
            <a:off x="6506523" y="5653101"/>
            <a:ext cx="1829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pt-PT" altLang="zh-TW" sz="1000" b="1" spc="200" dirty="0">
                <a:solidFill>
                  <a:schemeClr val="accent1"/>
                </a:solidFill>
              </a:rPr>
              <a:t>SCREEN 0</a:t>
            </a:r>
            <a:r>
              <a:rPr lang="en-US" altLang="zh-TW" sz="1000" b="1" spc="200" dirty="0">
                <a:solidFill>
                  <a:schemeClr val="accent1"/>
                </a:solidFill>
              </a:rPr>
              <a:t>3</a:t>
            </a:r>
            <a:endParaRPr lang="en-US" sz="1000" b="1" spc="200" dirty="0">
              <a:solidFill>
                <a:schemeClr val="accent1"/>
              </a:solidFill>
            </a:endParaRPr>
          </a:p>
        </p:txBody>
      </p:sp>
      <p:sp>
        <p:nvSpPr>
          <p:cNvPr id="25" name="TextBox 56">
            <a:extLst>
              <a:ext uri="{FF2B5EF4-FFF2-40B4-BE49-F238E27FC236}">
                <a16:creationId xmlns:a16="http://schemas.microsoft.com/office/drawing/2014/main" id="{A056344E-3B1C-3B92-25ED-1920A7AB3D64}"/>
              </a:ext>
            </a:extLst>
          </p:cNvPr>
          <p:cNvSpPr txBox="1"/>
          <p:nvPr/>
        </p:nvSpPr>
        <p:spPr>
          <a:xfrm>
            <a:off x="6209112" y="5843591"/>
            <a:ext cx="2424650" cy="367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pt-PT" altLang="zh-TW" sz="1500" b="1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QR Code </a:t>
            </a: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掃碼</a:t>
            </a:r>
            <a:endParaRPr lang="en-ID" sz="1500" spc="50" dirty="0">
              <a:solidFill>
                <a:schemeClr val="tx2"/>
              </a:solidFill>
              <a:ea typeface="Noto Sans TC Medium" panose="020B0200000000000000" pitchFamily="34" charset="-120"/>
            </a:endParaRPr>
          </a:p>
        </p:txBody>
      </p:sp>
      <p:sp>
        <p:nvSpPr>
          <p:cNvPr id="26" name="TextBox 55">
            <a:extLst>
              <a:ext uri="{FF2B5EF4-FFF2-40B4-BE49-F238E27FC236}">
                <a16:creationId xmlns:a16="http://schemas.microsoft.com/office/drawing/2014/main" id="{667097CD-A627-37BE-EF02-2DB1CBD71376}"/>
              </a:ext>
            </a:extLst>
          </p:cNvPr>
          <p:cNvSpPr txBox="1"/>
          <p:nvPr/>
        </p:nvSpPr>
        <p:spPr>
          <a:xfrm>
            <a:off x="9157399" y="5653101"/>
            <a:ext cx="1829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pt-PT" altLang="zh-TW" sz="1000" b="1" spc="200" dirty="0">
                <a:solidFill>
                  <a:schemeClr val="accent1"/>
                </a:solidFill>
              </a:rPr>
              <a:t>SCREEN 0</a:t>
            </a:r>
            <a:r>
              <a:rPr lang="en-US" altLang="zh-TW" sz="1000" b="1" spc="200" dirty="0">
                <a:solidFill>
                  <a:schemeClr val="accent1"/>
                </a:solidFill>
              </a:rPr>
              <a:t>4</a:t>
            </a:r>
            <a:endParaRPr lang="en-US" sz="1000" b="1" spc="200" dirty="0">
              <a:solidFill>
                <a:schemeClr val="accent1"/>
              </a:solidFill>
            </a:endParaRPr>
          </a:p>
        </p:txBody>
      </p:sp>
      <p:sp>
        <p:nvSpPr>
          <p:cNvPr id="27" name="TextBox 56">
            <a:extLst>
              <a:ext uri="{FF2B5EF4-FFF2-40B4-BE49-F238E27FC236}">
                <a16:creationId xmlns:a16="http://schemas.microsoft.com/office/drawing/2014/main" id="{B9064C87-585D-46CB-9FDD-1F93803AAD51}"/>
              </a:ext>
            </a:extLst>
          </p:cNvPr>
          <p:cNvSpPr txBox="1"/>
          <p:nvPr/>
        </p:nvSpPr>
        <p:spPr>
          <a:xfrm>
            <a:off x="9041197" y="5843591"/>
            <a:ext cx="2062232" cy="367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顯示取書成功</a:t>
            </a:r>
            <a:endParaRPr lang="en-ID" sz="1500" spc="50" dirty="0">
              <a:solidFill>
                <a:schemeClr val="tx2"/>
              </a:solidFill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9862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F8F5DE-5E72-B8E2-95A0-E79AED5D2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01035A85-552E-F2E6-9946-F2BDA84E7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929" y="1866179"/>
            <a:ext cx="1682804" cy="3648217"/>
          </a:xfrm>
          <a:prstGeom prst="rect">
            <a:avLst/>
          </a:prstGeom>
        </p:spPr>
      </p:pic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FAB9D072-BFCD-D91F-1EB1-FBBE83F7FE72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95C2B431-13B3-C5E5-D2FC-083404EE82AB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會員中心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30A32A6-0A4E-5869-5F2D-C8EB2CA23A8A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MEMBER CENTER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A04258C-BFF9-D501-2BDF-ED640D5A4280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24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B031A005-DB9F-C3ED-22AE-E5E6EC1A5B44}"/>
              </a:ext>
            </a:extLst>
          </p:cNvPr>
          <p:cNvSpPr/>
          <p:nvPr/>
        </p:nvSpPr>
        <p:spPr>
          <a:xfrm>
            <a:off x="1204773" y="1804102"/>
            <a:ext cx="1829828" cy="3786922"/>
          </a:xfrm>
          <a:custGeom>
            <a:avLst/>
            <a:gdLst/>
            <a:ahLst/>
            <a:cxnLst/>
            <a:rect l="l" t="t" r="r" b="b"/>
            <a:pathLst>
              <a:path w="3252473" h="6671740">
                <a:moveTo>
                  <a:pt x="0" y="0"/>
                </a:moveTo>
                <a:lnTo>
                  <a:pt x="3252474" y="0"/>
                </a:lnTo>
                <a:lnTo>
                  <a:pt x="3252474" y="6671740"/>
                </a:lnTo>
                <a:lnTo>
                  <a:pt x="0" y="6671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F9230BED-13B8-F477-A151-8209075B3D16}"/>
              </a:ext>
            </a:extLst>
          </p:cNvPr>
          <p:cNvSpPr/>
          <p:nvPr/>
        </p:nvSpPr>
        <p:spPr>
          <a:xfrm>
            <a:off x="6506523" y="1804102"/>
            <a:ext cx="1829828" cy="3786922"/>
          </a:xfrm>
          <a:custGeom>
            <a:avLst/>
            <a:gdLst/>
            <a:ahLst/>
            <a:cxnLst/>
            <a:rect l="l" t="t" r="r" b="b"/>
            <a:pathLst>
              <a:path w="3252473" h="6671740">
                <a:moveTo>
                  <a:pt x="0" y="0"/>
                </a:moveTo>
                <a:lnTo>
                  <a:pt x="3252474" y="0"/>
                </a:lnTo>
                <a:lnTo>
                  <a:pt x="3252474" y="6671740"/>
                </a:lnTo>
                <a:lnTo>
                  <a:pt x="0" y="6671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B6C9A75-A4DB-5329-6CA6-9F217863C07C}"/>
              </a:ext>
            </a:extLst>
          </p:cNvPr>
          <p:cNvSpPr/>
          <p:nvPr/>
        </p:nvSpPr>
        <p:spPr>
          <a:xfrm>
            <a:off x="9157399" y="1804102"/>
            <a:ext cx="1829828" cy="3786922"/>
          </a:xfrm>
          <a:custGeom>
            <a:avLst/>
            <a:gdLst/>
            <a:ahLst/>
            <a:cxnLst/>
            <a:rect l="l" t="t" r="r" b="b"/>
            <a:pathLst>
              <a:path w="3252473" h="6671740">
                <a:moveTo>
                  <a:pt x="0" y="0"/>
                </a:moveTo>
                <a:lnTo>
                  <a:pt x="3252474" y="0"/>
                </a:lnTo>
                <a:lnTo>
                  <a:pt x="3252474" y="6671740"/>
                </a:lnTo>
                <a:lnTo>
                  <a:pt x="0" y="6671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2">
            <a:extLst>
              <a:ext uri="{FF2B5EF4-FFF2-40B4-BE49-F238E27FC236}">
                <a16:creationId xmlns:a16="http://schemas.microsoft.com/office/drawing/2014/main" id="{0D7C3DAC-7508-4339-8C50-DE4AE332D0EC}"/>
              </a:ext>
            </a:extLst>
          </p:cNvPr>
          <p:cNvSpPr>
            <a:spLocks noChangeAspect="1"/>
          </p:cNvSpPr>
          <p:nvPr/>
        </p:nvSpPr>
        <p:spPr>
          <a:xfrm>
            <a:off x="3855648" y="1804102"/>
            <a:ext cx="1828800" cy="3751384"/>
          </a:xfrm>
          <a:custGeom>
            <a:avLst/>
            <a:gdLst/>
            <a:ahLst/>
            <a:cxnLst/>
            <a:rect l="l" t="t" r="r" b="b"/>
            <a:pathLst>
              <a:path w="4653227" h="9545080">
                <a:moveTo>
                  <a:pt x="0" y="0"/>
                </a:moveTo>
                <a:lnTo>
                  <a:pt x="4653227" y="0"/>
                </a:lnTo>
                <a:lnTo>
                  <a:pt x="4653227" y="9545080"/>
                </a:lnTo>
                <a:lnTo>
                  <a:pt x="0" y="9545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0" name="TextBox 55">
            <a:extLst>
              <a:ext uri="{FF2B5EF4-FFF2-40B4-BE49-F238E27FC236}">
                <a16:creationId xmlns:a16="http://schemas.microsoft.com/office/drawing/2014/main" id="{8F2D2173-E263-C16D-171E-0B9CAB00D23E}"/>
              </a:ext>
            </a:extLst>
          </p:cNvPr>
          <p:cNvSpPr txBox="1"/>
          <p:nvPr/>
        </p:nvSpPr>
        <p:spPr>
          <a:xfrm>
            <a:off x="1204773" y="5653101"/>
            <a:ext cx="1829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pt-PT" altLang="zh-TW" sz="1000" b="1" spc="200" dirty="0">
                <a:solidFill>
                  <a:schemeClr val="accent1"/>
                </a:solidFill>
              </a:rPr>
              <a:t>SCREEN 01</a:t>
            </a:r>
            <a:endParaRPr lang="en-US" sz="1000" b="1" spc="200" dirty="0">
              <a:solidFill>
                <a:schemeClr val="accent1"/>
              </a:solidFill>
            </a:endParaRPr>
          </a:p>
        </p:txBody>
      </p:sp>
      <p:sp>
        <p:nvSpPr>
          <p:cNvPr id="21" name="TextBox 56">
            <a:extLst>
              <a:ext uri="{FF2B5EF4-FFF2-40B4-BE49-F238E27FC236}">
                <a16:creationId xmlns:a16="http://schemas.microsoft.com/office/drawing/2014/main" id="{E671B7EB-869E-567B-6D0C-4AE6FC7936F3}"/>
              </a:ext>
            </a:extLst>
          </p:cNvPr>
          <p:cNvSpPr txBox="1"/>
          <p:nvPr/>
        </p:nvSpPr>
        <p:spPr>
          <a:xfrm>
            <a:off x="1088572" y="5843591"/>
            <a:ext cx="2062230" cy="367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會員中心頁面</a:t>
            </a:r>
            <a:endParaRPr lang="en-ID" sz="1500" spc="50" dirty="0">
              <a:solidFill>
                <a:schemeClr val="tx2"/>
              </a:solidFill>
              <a:ea typeface="Noto Sans TC Medium" panose="020B0200000000000000" pitchFamily="34" charset="-120"/>
            </a:endParaRPr>
          </a:p>
        </p:txBody>
      </p:sp>
      <p:sp>
        <p:nvSpPr>
          <p:cNvPr id="22" name="TextBox 55">
            <a:extLst>
              <a:ext uri="{FF2B5EF4-FFF2-40B4-BE49-F238E27FC236}">
                <a16:creationId xmlns:a16="http://schemas.microsoft.com/office/drawing/2014/main" id="{EF7D83EA-BCFD-B3ED-7EFB-1396413616BA}"/>
              </a:ext>
            </a:extLst>
          </p:cNvPr>
          <p:cNvSpPr txBox="1"/>
          <p:nvPr/>
        </p:nvSpPr>
        <p:spPr>
          <a:xfrm>
            <a:off x="3855648" y="5653101"/>
            <a:ext cx="1829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pt-PT" altLang="zh-TW" sz="1000" b="1" spc="200" dirty="0">
                <a:solidFill>
                  <a:schemeClr val="accent1"/>
                </a:solidFill>
              </a:rPr>
              <a:t>SCREEN 0</a:t>
            </a:r>
            <a:r>
              <a:rPr lang="en-US" altLang="zh-TW" sz="1000" b="1" spc="200" dirty="0">
                <a:solidFill>
                  <a:schemeClr val="accent1"/>
                </a:solidFill>
              </a:rPr>
              <a:t>2</a:t>
            </a:r>
            <a:endParaRPr lang="en-US" sz="1000" b="1" spc="200" dirty="0">
              <a:solidFill>
                <a:schemeClr val="accent1"/>
              </a:solidFill>
            </a:endParaRPr>
          </a:p>
        </p:txBody>
      </p:sp>
      <p:sp>
        <p:nvSpPr>
          <p:cNvPr id="23" name="TextBox 56">
            <a:extLst>
              <a:ext uri="{FF2B5EF4-FFF2-40B4-BE49-F238E27FC236}">
                <a16:creationId xmlns:a16="http://schemas.microsoft.com/office/drawing/2014/main" id="{FD5F5CCC-EDEB-E244-2B09-DE1553DEF57B}"/>
              </a:ext>
            </a:extLst>
          </p:cNvPr>
          <p:cNvSpPr txBox="1"/>
          <p:nvPr/>
        </p:nvSpPr>
        <p:spPr>
          <a:xfrm>
            <a:off x="3855648" y="5843591"/>
            <a:ext cx="1829828" cy="367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買家購買紀錄</a:t>
            </a:r>
            <a:endParaRPr lang="en-ID" sz="1500" spc="50" dirty="0">
              <a:solidFill>
                <a:schemeClr val="tx2"/>
              </a:solidFill>
              <a:ea typeface="Noto Sans TC Medium" panose="020B0200000000000000" pitchFamily="34" charset="-120"/>
            </a:endParaRPr>
          </a:p>
        </p:txBody>
      </p:sp>
      <p:sp>
        <p:nvSpPr>
          <p:cNvPr id="24" name="TextBox 55">
            <a:extLst>
              <a:ext uri="{FF2B5EF4-FFF2-40B4-BE49-F238E27FC236}">
                <a16:creationId xmlns:a16="http://schemas.microsoft.com/office/drawing/2014/main" id="{D5BA3A74-800E-BA0C-E8BF-1B6423DB63E0}"/>
              </a:ext>
            </a:extLst>
          </p:cNvPr>
          <p:cNvSpPr txBox="1"/>
          <p:nvPr/>
        </p:nvSpPr>
        <p:spPr>
          <a:xfrm>
            <a:off x="6506523" y="5653101"/>
            <a:ext cx="1829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pt-PT" altLang="zh-TW" sz="1000" b="1" spc="200" dirty="0">
                <a:solidFill>
                  <a:schemeClr val="accent1"/>
                </a:solidFill>
              </a:rPr>
              <a:t>SCREEN 0</a:t>
            </a:r>
            <a:r>
              <a:rPr lang="en-US" altLang="zh-TW" sz="1000" b="1" spc="200" dirty="0">
                <a:solidFill>
                  <a:schemeClr val="accent1"/>
                </a:solidFill>
              </a:rPr>
              <a:t>3</a:t>
            </a:r>
            <a:endParaRPr lang="en-US" sz="1000" b="1" spc="200" dirty="0">
              <a:solidFill>
                <a:schemeClr val="accent1"/>
              </a:solidFill>
            </a:endParaRPr>
          </a:p>
        </p:txBody>
      </p:sp>
      <p:sp>
        <p:nvSpPr>
          <p:cNvPr id="25" name="TextBox 56">
            <a:extLst>
              <a:ext uri="{FF2B5EF4-FFF2-40B4-BE49-F238E27FC236}">
                <a16:creationId xmlns:a16="http://schemas.microsoft.com/office/drawing/2014/main" id="{FA26B3B9-3721-BBC0-51A1-AA8BDA34D42E}"/>
              </a:ext>
            </a:extLst>
          </p:cNvPr>
          <p:cNvSpPr txBox="1"/>
          <p:nvPr/>
        </p:nvSpPr>
        <p:spPr>
          <a:xfrm>
            <a:off x="6209112" y="5843591"/>
            <a:ext cx="2424650" cy="367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賣家銷售紀錄</a:t>
            </a:r>
            <a:endParaRPr lang="en-ID" sz="1500" spc="50" dirty="0">
              <a:solidFill>
                <a:schemeClr val="tx2"/>
              </a:solidFill>
              <a:ea typeface="Noto Sans TC Medium" panose="020B0200000000000000" pitchFamily="34" charset="-120"/>
            </a:endParaRPr>
          </a:p>
        </p:txBody>
      </p:sp>
      <p:sp>
        <p:nvSpPr>
          <p:cNvPr id="26" name="TextBox 55">
            <a:extLst>
              <a:ext uri="{FF2B5EF4-FFF2-40B4-BE49-F238E27FC236}">
                <a16:creationId xmlns:a16="http://schemas.microsoft.com/office/drawing/2014/main" id="{29483CD2-2ADE-DDD4-1624-C2D325CEFB3E}"/>
              </a:ext>
            </a:extLst>
          </p:cNvPr>
          <p:cNvSpPr txBox="1"/>
          <p:nvPr/>
        </p:nvSpPr>
        <p:spPr>
          <a:xfrm>
            <a:off x="9157399" y="5653101"/>
            <a:ext cx="18298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pt-PT" altLang="zh-TW" sz="1000" b="1" spc="200" dirty="0">
                <a:solidFill>
                  <a:schemeClr val="accent1"/>
                </a:solidFill>
              </a:rPr>
              <a:t>SCREEN 0</a:t>
            </a:r>
            <a:r>
              <a:rPr lang="en-US" altLang="zh-TW" sz="1000" b="1" spc="200" dirty="0">
                <a:solidFill>
                  <a:schemeClr val="accent1"/>
                </a:solidFill>
              </a:rPr>
              <a:t>4</a:t>
            </a:r>
            <a:endParaRPr lang="en-US" sz="1000" b="1" spc="200" dirty="0">
              <a:solidFill>
                <a:schemeClr val="accent1"/>
              </a:solidFill>
            </a:endParaRPr>
          </a:p>
        </p:txBody>
      </p:sp>
      <p:sp>
        <p:nvSpPr>
          <p:cNvPr id="27" name="TextBox 56">
            <a:extLst>
              <a:ext uri="{FF2B5EF4-FFF2-40B4-BE49-F238E27FC236}">
                <a16:creationId xmlns:a16="http://schemas.microsoft.com/office/drawing/2014/main" id="{08D5374C-FCCE-0EA8-E3B6-97088C9E4C86}"/>
              </a:ext>
            </a:extLst>
          </p:cNvPr>
          <p:cNvSpPr txBox="1"/>
          <p:nvPr/>
        </p:nvSpPr>
        <p:spPr>
          <a:xfrm>
            <a:off x="9041197" y="5843591"/>
            <a:ext cx="2062232" cy="367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TW" altLang="en-US" sz="1500" spc="50" dirty="0">
                <a:solidFill>
                  <a:schemeClr val="tx2"/>
                </a:solidFill>
                <a:ea typeface="Noto Sans TC Medium" panose="020B0200000000000000" pitchFamily="34" charset="-120"/>
              </a:rPr>
              <a:t>設定頁面</a:t>
            </a:r>
            <a:endParaRPr lang="en-ID" sz="1500" spc="50" dirty="0">
              <a:solidFill>
                <a:schemeClr val="tx2"/>
              </a:solidFill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2665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67C54-971C-474D-8DC8-EC567D86C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C260EEFA-8E40-CC57-3AA1-94256D2328E8}"/>
              </a:ext>
            </a:extLst>
          </p:cNvPr>
          <p:cNvSpPr txBox="1"/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04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F2319F5D-63E0-9EC7-763D-2E38EA72B8E2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250" dirty="0">
                <a:solidFill>
                  <a:schemeClr val="bg1"/>
                </a:solidFill>
                <a:latin typeface="+mj-ea"/>
                <a:ea typeface="+mj-ea"/>
              </a:rPr>
              <a:t>交易爭議處理機制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7D453D3-794A-B5AF-031F-08F8B5EF557E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陳秉鴻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64361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E7A965-B9B8-A5A5-FB2F-E964F016B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2CD19AF3-FF08-ED56-B472-4ADEE8BDA40E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09C518-3122-9082-E70E-D1B47E0B8F81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三道防線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B864132-91E7-7B84-039B-2C3E5ED01260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THREE-LAYER SAFEGUARD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8B79728-3777-6130-9299-13C63A3ED15E}"/>
              </a:ext>
            </a:extLst>
          </p:cNvPr>
          <p:cNvSpPr txBox="1"/>
          <p:nvPr/>
        </p:nvSpPr>
        <p:spPr>
          <a:xfrm>
            <a:off x="681135" y="1685554"/>
            <a:ext cx="11187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/>
            <a:r>
              <a:rPr lang="zh-TW" altLang="en-US" sz="2000" spc="50" dirty="0">
                <a:latin typeface="+mn-ea"/>
              </a:rPr>
              <a:t>為解決二手書最常見的「書況不符」問題， 系統設計三道防線，確保交易公平。</a:t>
            </a:r>
          </a:p>
        </p:txBody>
      </p: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998DAB13-BE01-E1AA-65D0-90E586D01035}"/>
              </a:ext>
            </a:extLst>
          </p:cNvPr>
          <p:cNvGrpSpPr/>
          <p:nvPr/>
        </p:nvGrpSpPr>
        <p:grpSpPr>
          <a:xfrm>
            <a:off x="758890" y="2762451"/>
            <a:ext cx="3336720" cy="1068682"/>
            <a:chOff x="758890" y="2995295"/>
            <a:chExt cx="3336720" cy="1134221"/>
          </a:xfrm>
        </p:grpSpPr>
        <p:sp>
          <p:nvSpPr>
            <p:cNvPr id="47" name="Arrow: Chevron 8">
              <a:extLst>
                <a:ext uri="{FF2B5EF4-FFF2-40B4-BE49-F238E27FC236}">
                  <a16:creationId xmlns:a16="http://schemas.microsoft.com/office/drawing/2014/main" id="{708269EA-E338-2493-20EA-3E47379EF698}"/>
                </a:ext>
              </a:extLst>
            </p:cNvPr>
            <p:cNvSpPr/>
            <p:nvPr/>
          </p:nvSpPr>
          <p:spPr>
            <a:xfrm>
              <a:off x="758890" y="2995295"/>
              <a:ext cx="3336720" cy="1134221"/>
            </a:xfrm>
            <a:prstGeom prst="chevron">
              <a:avLst>
                <a:gd name="adj" fmla="val 17722"/>
              </a:avLst>
            </a:prstGeom>
            <a:solidFill>
              <a:schemeClr val="accent2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TextBox 9">
              <a:extLst>
                <a:ext uri="{FF2B5EF4-FFF2-40B4-BE49-F238E27FC236}">
                  <a16:creationId xmlns:a16="http://schemas.microsoft.com/office/drawing/2014/main" id="{F15A2A4D-1877-87E1-24F0-CD5AFA4DAB2A}"/>
                </a:ext>
              </a:extLst>
            </p:cNvPr>
            <p:cNvSpPr txBox="1"/>
            <p:nvPr/>
          </p:nvSpPr>
          <p:spPr>
            <a:xfrm>
              <a:off x="962526" y="3492370"/>
              <a:ext cx="2916455" cy="495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2200" b="1" spc="100" dirty="0">
                  <a:solidFill>
                    <a:schemeClr val="bg1"/>
                  </a:solidFill>
                </a:rPr>
                <a:t>上架強制規範</a:t>
              </a:r>
              <a:endParaRPr lang="en-US" sz="2200" b="1" spc="100" dirty="0">
                <a:solidFill>
                  <a:schemeClr val="bg1"/>
                </a:solidFill>
              </a:endParaRPr>
            </a:p>
          </p:txBody>
        </p:sp>
        <p:sp>
          <p:nvSpPr>
            <p:cNvPr id="49" name="TextBox 10">
              <a:extLst>
                <a:ext uri="{FF2B5EF4-FFF2-40B4-BE49-F238E27FC236}">
                  <a16:creationId xmlns:a16="http://schemas.microsoft.com/office/drawing/2014/main" id="{6152957D-5032-8CEB-5A35-63E8C86AD498}"/>
                </a:ext>
              </a:extLst>
            </p:cNvPr>
            <p:cNvSpPr txBox="1"/>
            <p:nvPr/>
          </p:nvSpPr>
          <p:spPr>
            <a:xfrm>
              <a:off x="962526" y="3069205"/>
              <a:ext cx="29164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algn="ctr"/>
              <a:r>
                <a:rPr lang="en-US" altLang="zh-TW" sz="2800" dirty="0">
                  <a:solidFill>
                    <a:schemeClr val="bg1"/>
                  </a:solidFill>
                </a:rPr>
                <a:t>01</a:t>
              </a:r>
              <a:endParaRPr lang="en-IN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345F59D7-1AEC-1FE0-42DC-B34EC1F01069}"/>
              </a:ext>
            </a:extLst>
          </p:cNvPr>
          <p:cNvGrpSpPr/>
          <p:nvPr/>
        </p:nvGrpSpPr>
        <p:grpSpPr>
          <a:xfrm>
            <a:off x="4427640" y="2762451"/>
            <a:ext cx="3336720" cy="1068682"/>
            <a:chOff x="758890" y="2995295"/>
            <a:chExt cx="3336720" cy="1134221"/>
          </a:xfrm>
        </p:grpSpPr>
        <p:sp>
          <p:nvSpPr>
            <p:cNvPr id="52" name="Arrow: Chevron 8">
              <a:extLst>
                <a:ext uri="{FF2B5EF4-FFF2-40B4-BE49-F238E27FC236}">
                  <a16:creationId xmlns:a16="http://schemas.microsoft.com/office/drawing/2014/main" id="{62CF6729-312E-5F60-0497-2098BC34203E}"/>
                </a:ext>
              </a:extLst>
            </p:cNvPr>
            <p:cNvSpPr/>
            <p:nvPr/>
          </p:nvSpPr>
          <p:spPr>
            <a:xfrm>
              <a:off x="758890" y="2995295"/>
              <a:ext cx="3336720" cy="1134221"/>
            </a:xfrm>
            <a:prstGeom prst="chevron">
              <a:avLst>
                <a:gd name="adj" fmla="val 17722"/>
              </a:avLst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TextBox 9">
              <a:extLst>
                <a:ext uri="{FF2B5EF4-FFF2-40B4-BE49-F238E27FC236}">
                  <a16:creationId xmlns:a16="http://schemas.microsoft.com/office/drawing/2014/main" id="{B1419324-1937-8F9C-4C3C-A207E6173F12}"/>
                </a:ext>
              </a:extLst>
            </p:cNvPr>
            <p:cNvSpPr txBox="1"/>
            <p:nvPr/>
          </p:nvSpPr>
          <p:spPr>
            <a:xfrm>
              <a:off x="962526" y="3492370"/>
              <a:ext cx="2916455" cy="495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2200" b="1" spc="100" dirty="0">
                  <a:solidFill>
                    <a:schemeClr val="bg1"/>
                  </a:solidFill>
                </a:rPr>
                <a:t>現場開櫃驗收</a:t>
              </a:r>
              <a:endParaRPr lang="en-US" sz="2200" b="1" spc="100" dirty="0">
                <a:solidFill>
                  <a:schemeClr val="bg1"/>
                </a:solidFill>
              </a:endParaRPr>
            </a:p>
          </p:txBody>
        </p:sp>
        <p:sp>
          <p:nvSpPr>
            <p:cNvPr id="54" name="TextBox 10">
              <a:extLst>
                <a:ext uri="{FF2B5EF4-FFF2-40B4-BE49-F238E27FC236}">
                  <a16:creationId xmlns:a16="http://schemas.microsoft.com/office/drawing/2014/main" id="{1D0890C1-7E28-EA3F-684C-8044EA4F9087}"/>
                </a:ext>
              </a:extLst>
            </p:cNvPr>
            <p:cNvSpPr txBox="1"/>
            <p:nvPr/>
          </p:nvSpPr>
          <p:spPr>
            <a:xfrm>
              <a:off x="962526" y="3069205"/>
              <a:ext cx="29164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algn="ctr"/>
              <a:r>
                <a:rPr lang="en-US" altLang="zh-TW" sz="2800" dirty="0">
                  <a:solidFill>
                    <a:schemeClr val="bg1"/>
                  </a:solidFill>
                </a:rPr>
                <a:t>02</a:t>
              </a:r>
              <a:endParaRPr lang="en-IN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CDC7DD01-5694-FDB9-1ECD-813026A33676}"/>
              </a:ext>
            </a:extLst>
          </p:cNvPr>
          <p:cNvGrpSpPr/>
          <p:nvPr/>
        </p:nvGrpSpPr>
        <p:grpSpPr>
          <a:xfrm>
            <a:off x="8096390" y="2762451"/>
            <a:ext cx="3336720" cy="1068682"/>
            <a:chOff x="758890" y="2995295"/>
            <a:chExt cx="3336720" cy="1134221"/>
          </a:xfrm>
        </p:grpSpPr>
        <p:sp>
          <p:nvSpPr>
            <p:cNvPr id="56" name="Arrow: Chevron 8">
              <a:extLst>
                <a:ext uri="{FF2B5EF4-FFF2-40B4-BE49-F238E27FC236}">
                  <a16:creationId xmlns:a16="http://schemas.microsoft.com/office/drawing/2014/main" id="{C4C54BFF-9DCF-D2C6-916D-C2DEC1951762}"/>
                </a:ext>
              </a:extLst>
            </p:cNvPr>
            <p:cNvSpPr/>
            <p:nvPr/>
          </p:nvSpPr>
          <p:spPr>
            <a:xfrm>
              <a:off x="758890" y="2995295"/>
              <a:ext cx="3336720" cy="1134221"/>
            </a:xfrm>
            <a:prstGeom prst="chevron">
              <a:avLst>
                <a:gd name="adj" fmla="val 17722"/>
              </a:avLst>
            </a:prstGeom>
            <a:solidFill>
              <a:schemeClr val="tx2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TextBox 9">
              <a:extLst>
                <a:ext uri="{FF2B5EF4-FFF2-40B4-BE49-F238E27FC236}">
                  <a16:creationId xmlns:a16="http://schemas.microsoft.com/office/drawing/2014/main" id="{D19C909A-9BB9-5BCB-3870-DFF9433EE4BE}"/>
                </a:ext>
              </a:extLst>
            </p:cNvPr>
            <p:cNvSpPr txBox="1"/>
            <p:nvPr/>
          </p:nvSpPr>
          <p:spPr>
            <a:xfrm>
              <a:off x="962526" y="3492370"/>
              <a:ext cx="2916455" cy="495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2200" b="1" spc="100" dirty="0">
                  <a:solidFill>
                    <a:schemeClr val="bg1"/>
                  </a:solidFill>
                </a:rPr>
                <a:t>第三方仲裁</a:t>
              </a:r>
              <a:endParaRPr lang="en-US" sz="2200" b="1" spc="100" dirty="0">
                <a:solidFill>
                  <a:schemeClr val="bg1"/>
                </a:solidFill>
              </a:endParaRPr>
            </a:p>
          </p:txBody>
        </p:sp>
        <p:sp>
          <p:nvSpPr>
            <p:cNvPr id="58" name="TextBox 10">
              <a:extLst>
                <a:ext uri="{FF2B5EF4-FFF2-40B4-BE49-F238E27FC236}">
                  <a16:creationId xmlns:a16="http://schemas.microsoft.com/office/drawing/2014/main" id="{EEA28011-AC27-0915-34DF-DB8980BF802A}"/>
                </a:ext>
              </a:extLst>
            </p:cNvPr>
            <p:cNvSpPr txBox="1"/>
            <p:nvPr/>
          </p:nvSpPr>
          <p:spPr>
            <a:xfrm>
              <a:off x="962526" y="3069205"/>
              <a:ext cx="29164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algn="ctr"/>
              <a:r>
                <a:rPr lang="en-US" altLang="zh-TW" sz="2800" dirty="0">
                  <a:solidFill>
                    <a:schemeClr val="bg1"/>
                  </a:solidFill>
                </a:rPr>
                <a:t>03</a:t>
              </a:r>
              <a:endParaRPr lang="en-IN"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AC96C6D4-DFE8-3A07-8EBA-EE199FCFAC1D}"/>
              </a:ext>
            </a:extLst>
          </p:cNvPr>
          <p:cNvSpPr txBox="1"/>
          <p:nvPr/>
        </p:nvSpPr>
        <p:spPr>
          <a:xfrm>
            <a:off x="691515" y="4083541"/>
            <a:ext cx="3336720" cy="14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160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TW" altLang="en-US" sz="1700" spc="50" dirty="0"/>
              <a:t>上傳封面、封底與 </a:t>
            </a:r>
            <a:r>
              <a:rPr lang="en-US" altLang="zh-TW" sz="1700" spc="50" dirty="0"/>
              <a:t>ISBN </a:t>
            </a:r>
            <a:r>
              <a:rPr lang="zh-TW" altLang="en-US" sz="1700" spc="50" dirty="0"/>
              <a:t>碼</a:t>
            </a:r>
          </a:p>
          <a:p>
            <a:pPr marL="285750" indent="-2160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TW" altLang="en-US" sz="1700" spc="50" dirty="0"/>
              <a:t>作為爭議發生時之原始憑據</a:t>
            </a:r>
            <a:endParaRPr lang="en-US" altLang="zh-TW" sz="1700" spc="50" dirty="0"/>
          </a:p>
          <a:p>
            <a:pPr marL="285750" indent="-2160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TW" altLang="en-US" sz="1700" spc="50" dirty="0"/>
              <a:t>系統自動雜湊圖檔，防偽造</a:t>
            </a: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3E0FCA63-8CE4-17CC-918B-1D5F2ABB902D}"/>
              </a:ext>
            </a:extLst>
          </p:cNvPr>
          <p:cNvSpPr txBox="1"/>
          <p:nvPr/>
        </p:nvSpPr>
        <p:spPr>
          <a:xfrm>
            <a:off x="4360265" y="4083541"/>
            <a:ext cx="3542078" cy="14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160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TW" altLang="en-US" sz="1700" spc="50" dirty="0"/>
              <a:t>取書後 </a:t>
            </a:r>
            <a:r>
              <a:rPr lang="en-US" altLang="zh-TW" sz="1700" spc="50" dirty="0"/>
              <a:t>App </a:t>
            </a:r>
            <a:r>
              <a:rPr lang="zh-TW" altLang="en-US" sz="1700" spc="50" dirty="0"/>
              <a:t>彈出確認視窗</a:t>
            </a:r>
            <a:endParaRPr lang="en-US" altLang="zh-TW" sz="1700" spc="50" dirty="0"/>
          </a:p>
          <a:p>
            <a:pPr marL="285750" indent="-2160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TW" altLang="en-US" sz="1700" spc="50" dirty="0"/>
              <a:t>書況不符可申請爭議</a:t>
            </a:r>
            <a:endParaRPr lang="en-US" altLang="zh-TW" sz="1700" spc="50" dirty="0"/>
          </a:p>
          <a:p>
            <a:pPr marL="285750" indent="-2160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TW" altLang="en-US" sz="1700" spc="50" dirty="0"/>
              <a:t>交易金額鎖定於平台託管帳戶</a:t>
            </a:r>
            <a:endParaRPr lang="en-US" altLang="zh-TW" sz="1700" spc="50" dirty="0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2A37E12D-723E-AE61-01AB-2B7014EACDFB}"/>
              </a:ext>
            </a:extLst>
          </p:cNvPr>
          <p:cNvSpPr txBox="1"/>
          <p:nvPr/>
        </p:nvSpPr>
        <p:spPr>
          <a:xfrm>
            <a:off x="7961639" y="4083541"/>
            <a:ext cx="3801023" cy="14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160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TW" altLang="en-US" sz="1700" dirty="0"/>
              <a:t>管理端比對上架照片與現場紀錄</a:t>
            </a:r>
            <a:endParaRPr lang="en-US" altLang="zh-TW" sz="1700" dirty="0"/>
          </a:p>
          <a:p>
            <a:pPr marL="285750" indent="-2160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TW" altLang="en-US" sz="1700" spc="50" dirty="0"/>
              <a:t>判定為隱瞞書況則全額退款</a:t>
            </a:r>
            <a:endParaRPr lang="en-US" altLang="zh-TW" sz="1700" spc="50" dirty="0"/>
          </a:p>
          <a:p>
            <a:pPr marL="285750" indent="-2160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TW" altLang="en-US" sz="1700" spc="50" dirty="0"/>
              <a:t>多次違規者將處以停權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1E5967E-CE69-17A8-60D9-F9E3C5885A1A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26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2520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D8FC00-DD58-29BB-C574-186CCA020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47BA81B4-6960-0DCA-AC01-7F0EDF99E76F}"/>
              </a:ext>
            </a:extLst>
          </p:cNvPr>
          <p:cNvSpPr txBox="1"/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05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7EB43AA-C85D-013F-FA54-F58611175C6B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250" dirty="0">
                <a:solidFill>
                  <a:schemeClr val="bg1"/>
                </a:solidFill>
                <a:latin typeface="+mj-ea"/>
                <a:ea typeface="+mj-ea"/>
              </a:rPr>
              <a:t>硬體架構與實體展示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3C6DDD6-A94D-8A2F-5D27-C64DDC4BC29A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許凱俊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6530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CD3439-8400-6744-9FFA-973256F61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D79B8C4F-F87B-F5E0-EC8F-73846E0C251B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EB351D2A-7974-0A8A-2C4A-381904686FD4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硬體核心元件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35F7BD0-E7AF-39DD-9274-57B6F13D6C03}"/>
              </a:ext>
            </a:extLst>
          </p:cNvPr>
          <p:cNvSpPr txBox="1"/>
          <p:nvPr/>
        </p:nvSpPr>
        <p:spPr>
          <a:xfrm>
            <a:off x="5409398" y="828142"/>
            <a:ext cx="61014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CORE COMPONENTS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CD21D84-06DC-8739-CD9A-BB35A1282141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28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D58D794-3158-AE97-8982-D853020A8EAD}"/>
              </a:ext>
            </a:extLst>
          </p:cNvPr>
          <p:cNvSpPr/>
          <p:nvPr/>
        </p:nvSpPr>
        <p:spPr>
          <a:xfrm>
            <a:off x="758890" y="2082901"/>
            <a:ext cx="3409200" cy="2401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5" name="Group 16">
            <a:extLst>
              <a:ext uri="{FF2B5EF4-FFF2-40B4-BE49-F238E27FC236}">
                <a16:creationId xmlns:a16="http://schemas.microsoft.com/office/drawing/2014/main" id="{BCF53252-FC8C-4446-2337-1EF12BB76CF1}"/>
              </a:ext>
            </a:extLst>
          </p:cNvPr>
          <p:cNvGrpSpPr/>
          <p:nvPr/>
        </p:nvGrpSpPr>
        <p:grpSpPr>
          <a:xfrm>
            <a:off x="775948" y="4718623"/>
            <a:ext cx="3291664" cy="771563"/>
            <a:chOff x="1073272" y="5112222"/>
            <a:chExt cx="3291664" cy="771563"/>
          </a:xfrm>
        </p:grpSpPr>
        <p:sp>
          <p:nvSpPr>
            <p:cNvPr id="16" name="TextBox 17">
              <a:extLst>
                <a:ext uri="{FF2B5EF4-FFF2-40B4-BE49-F238E27FC236}">
                  <a16:creationId xmlns:a16="http://schemas.microsoft.com/office/drawing/2014/main" id="{E5953761-36A8-3B7D-C766-7E06A5B44848}"/>
                </a:ext>
              </a:extLst>
            </p:cNvPr>
            <p:cNvSpPr txBox="1"/>
            <p:nvPr/>
          </p:nvSpPr>
          <p:spPr>
            <a:xfrm>
              <a:off x="1073272" y="5112222"/>
              <a:ext cx="3174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hangingPunct="0">
                <a:spcBef>
                  <a:spcPts val="0"/>
                </a:spcBef>
              </a:pPr>
              <a:r>
                <a:rPr lang="en-IN" sz="2000" dirty="0">
                  <a:solidFill>
                    <a:schemeClr val="accent6"/>
                  </a:solidFill>
                  <a:ea typeface="+mn-ea"/>
                </a:rPr>
                <a:t>ESP32-S3</a:t>
              </a:r>
            </a:p>
          </p:txBody>
        </p:sp>
        <p:sp>
          <p:nvSpPr>
            <p:cNvPr id="17" name="TextBox 18">
              <a:extLst>
                <a:ext uri="{FF2B5EF4-FFF2-40B4-BE49-F238E27FC236}">
                  <a16:creationId xmlns:a16="http://schemas.microsoft.com/office/drawing/2014/main" id="{84775605-D48E-795B-DEEE-EED8FF1097BD}"/>
                </a:ext>
              </a:extLst>
            </p:cNvPr>
            <p:cNvSpPr txBox="1"/>
            <p:nvPr/>
          </p:nvSpPr>
          <p:spPr>
            <a:xfrm>
              <a:off x="1073273" y="5516890"/>
              <a:ext cx="3291663" cy="366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TW" altLang="en-US" sz="1600" spc="50" dirty="0">
                  <a:solidFill>
                    <a:schemeClr val="tx2"/>
                  </a:solidFill>
                </a:rPr>
                <a:t>具備 </a:t>
              </a:r>
              <a:r>
                <a:rPr lang="en-US" sz="1600" spc="50" dirty="0">
                  <a:solidFill>
                    <a:schemeClr val="tx2"/>
                  </a:solidFill>
                </a:rPr>
                <a:t>Wi-Fi / BLE</a:t>
              </a:r>
              <a:r>
                <a:rPr lang="zh-TW" altLang="en-US" sz="1600" spc="50" dirty="0">
                  <a:solidFill>
                    <a:schemeClr val="tx2"/>
                  </a:solidFill>
                </a:rPr>
                <a:t>、雙核 </a:t>
              </a:r>
              <a:r>
                <a:rPr lang="en-US" altLang="zh-TW" sz="1600" spc="50" dirty="0">
                  <a:solidFill>
                    <a:schemeClr val="tx2"/>
                  </a:solidFill>
                </a:rPr>
                <a:t>240 </a:t>
              </a:r>
              <a:r>
                <a:rPr lang="en-US" sz="1600" spc="50" dirty="0">
                  <a:solidFill>
                    <a:schemeClr val="tx2"/>
                  </a:solidFill>
                </a:rPr>
                <a:t>MHz</a:t>
              </a: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A041DA24-D96D-0EAC-B24C-A07992C459CB}"/>
              </a:ext>
            </a:extLst>
          </p:cNvPr>
          <p:cNvSpPr/>
          <p:nvPr/>
        </p:nvSpPr>
        <p:spPr>
          <a:xfrm>
            <a:off x="4391400" y="2082901"/>
            <a:ext cx="3409200" cy="2401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87782CB-6FC3-7E68-6CE2-78B8FE643C70}"/>
              </a:ext>
            </a:extLst>
          </p:cNvPr>
          <p:cNvSpPr/>
          <p:nvPr/>
        </p:nvSpPr>
        <p:spPr>
          <a:xfrm>
            <a:off x="8023910" y="2082901"/>
            <a:ext cx="3409200" cy="2401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1" name="Group 16">
            <a:extLst>
              <a:ext uri="{FF2B5EF4-FFF2-40B4-BE49-F238E27FC236}">
                <a16:creationId xmlns:a16="http://schemas.microsoft.com/office/drawing/2014/main" id="{312977DD-599F-7549-E42F-9BBE7AF23AF7}"/>
              </a:ext>
            </a:extLst>
          </p:cNvPr>
          <p:cNvGrpSpPr/>
          <p:nvPr/>
        </p:nvGrpSpPr>
        <p:grpSpPr>
          <a:xfrm>
            <a:off x="4408619" y="4718623"/>
            <a:ext cx="3291664" cy="771563"/>
            <a:chOff x="1073272" y="5112222"/>
            <a:chExt cx="3291664" cy="771563"/>
          </a:xfrm>
        </p:grpSpPr>
        <p:sp>
          <p:nvSpPr>
            <p:cNvPr id="42" name="TextBox 17">
              <a:extLst>
                <a:ext uri="{FF2B5EF4-FFF2-40B4-BE49-F238E27FC236}">
                  <a16:creationId xmlns:a16="http://schemas.microsoft.com/office/drawing/2014/main" id="{314EC23A-0AB6-C58B-A759-2E4CDD55C924}"/>
                </a:ext>
              </a:extLst>
            </p:cNvPr>
            <p:cNvSpPr txBox="1"/>
            <p:nvPr/>
          </p:nvSpPr>
          <p:spPr>
            <a:xfrm>
              <a:off x="1073272" y="5112222"/>
              <a:ext cx="3174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hangingPunct="0">
                <a:spcBef>
                  <a:spcPts val="0"/>
                </a:spcBef>
              </a:pPr>
              <a:r>
                <a:rPr lang="en-IN" sz="2000" dirty="0">
                  <a:solidFill>
                    <a:schemeClr val="accent6"/>
                  </a:solidFill>
                  <a:ea typeface="+mn-ea"/>
                </a:rPr>
                <a:t>Nema 17 </a:t>
              </a:r>
              <a:r>
                <a:rPr lang="zh-TW" altLang="en-US" sz="2000" dirty="0">
                  <a:solidFill>
                    <a:schemeClr val="accent6"/>
                  </a:solidFill>
                  <a:ea typeface="+mn-ea"/>
                </a:rPr>
                <a:t>步進馬達</a:t>
              </a:r>
            </a:p>
          </p:txBody>
        </p:sp>
        <p:sp>
          <p:nvSpPr>
            <p:cNvPr id="43" name="TextBox 18">
              <a:extLst>
                <a:ext uri="{FF2B5EF4-FFF2-40B4-BE49-F238E27FC236}">
                  <a16:creationId xmlns:a16="http://schemas.microsoft.com/office/drawing/2014/main" id="{D2DB374C-5684-B384-568F-66052FD682A0}"/>
                </a:ext>
              </a:extLst>
            </p:cNvPr>
            <p:cNvSpPr txBox="1"/>
            <p:nvPr/>
          </p:nvSpPr>
          <p:spPr>
            <a:xfrm>
              <a:off x="1073273" y="5516890"/>
              <a:ext cx="3291663" cy="366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TW" altLang="en-US" sz="1600" spc="50" dirty="0">
                  <a:solidFill>
                    <a:schemeClr val="tx2"/>
                  </a:solidFill>
                </a:rPr>
                <a:t>搭配 </a:t>
              </a:r>
              <a:r>
                <a:rPr lang="en-US" altLang="zh-TW" sz="1600" spc="50" dirty="0">
                  <a:solidFill>
                    <a:schemeClr val="tx2"/>
                  </a:solidFill>
                </a:rPr>
                <a:t>TMC2209 </a:t>
              </a:r>
              <a:r>
                <a:rPr lang="zh-TW" altLang="en-US" sz="1600" spc="50" dirty="0">
                  <a:solidFill>
                    <a:schemeClr val="tx2"/>
                  </a:solidFill>
                </a:rPr>
                <a:t>驅動器</a:t>
              </a:r>
              <a:endParaRPr lang="en-US" sz="1600" spc="5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44" name="Group 16">
            <a:extLst>
              <a:ext uri="{FF2B5EF4-FFF2-40B4-BE49-F238E27FC236}">
                <a16:creationId xmlns:a16="http://schemas.microsoft.com/office/drawing/2014/main" id="{8FC44FA8-ED2A-C77B-E772-06A6C7EEDB37}"/>
              </a:ext>
            </a:extLst>
          </p:cNvPr>
          <p:cNvGrpSpPr/>
          <p:nvPr/>
        </p:nvGrpSpPr>
        <p:grpSpPr>
          <a:xfrm>
            <a:off x="8040805" y="4718623"/>
            <a:ext cx="3632186" cy="771563"/>
            <a:chOff x="1073272" y="5112222"/>
            <a:chExt cx="3632186" cy="771563"/>
          </a:xfrm>
        </p:grpSpPr>
        <p:sp>
          <p:nvSpPr>
            <p:cNvPr id="45" name="TextBox 17">
              <a:extLst>
                <a:ext uri="{FF2B5EF4-FFF2-40B4-BE49-F238E27FC236}">
                  <a16:creationId xmlns:a16="http://schemas.microsoft.com/office/drawing/2014/main" id="{B4984DB7-C911-2E89-037C-F07D48631443}"/>
                </a:ext>
              </a:extLst>
            </p:cNvPr>
            <p:cNvSpPr txBox="1"/>
            <p:nvPr/>
          </p:nvSpPr>
          <p:spPr>
            <a:xfrm>
              <a:off x="1073272" y="5112222"/>
              <a:ext cx="3174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hangingPunct="0">
                <a:spcBef>
                  <a:spcPts val="0"/>
                </a:spcBef>
              </a:pPr>
              <a:r>
                <a:rPr lang="en-IN" sz="2000" dirty="0">
                  <a:solidFill>
                    <a:schemeClr val="accent6"/>
                  </a:solidFill>
                  <a:ea typeface="+mn-ea"/>
                </a:rPr>
                <a:t>3D </a:t>
              </a:r>
              <a:r>
                <a:rPr lang="zh-TW" altLang="en-US" sz="2000" dirty="0">
                  <a:solidFill>
                    <a:schemeClr val="accent6"/>
                  </a:solidFill>
                  <a:ea typeface="+mn-ea"/>
                </a:rPr>
                <a:t>列印機構件</a:t>
              </a:r>
            </a:p>
          </p:txBody>
        </p:sp>
        <p:sp>
          <p:nvSpPr>
            <p:cNvPr id="46" name="TextBox 18">
              <a:extLst>
                <a:ext uri="{FF2B5EF4-FFF2-40B4-BE49-F238E27FC236}">
                  <a16:creationId xmlns:a16="http://schemas.microsoft.com/office/drawing/2014/main" id="{56EF640D-AC00-1348-D78D-0F401ADF52D5}"/>
                </a:ext>
              </a:extLst>
            </p:cNvPr>
            <p:cNvSpPr txBox="1"/>
            <p:nvPr/>
          </p:nvSpPr>
          <p:spPr>
            <a:xfrm>
              <a:off x="1073273" y="5516890"/>
              <a:ext cx="3632185" cy="366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pt-PT" altLang="zh-TW" sz="1600" spc="-50" dirty="0">
                  <a:solidFill>
                    <a:schemeClr val="tx2"/>
                  </a:solidFill>
                </a:rPr>
                <a:t>SolidWorks </a:t>
              </a:r>
              <a:r>
                <a:rPr lang="zh-TW" altLang="en-US" sz="1600" spc="-50" dirty="0">
                  <a:solidFill>
                    <a:schemeClr val="tx2"/>
                  </a:solidFill>
                </a:rPr>
                <a:t>設計、</a:t>
              </a:r>
              <a:r>
                <a:rPr lang="pt-PT" altLang="zh-TW" sz="1600" spc="-50" dirty="0">
                  <a:solidFill>
                    <a:schemeClr val="tx2"/>
                  </a:solidFill>
                </a:rPr>
                <a:t>Bambu Studio </a:t>
              </a:r>
              <a:r>
                <a:rPr lang="zh-TW" altLang="en-US" sz="1600" spc="-50" dirty="0">
                  <a:solidFill>
                    <a:schemeClr val="tx2"/>
                  </a:solidFill>
                </a:rPr>
                <a:t>切片</a:t>
              </a:r>
            </a:p>
          </p:txBody>
        </p:sp>
      </p:grpSp>
      <p:pic>
        <p:nvPicPr>
          <p:cNvPr id="48" name="圖片 47">
            <a:extLst>
              <a:ext uri="{FF2B5EF4-FFF2-40B4-BE49-F238E27FC236}">
                <a16:creationId xmlns:a16="http://schemas.microsoft.com/office/drawing/2014/main" id="{9BAC727B-740D-8D2D-911A-5AFD04B3B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77345" y="2344122"/>
            <a:ext cx="1888870" cy="1888870"/>
          </a:xfrm>
          <a:prstGeom prst="rect">
            <a:avLst/>
          </a:prstGeom>
        </p:spPr>
      </p:pic>
      <p:pic>
        <p:nvPicPr>
          <p:cNvPr id="51" name="圖片 50" descr="JLB 42型L48步進馬達 NEMA17 步進電機">
            <a:extLst>
              <a:ext uri="{FF2B5EF4-FFF2-40B4-BE49-F238E27FC236}">
                <a16:creationId xmlns:a16="http://schemas.microsoft.com/office/drawing/2014/main" id="{FE2B9329-0AFF-A954-4422-63DE8435B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957644" y="2191079"/>
            <a:ext cx="2184844" cy="2184844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7C28E5EE-6008-A164-846E-134FB3E159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7716" y="2229275"/>
            <a:ext cx="2094262" cy="2088356"/>
          </a:xfrm>
          <a:prstGeom prst="rect">
            <a:avLst/>
          </a:prstGeom>
        </p:spPr>
      </p:pic>
      <p:sp>
        <p:nvSpPr>
          <p:cNvPr id="65" name="TextBox 18">
            <a:extLst>
              <a:ext uri="{FF2B5EF4-FFF2-40B4-BE49-F238E27FC236}">
                <a16:creationId xmlns:a16="http://schemas.microsoft.com/office/drawing/2014/main" id="{73BB2468-5B21-7004-CAA8-D10A17301338}"/>
              </a:ext>
            </a:extLst>
          </p:cNvPr>
          <p:cNvSpPr txBox="1"/>
          <p:nvPr/>
        </p:nvSpPr>
        <p:spPr>
          <a:xfrm>
            <a:off x="2443480" y="4208034"/>
            <a:ext cx="1724610" cy="278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TW" altLang="en-US" sz="1050" spc="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圖 </a:t>
            </a:r>
            <a:r>
              <a:rPr lang="en-US" altLang="zh-TW" sz="1050" spc="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/ </a:t>
            </a:r>
            <a:r>
              <a:rPr lang="zh-TW" altLang="en-US" sz="1050" spc="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台灣物聯科技</a:t>
            </a:r>
            <a:endParaRPr lang="en-US" sz="1050" spc="50" dirty="0">
              <a:solidFill>
                <a:schemeClr val="accent5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6" name="TextBox 18">
            <a:extLst>
              <a:ext uri="{FF2B5EF4-FFF2-40B4-BE49-F238E27FC236}">
                <a16:creationId xmlns:a16="http://schemas.microsoft.com/office/drawing/2014/main" id="{0B99C973-DC5C-22CD-7471-21DF6C3F7645}"/>
              </a:ext>
            </a:extLst>
          </p:cNvPr>
          <p:cNvSpPr txBox="1"/>
          <p:nvPr/>
        </p:nvSpPr>
        <p:spPr>
          <a:xfrm>
            <a:off x="6075990" y="4208034"/>
            <a:ext cx="1724610" cy="278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TW" altLang="en-US" sz="1050" spc="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圖 </a:t>
            </a:r>
            <a:r>
              <a:rPr lang="en-US" altLang="zh-TW" sz="1050" spc="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/ </a:t>
            </a:r>
            <a:r>
              <a:rPr lang="zh-TW" altLang="en-US" sz="1050" spc="50" dirty="0">
                <a:solidFill>
                  <a:schemeClr val="accent5">
                    <a:lumMod val="75000"/>
                  </a:schemeClr>
                </a:solidFill>
                <a:latin typeface="+mn-ea"/>
              </a:rPr>
              <a:t>祥貿科技</a:t>
            </a:r>
            <a:endParaRPr lang="en-US" sz="1050" spc="50" dirty="0">
              <a:solidFill>
                <a:schemeClr val="accent5">
                  <a:lumMod val="7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18315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48DA6-3551-43BE-6B73-ADD606175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D1B607A4-73FB-9B50-9000-265CFB3CE949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3B44916D-CEC4-6D2F-3AEF-5E9EE2A0AD3C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altLang="zh-TW" sz="3600" b="1" spc="150" dirty="0">
                <a:latin typeface="+mn-ea"/>
              </a:rPr>
              <a:t>3D</a:t>
            </a:r>
            <a:r>
              <a:rPr lang="zh-TW" altLang="en-US" sz="3600" b="1" spc="150" dirty="0">
                <a:latin typeface="+mn-ea"/>
              </a:rPr>
              <a:t>模型與機構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9706965-E6D5-4FA3-4E51-A7B4F40A420F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3D MODEL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3" name="Rectangle: Rounded Corners 21">
            <a:extLst>
              <a:ext uri="{FF2B5EF4-FFF2-40B4-BE49-F238E27FC236}">
                <a16:creationId xmlns:a16="http://schemas.microsoft.com/office/drawing/2014/main" id="{3C6D40DE-B798-F678-FA7E-F82277D11B4C}"/>
              </a:ext>
            </a:extLst>
          </p:cNvPr>
          <p:cNvSpPr/>
          <p:nvPr/>
        </p:nvSpPr>
        <p:spPr>
          <a:xfrm>
            <a:off x="758890" y="1685554"/>
            <a:ext cx="4918634" cy="4527506"/>
          </a:xfrm>
          <a:prstGeom prst="roundRect">
            <a:avLst>
              <a:gd name="adj" fmla="val 4788"/>
            </a:avLst>
          </a:prstGeom>
          <a:solidFill>
            <a:schemeClr val="bg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模型 1">
                <a:extLst>
                  <a:ext uri="{FF2B5EF4-FFF2-40B4-BE49-F238E27FC236}">
                    <a16:creationId xmlns:a16="http://schemas.microsoft.com/office/drawing/2014/main" id="{989FE4AF-3F27-CF96-6D5C-369662E9101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30472155"/>
                  </p:ext>
                </p:extLst>
              </p:nvPr>
            </p:nvGraphicFramePr>
            <p:xfrm>
              <a:off x="1953098" y="2191056"/>
              <a:ext cx="2590232" cy="3516498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590232" cy="351649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am3d:spPr>
                  <am3d:camera>
                    <am3d:pos x="0" y="0" z="6093354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946" d="1000000"/>
                    <am3d:preTrans dx="-13295198" dy="-6708949" dz="18063641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39449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模型 1">
                <a:extLst>
                  <a:ext uri="{FF2B5EF4-FFF2-40B4-BE49-F238E27FC236}">
                    <a16:creationId xmlns:a16="http://schemas.microsoft.com/office/drawing/2014/main" id="{989FE4AF-3F27-CF96-6D5C-369662E910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53098" y="2191056"/>
                <a:ext cx="2590232" cy="3516498"/>
              </a:xfrm>
              <a:prstGeom prst="rect">
                <a:avLst/>
              </a:prstGeom>
              <a:solidFill>
                <a:schemeClr val="bg1"/>
              </a:solidFill>
            </p:spPr>
          </p:pic>
        </mc:Fallback>
      </mc:AlternateContent>
      <p:sp>
        <p:nvSpPr>
          <p:cNvPr id="4" name="Rectangle: Rounded Corners 21">
            <a:extLst>
              <a:ext uri="{FF2B5EF4-FFF2-40B4-BE49-F238E27FC236}">
                <a16:creationId xmlns:a16="http://schemas.microsoft.com/office/drawing/2014/main" id="{EE3ACE06-C5CC-D6A0-4105-1EAA164D619B}"/>
              </a:ext>
            </a:extLst>
          </p:cNvPr>
          <p:cNvSpPr/>
          <p:nvPr/>
        </p:nvSpPr>
        <p:spPr>
          <a:xfrm>
            <a:off x="5874321" y="1685556"/>
            <a:ext cx="2680996" cy="1371154"/>
          </a:xfrm>
          <a:prstGeom prst="roundRect">
            <a:avLst>
              <a:gd name="adj" fmla="val 6711"/>
            </a:avLst>
          </a:prstGeom>
          <a:solidFill>
            <a:schemeClr val="bg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21">
            <a:extLst>
              <a:ext uri="{FF2B5EF4-FFF2-40B4-BE49-F238E27FC236}">
                <a16:creationId xmlns:a16="http://schemas.microsoft.com/office/drawing/2014/main" id="{3CE07E90-A278-A83C-7490-CA743AF759F4}"/>
              </a:ext>
            </a:extLst>
          </p:cNvPr>
          <p:cNvSpPr/>
          <p:nvPr/>
        </p:nvSpPr>
        <p:spPr>
          <a:xfrm>
            <a:off x="8752114" y="1685556"/>
            <a:ext cx="2680996" cy="1371154"/>
          </a:xfrm>
          <a:prstGeom prst="roundRect">
            <a:avLst>
              <a:gd name="adj" fmla="val 6711"/>
            </a:avLst>
          </a:prstGeom>
          <a:solidFill>
            <a:schemeClr val="bg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60F522B-3606-B9E5-5CAF-4715E10B9CEA}"/>
              </a:ext>
            </a:extLst>
          </p:cNvPr>
          <p:cNvSpPr/>
          <p:nvPr/>
        </p:nvSpPr>
        <p:spPr>
          <a:xfrm>
            <a:off x="5874321" y="3263731"/>
            <a:ext cx="2680996" cy="1371154"/>
          </a:xfrm>
          <a:prstGeom prst="roundRect">
            <a:avLst>
              <a:gd name="adj" fmla="val 6711"/>
            </a:avLst>
          </a:prstGeom>
          <a:solidFill>
            <a:schemeClr val="bg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1">
            <a:extLst>
              <a:ext uri="{FF2B5EF4-FFF2-40B4-BE49-F238E27FC236}">
                <a16:creationId xmlns:a16="http://schemas.microsoft.com/office/drawing/2014/main" id="{01F0BA0B-F1F8-09F7-1998-1DF779DAB375}"/>
              </a:ext>
            </a:extLst>
          </p:cNvPr>
          <p:cNvSpPr/>
          <p:nvPr/>
        </p:nvSpPr>
        <p:spPr>
          <a:xfrm>
            <a:off x="8752114" y="3263731"/>
            <a:ext cx="2680996" cy="1371154"/>
          </a:xfrm>
          <a:prstGeom prst="roundRect">
            <a:avLst>
              <a:gd name="adj" fmla="val 6711"/>
            </a:avLst>
          </a:prstGeom>
          <a:solidFill>
            <a:schemeClr val="bg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21">
            <a:extLst>
              <a:ext uri="{FF2B5EF4-FFF2-40B4-BE49-F238E27FC236}">
                <a16:creationId xmlns:a16="http://schemas.microsoft.com/office/drawing/2014/main" id="{79DBE75E-081B-F159-FA1F-D18023316107}"/>
              </a:ext>
            </a:extLst>
          </p:cNvPr>
          <p:cNvSpPr/>
          <p:nvPr/>
        </p:nvSpPr>
        <p:spPr>
          <a:xfrm>
            <a:off x="5874321" y="4841906"/>
            <a:ext cx="2680996" cy="1371154"/>
          </a:xfrm>
          <a:prstGeom prst="roundRect">
            <a:avLst>
              <a:gd name="adj" fmla="val 6711"/>
            </a:avLst>
          </a:prstGeom>
          <a:solidFill>
            <a:schemeClr val="bg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21">
            <a:extLst>
              <a:ext uri="{FF2B5EF4-FFF2-40B4-BE49-F238E27FC236}">
                <a16:creationId xmlns:a16="http://schemas.microsoft.com/office/drawing/2014/main" id="{E42339C6-DD82-EAAF-590A-232898B41B63}"/>
              </a:ext>
            </a:extLst>
          </p:cNvPr>
          <p:cNvSpPr/>
          <p:nvPr/>
        </p:nvSpPr>
        <p:spPr>
          <a:xfrm>
            <a:off x="8752114" y="4841906"/>
            <a:ext cx="2680996" cy="1371154"/>
          </a:xfrm>
          <a:prstGeom prst="roundRect">
            <a:avLst>
              <a:gd name="adj" fmla="val 6711"/>
            </a:avLst>
          </a:prstGeom>
          <a:solidFill>
            <a:schemeClr val="bg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17">
            <a:extLst>
              <a:ext uri="{FF2B5EF4-FFF2-40B4-BE49-F238E27FC236}">
                <a16:creationId xmlns:a16="http://schemas.microsoft.com/office/drawing/2014/main" id="{1A7943A7-37F0-2652-EEAE-F9320C242753}"/>
              </a:ext>
            </a:extLst>
          </p:cNvPr>
          <p:cNvSpPr/>
          <p:nvPr/>
        </p:nvSpPr>
        <p:spPr>
          <a:xfrm>
            <a:off x="879566" y="1791947"/>
            <a:ext cx="1044000" cy="288000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zh-TW" altLang="en-US" sz="1400" spc="100" dirty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整體組合</a:t>
            </a:r>
            <a:endParaRPr lang="id-ID" sz="1400" spc="100" dirty="0">
              <a:solidFill>
                <a:schemeClr val="bg1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1" name="3D 模型 40">
                <a:extLst>
                  <a:ext uri="{FF2B5EF4-FFF2-40B4-BE49-F238E27FC236}">
                    <a16:creationId xmlns:a16="http://schemas.microsoft.com/office/drawing/2014/main" id="{7E069D66-97F8-CC11-6A45-84B7D1E6898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190182" y="2084235"/>
              <a:ext cx="2049274" cy="573796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2049274" cy="573796"/>
                    </a:xfrm>
                    <a:prstGeom prst="rect">
                      <a:avLst/>
                    </a:prstGeom>
                  </am3d:spPr>
                  <am3d:camera>
                    <am3d:pos x="0" y="0" z="577408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00" d="1000000"/>
                    <am3d:preTrans dx="-18000000" dy="-5040000" dz="37176476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16723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1" name="3D 模型 40">
                <a:extLst>
                  <a:ext uri="{FF2B5EF4-FFF2-40B4-BE49-F238E27FC236}">
                    <a16:creationId xmlns:a16="http://schemas.microsoft.com/office/drawing/2014/main" id="{7E069D66-97F8-CC11-6A45-84B7D1E6898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90182" y="2084235"/>
                <a:ext cx="2049274" cy="5737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2" name="3D 模型 41">
                <a:extLst>
                  <a:ext uri="{FF2B5EF4-FFF2-40B4-BE49-F238E27FC236}">
                    <a16:creationId xmlns:a16="http://schemas.microsoft.com/office/drawing/2014/main" id="{3FFC56EC-AAFB-F7F5-3DC3-934BDB5DFDE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579078" y="5209955"/>
              <a:ext cx="1027064" cy="769806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1027064" cy="769806"/>
                    </a:xfrm>
                    <a:prstGeom prst="rect">
                      <a:avLst/>
                    </a:prstGeom>
                  </am3d:spPr>
                  <am3d:camera>
                    <am3d:pos x="0" y="0" z="625415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361" d="1000000"/>
                    <am3d:preTrans dx="-69462299" dy="-170355480" dz="180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5936628" ay="2686084" az="6155804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11671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2" name="3D 模型 41">
                <a:extLst>
                  <a:ext uri="{FF2B5EF4-FFF2-40B4-BE49-F238E27FC236}">
                    <a16:creationId xmlns:a16="http://schemas.microsoft.com/office/drawing/2014/main" id="{3FFC56EC-AAFB-F7F5-3DC3-934BDB5DFDE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579078" y="5209955"/>
                <a:ext cx="1027064" cy="7698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3" name="3D 模型 42">
                <a:extLst>
                  <a:ext uri="{FF2B5EF4-FFF2-40B4-BE49-F238E27FC236}">
                    <a16:creationId xmlns:a16="http://schemas.microsoft.com/office/drawing/2014/main" id="{641D8DCA-131C-5F55-B3C5-B7349CF437A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181849" y="3901412"/>
              <a:ext cx="1821514" cy="288284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1821514" cy="288284"/>
                    </a:xfrm>
                    <a:prstGeom prst="rect">
                      <a:avLst/>
                    </a:prstGeom>
                  </am3d:spPr>
                  <am3d:camera>
                    <am3d:pos x="0" y="0" z="477188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333" d="1000000"/>
                    <am3d:preTrans dx="-18000000" dy="-2250000" dz="21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-7435268" ay="1" az="-107999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18728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3" name="3D 模型 42">
                <a:extLst>
                  <a:ext uri="{FF2B5EF4-FFF2-40B4-BE49-F238E27FC236}">
                    <a16:creationId xmlns:a16="http://schemas.microsoft.com/office/drawing/2014/main" id="{641D8DCA-131C-5F55-B3C5-B7349CF437A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81849" y="3901412"/>
                <a:ext cx="1821514" cy="2882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4" name="3D 模型 43">
                <a:extLst>
                  <a:ext uri="{FF2B5EF4-FFF2-40B4-BE49-F238E27FC236}">
                    <a16:creationId xmlns:a16="http://schemas.microsoft.com/office/drawing/2014/main" id="{8780621F-3CCE-28CF-7DCB-E0315EBB09F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701168" y="3469337"/>
              <a:ext cx="1027299" cy="1017688"/>
            </p:xfrm>
            <a:graphic>
              <a:graphicData uri="http://schemas.microsoft.com/office/drawing/2017/model3d">
                <am3d:model3d r:embed="rId11">
                  <am3d:spPr>
                    <a:xfrm>
                      <a:off x="0" y="0"/>
                      <a:ext cx="1027299" cy="1017688"/>
                    </a:xfrm>
                    <a:prstGeom prst="rect">
                      <a:avLst/>
                    </a:prstGeom>
                  </am3d:spPr>
                  <am3d:camera>
                    <am3d:pos x="0" y="0" z="681786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1767" d="1000000"/>
                    <am3d:preTrans dx="-5877241" dy="-18000000" dz="17954723"/>
                    <am3d:scale>
                      <am3d:sx n="1000000" d="1000000"/>
                      <am3d:sy n="1000000" d="1000000"/>
                      <am3d:sz n="1000000" d="1000000"/>
                    </am3d:scale>
                    <am3d:rot ax="8461874" ay="2749814" az="8951855"/>
                    <am3d:postTrans dx="0" dy="0" dz="0"/>
                  </am3d:trans>
                  <am3d:raster rName="Office3DRenderer" rVer="16.0.8326">
                    <am3d:blip r:embed="rId12"/>
                  </am3d:raster>
                  <am3d:objViewport viewportSz="136973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4" name="3D 模型 43">
                <a:extLst>
                  <a:ext uri="{FF2B5EF4-FFF2-40B4-BE49-F238E27FC236}">
                    <a16:creationId xmlns:a16="http://schemas.microsoft.com/office/drawing/2014/main" id="{8780621F-3CCE-28CF-7DCB-E0315EBB09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01168" y="3469337"/>
                <a:ext cx="1027299" cy="10176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5" name="3D 模型 44">
                <a:extLst>
                  <a:ext uri="{FF2B5EF4-FFF2-40B4-BE49-F238E27FC236}">
                    <a16:creationId xmlns:a16="http://schemas.microsoft.com/office/drawing/2014/main" id="{287DA274-5B61-5CF5-9C4B-BFD358467D4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28773314"/>
                  </p:ext>
                </p:extLst>
              </p:nvPr>
            </p:nvGraphicFramePr>
            <p:xfrm>
              <a:off x="6787032" y="5103281"/>
              <a:ext cx="1131277" cy="925367"/>
            </p:xfrm>
            <a:graphic>
              <a:graphicData uri="http://schemas.microsoft.com/office/drawing/2017/model3d">
                <am3d:model3d r:embed="rId13">
                  <am3d:spPr>
                    <a:xfrm>
                      <a:off x="0" y="0"/>
                      <a:ext cx="1131277" cy="925367"/>
                    </a:xfrm>
                    <a:prstGeom prst="rect">
                      <a:avLst/>
                    </a:prstGeom>
                  </am3d:spPr>
                  <am3d:camera>
                    <am3d:pos x="0" y="0" z="681666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922" d="1000000"/>
                    <am3d:preTrans dx="-8472066" dy="-16873531" dz="18006280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 ay="18000000" az="16200000"/>
                    <am3d:postTrans dx="0" dy="0" dz="0"/>
                  </am3d:trans>
                  <am3d:raster rName="Office3DRenderer" rVer="16.0.8326">
                    <am3d:blip r:embed="rId14"/>
                  </am3d:raster>
                  <am3d:objViewport viewportSz="136398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5" name="3D 模型 44">
                <a:extLst>
                  <a:ext uri="{FF2B5EF4-FFF2-40B4-BE49-F238E27FC236}">
                    <a16:creationId xmlns:a16="http://schemas.microsoft.com/office/drawing/2014/main" id="{287DA274-5B61-5CF5-9C4B-BFD358467D4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87032" y="5103281"/>
                <a:ext cx="1131277" cy="9253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6" name="3D 模型 45">
                <a:extLst>
                  <a:ext uri="{FF2B5EF4-FFF2-40B4-BE49-F238E27FC236}">
                    <a16:creationId xmlns:a16="http://schemas.microsoft.com/office/drawing/2014/main" id="{DB51C6C8-CFD5-1828-0DA2-D9448ECAC8A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150406" y="2105469"/>
              <a:ext cx="1884412" cy="531329"/>
            </p:xfrm>
            <a:graphic>
              <a:graphicData uri="http://schemas.microsoft.com/office/drawing/2017/model3d">
                <am3d:model3d r:embed="rId15">
                  <am3d:spPr>
                    <a:xfrm>
                      <a:off x="0" y="0"/>
                      <a:ext cx="1884412" cy="531329"/>
                    </a:xfrm>
                    <a:prstGeom prst="rect">
                      <a:avLst/>
                    </a:prstGeom>
                  </am3d:spPr>
                  <am3d:camera>
                    <am3d:pos x="0" y="0" z="614869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00" d="1000000"/>
                    <am3d:preTrans dx="-18000000" dy="-5040000" dz="1429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-10790732" ay="11171" az="-10799969"/>
                    <am3d:postTrans dx="0" dy="0" dz="0"/>
                  </am3d:trans>
                  <am3d:raster rName="Office3DRenderer" rVer="16.0.8326">
                    <am3d:blip r:embed="rId16"/>
                  </am3d:raster>
                  <am3d:objViewport viewportSz="204324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6" name="3D 模型 45">
                <a:extLst>
                  <a:ext uri="{FF2B5EF4-FFF2-40B4-BE49-F238E27FC236}">
                    <a16:creationId xmlns:a16="http://schemas.microsoft.com/office/drawing/2014/main" id="{DB51C6C8-CFD5-1828-0DA2-D9448ECAC8A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150406" y="2105469"/>
                <a:ext cx="1884412" cy="531329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Rectangle: Rounded Corners 17">
            <a:extLst>
              <a:ext uri="{FF2B5EF4-FFF2-40B4-BE49-F238E27FC236}">
                <a16:creationId xmlns:a16="http://schemas.microsoft.com/office/drawing/2014/main" id="{03AE5B9D-8832-6F1B-3D27-A88AA8DF95D1}"/>
              </a:ext>
            </a:extLst>
          </p:cNvPr>
          <p:cNvSpPr/>
          <p:nvPr/>
        </p:nvSpPr>
        <p:spPr>
          <a:xfrm>
            <a:off x="5988503" y="1791947"/>
            <a:ext cx="1008000" cy="288000"/>
          </a:xfrm>
          <a:prstGeom prst="roundRect">
            <a:avLst>
              <a:gd name="adj" fmla="val 50000"/>
            </a:avLst>
          </a:prstGeom>
          <a:solidFill>
            <a:schemeClr val="accent1">
              <a:alpha val="80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zh-TW" altLang="en-US" sz="1400" spc="100" dirty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主體上半</a:t>
            </a:r>
            <a:endParaRPr lang="id-ID" sz="1400" dirty="0">
              <a:solidFill>
                <a:schemeClr val="bg1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  <p:sp>
        <p:nvSpPr>
          <p:cNvPr id="36" name="Rectangle: Rounded Corners 17">
            <a:extLst>
              <a:ext uri="{FF2B5EF4-FFF2-40B4-BE49-F238E27FC236}">
                <a16:creationId xmlns:a16="http://schemas.microsoft.com/office/drawing/2014/main" id="{79B76BAB-4145-16D9-613F-0AD6CA733EEF}"/>
              </a:ext>
            </a:extLst>
          </p:cNvPr>
          <p:cNvSpPr/>
          <p:nvPr/>
        </p:nvSpPr>
        <p:spPr>
          <a:xfrm>
            <a:off x="8849012" y="1791947"/>
            <a:ext cx="1008000" cy="288000"/>
          </a:xfrm>
          <a:prstGeom prst="roundRect">
            <a:avLst>
              <a:gd name="adj" fmla="val 50000"/>
            </a:avLst>
          </a:prstGeom>
          <a:solidFill>
            <a:schemeClr val="accent1">
              <a:alpha val="80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zh-TW" altLang="en-US" sz="1400" spc="100" dirty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主體下半</a:t>
            </a:r>
            <a:endParaRPr lang="id-ID" sz="1400" dirty="0">
              <a:solidFill>
                <a:schemeClr val="bg1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  <p:sp>
        <p:nvSpPr>
          <p:cNvPr id="37" name="Rectangle: Rounded Corners 17">
            <a:extLst>
              <a:ext uri="{FF2B5EF4-FFF2-40B4-BE49-F238E27FC236}">
                <a16:creationId xmlns:a16="http://schemas.microsoft.com/office/drawing/2014/main" id="{38E69841-36E3-C5D6-469D-67BA6F8ADE8C}"/>
              </a:ext>
            </a:extLst>
          </p:cNvPr>
          <p:cNvSpPr/>
          <p:nvPr/>
        </p:nvSpPr>
        <p:spPr>
          <a:xfrm>
            <a:off x="5988503" y="3377345"/>
            <a:ext cx="622609" cy="288000"/>
          </a:xfrm>
          <a:prstGeom prst="roundRect">
            <a:avLst>
              <a:gd name="adj" fmla="val 50000"/>
            </a:avLst>
          </a:prstGeom>
          <a:solidFill>
            <a:schemeClr val="accent1">
              <a:alpha val="80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zh-TW" altLang="en-US" sz="1400" spc="100" dirty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齒輪</a:t>
            </a:r>
            <a:endParaRPr lang="id-ID" sz="1400" dirty="0">
              <a:solidFill>
                <a:schemeClr val="bg1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  <p:sp>
        <p:nvSpPr>
          <p:cNvPr id="38" name="Rectangle: Rounded Corners 17">
            <a:extLst>
              <a:ext uri="{FF2B5EF4-FFF2-40B4-BE49-F238E27FC236}">
                <a16:creationId xmlns:a16="http://schemas.microsoft.com/office/drawing/2014/main" id="{5090BE96-BFE3-70F4-7D57-0256DC28B90F}"/>
              </a:ext>
            </a:extLst>
          </p:cNvPr>
          <p:cNvSpPr/>
          <p:nvPr/>
        </p:nvSpPr>
        <p:spPr>
          <a:xfrm>
            <a:off x="8849012" y="3377345"/>
            <a:ext cx="622800" cy="288000"/>
          </a:xfrm>
          <a:prstGeom prst="roundRect">
            <a:avLst>
              <a:gd name="adj" fmla="val 50000"/>
            </a:avLst>
          </a:prstGeom>
          <a:solidFill>
            <a:schemeClr val="accent1">
              <a:alpha val="80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zh-TW" altLang="en-US" sz="1400" spc="100" dirty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齒條</a:t>
            </a:r>
            <a:endParaRPr lang="id-ID" sz="1400" dirty="0">
              <a:solidFill>
                <a:schemeClr val="bg1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  <p:sp>
        <p:nvSpPr>
          <p:cNvPr id="39" name="Rectangle: Rounded Corners 17">
            <a:extLst>
              <a:ext uri="{FF2B5EF4-FFF2-40B4-BE49-F238E27FC236}">
                <a16:creationId xmlns:a16="http://schemas.microsoft.com/office/drawing/2014/main" id="{CEB63959-846F-CAAA-9DA4-E9474B1D189E}"/>
              </a:ext>
            </a:extLst>
          </p:cNvPr>
          <p:cNvSpPr/>
          <p:nvPr/>
        </p:nvSpPr>
        <p:spPr>
          <a:xfrm>
            <a:off x="5988503" y="4956973"/>
            <a:ext cx="1008000" cy="288000"/>
          </a:xfrm>
          <a:prstGeom prst="roundRect">
            <a:avLst>
              <a:gd name="adj" fmla="val 50000"/>
            </a:avLst>
          </a:prstGeom>
          <a:solidFill>
            <a:schemeClr val="accent1">
              <a:alpha val="80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altLang="zh-TW" sz="1400" spc="100" dirty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L</a:t>
            </a:r>
            <a:r>
              <a:rPr lang="zh-TW" altLang="en-US" sz="1400" spc="100" dirty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型支架</a:t>
            </a:r>
            <a:endParaRPr lang="id-ID" sz="1400" dirty="0">
              <a:solidFill>
                <a:schemeClr val="bg1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  <p:sp>
        <p:nvSpPr>
          <p:cNvPr id="40" name="Rectangle: Rounded Corners 17">
            <a:extLst>
              <a:ext uri="{FF2B5EF4-FFF2-40B4-BE49-F238E27FC236}">
                <a16:creationId xmlns:a16="http://schemas.microsoft.com/office/drawing/2014/main" id="{6DFF4AFE-5668-DF07-DBE6-7D8452F0F263}"/>
              </a:ext>
            </a:extLst>
          </p:cNvPr>
          <p:cNvSpPr/>
          <p:nvPr/>
        </p:nvSpPr>
        <p:spPr>
          <a:xfrm>
            <a:off x="8849012" y="4956973"/>
            <a:ext cx="797908" cy="288000"/>
          </a:xfrm>
          <a:prstGeom prst="roundRect">
            <a:avLst>
              <a:gd name="adj" fmla="val 50000"/>
            </a:avLst>
          </a:prstGeom>
          <a:solidFill>
            <a:schemeClr val="accent1">
              <a:alpha val="80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zh-TW" altLang="en-US" sz="1400" spc="100" dirty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馬達座</a:t>
            </a:r>
            <a:endParaRPr lang="id-ID" sz="1400" dirty="0">
              <a:solidFill>
                <a:schemeClr val="bg1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D419E74-E2D6-5056-6581-501FA63D2AA1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29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15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0" presetClass="entr" presetSubtype="102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37" presetClass="emph" presetSubtype="256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3200000">
                                      <p:cBhvr>
                                        <p:cTn id="13" dur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60" presetClass="entr" presetSubtype="102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1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7" presetClass="emph" presetSubtype="1024" repeatCount="indefinite" accel="10000" decel="1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22" dur="1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60" presetClass="entr" presetSubtype="102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2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37" presetClass="emph" presetSubtype="1024" repeatCount="indefinite" accel="10000" decel="1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31" dur="1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60" presetClass="entr" presetSubtype="102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3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7" presetClass="emph" presetSubtype="1024" repeatCount="indefinite" accel="10000" decel="1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40" dur="1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60" presetClass="entr" presetSubtype="102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4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37" presetClass="emph" presetSubtype="1024" repeatCount="indefinite" accel="10000" decel="1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49" dur="1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" presetID="60" presetClass="entr" presetSubtype="102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5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7" presetClass="emph" presetSubtype="1024" repeatCount="indefinite" accel="10000" decel="1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58" dur="1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60" presetClass="entr" presetSubtype="102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6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37" presetClass="emph" presetSubtype="1024" repeatCount="indefinite" accel="10000" decel="1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67" dur="1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0DA475-668B-0A49-7E75-6199BA755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20A3E3CB-89B1-8FB8-4AA0-635D5AC3D6C9}"/>
              </a:ext>
            </a:extLst>
          </p:cNvPr>
          <p:cNvSpPr txBox="1"/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06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1E1EABE-CF3F-435D-F316-B15870664EB8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300" dirty="0">
                <a:solidFill>
                  <a:schemeClr val="bg1"/>
                </a:solidFill>
                <a:latin typeface="+mj-ea"/>
                <a:ea typeface="+mj-ea"/>
              </a:rPr>
              <a:t>後續規劃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20CFC9AB-F211-E047-5922-B1D0113763D7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許凱俊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8345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EF4BA-6EA2-ECE2-7AC7-1E9AA3422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手繪多邊形: 圖案 82">
            <a:extLst>
              <a:ext uri="{FF2B5EF4-FFF2-40B4-BE49-F238E27FC236}">
                <a16:creationId xmlns:a16="http://schemas.microsoft.com/office/drawing/2014/main" id="{954BBF1D-D039-93A8-3567-4A288EC9B5EF}"/>
              </a:ext>
            </a:extLst>
          </p:cNvPr>
          <p:cNvSpPr/>
          <p:nvPr/>
        </p:nvSpPr>
        <p:spPr>
          <a:xfrm>
            <a:off x="0" y="2312307"/>
            <a:ext cx="12431950" cy="2538971"/>
          </a:xfrm>
          <a:custGeom>
            <a:avLst/>
            <a:gdLst>
              <a:gd name="csX0" fmla="*/ 0 w 12363856"/>
              <a:gd name="csY0" fmla="*/ 2049041 h 2410566"/>
              <a:gd name="csX1" fmla="*/ 2548647 w 12363856"/>
              <a:gd name="csY1" fmla="*/ 2408965 h 2410566"/>
              <a:gd name="csX2" fmla="*/ 6196519 w 12363856"/>
              <a:gd name="csY2" fmla="*/ 1922582 h 2410566"/>
              <a:gd name="csX3" fmla="*/ 9153728 w 12363856"/>
              <a:gd name="csY3" fmla="*/ 84054 h 2410566"/>
              <a:gd name="csX4" fmla="*/ 11128443 w 12363856"/>
              <a:gd name="csY4" fmla="*/ 298062 h 2410566"/>
              <a:gd name="csX5" fmla="*/ 12363856 w 12363856"/>
              <a:gd name="csY5" fmla="*/ 181331 h 2410566"/>
              <a:gd name="csX0" fmla="*/ 0 w 12363856"/>
              <a:gd name="csY0" fmla="*/ 2049041 h 2409709"/>
              <a:gd name="csX1" fmla="*/ 2548647 w 12363856"/>
              <a:gd name="csY1" fmla="*/ 2408965 h 2409709"/>
              <a:gd name="csX2" fmla="*/ 6196519 w 12363856"/>
              <a:gd name="csY2" fmla="*/ 1922582 h 2409709"/>
              <a:gd name="csX3" fmla="*/ 9153728 w 12363856"/>
              <a:gd name="csY3" fmla="*/ 84054 h 2409709"/>
              <a:gd name="csX4" fmla="*/ 11128443 w 12363856"/>
              <a:gd name="csY4" fmla="*/ 298062 h 2409709"/>
              <a:gd name="csX5" fmla="*/ 12363856 w 12363856"/>
              <a:gd name="csY5" fmla="*/ 181331 h 2409709"/>
              <a:gd name="csX0" fmla="*/ 0 w 12363856"/>
              <a:gd name="csY0" fmla="*/ 2049041 h 2514030"/>
              <a:gd name="csX1" fmla="*/ 2548647 w 12363856"/>
              <a:gd name="csY1" fmla="*/ 2408965 h 2514030"/>
              <a:gd name="csX2" fmla="*/ 6196519 w 12363856"/>
              <a:gd name="csY2" fmla="*/ 1922582 h 2514030"/>
              <a:gd name="csX3" fmla="*/ 9153728 w 12363856"/>
              <a:gd name="csY3" fmla="*/ 84054 h 2514030"/>
              <a:gd name="csX4" fmla="*/ 11128443 w 12363856"/>
              <a:gd name="csY4" fmla="*/ 298062 h 2514030"/>
              <a:gd name="csX5" fmla="*/ 12363856 w 12363856"/>
              <a:gd name="csY5" fmla="*/ 181331 h 2514030"/>
              <a:gd name="csX0" fmla="*/ 0 w 12363856"/>
              <a:gd name="csY0" fmla="*/ 2049041 h 2514030"/>
              <a:gd name="csX1" fmla="*/ 2548647 w 12363856"/>
              <a:gd name="csY1" fmla="*/ 2408965 h 2514030"/>
              <a:gd name="csX2" fmla="*/ 6196519 w 12363856"/>
              <a:gd name="csY2" fmla="*/ 1922582 h 2514030"/>
              <a:gd name="csX3" fmla="*/ 9153728 w 12363856"/>
              <a:gd name="csY3" fmla="*/ 84054 h 2514030"/>
              <a:gd name="csX4" fmla="*/ 11128443 w 12363856"/>
              <a:gd name="csY4" fmla="*/ 298062 h 2514030"/>
              <a:gd name="csX5" fmla="*/ 12363856 w 12363856"/>
              <a:gd name="csY5" fmla="*/ 181331 h 2514030"/>
              <a:gd name="csX0" fmla="*/ 0 w 12363856"/>
              <a:gd name="csY0" fmla="*/ 2049041 h 2584009"/>
              <a:gd name="csX1" fmla="*/ 2548647 w 12363856"/>
              <a:gd name="csY1" fmla="*/ 2408965 h 2584009"/>
              <a:gd name="csX2" fmla="*/ 6196519 w 12363856"/>
              <a:gd name="csY2" fmla="*/ 1922582 h 2584009"/>
              <a:gd name="csX3" fmla="*/ 9153728 w 12363856"/>
              <a:gd name="csY3" fmla="*/ 84054 h 2584009"/>
              <a:gd name="csX4" fmla="*/ 11128443 w 12363856"/>
              <a:gd name="csY4" fmla="*/ 298062 h 2584009"/>
              <a:gd name="csX5" fmla="*/ 12363856 w 12363856"/>
              <a:gd name="csY5" fmla="*/ 181331 h 2584009"/>
              <a:gd name="csX0" fmla="*/ 0 w 12363856"/>
              <a:gd name="csY0" fmla="*/ 2049041 h 2609762"/>
              <a:gd name="csX1" fmla="*/ 2548647 w 12363856"/>
              <a:gd name="csY1" fmla="*/ 2408965 h 2609762"/>
              <a:gd name="csX2" fmla="*/ 6196519 w 12363856"/>
              <a:gd name="csY2" fmla="*/ 1922582 h 2609762"/>
              <a:gd name="csX3" fmla="*/ 9153728 w 12363856"/>
              <a:gd name="csY3" fmla="*/ 84054 h 2609762"/>
              <a:gd name="csX4" fmla="*/ 11128443 w 12363856"/>
              <a:gd name="csY4" fmla="*/ 298062 h 2609762"/>
              <a:gd name="csX5" fmla="*/ 12363856 w 12363856"/>
              <a:gd name="csY5" fmla="*/ 181331 h 2609762"/>
              <a:gd name="csX0" fmla="*/ 0 w 12363856"/>
              <a:gd name="csY0" fmla="*/ 2109620 h 2670341"/>
              <a:gd name="csX1" fmla="*/ 2548647 w 12363856"/>
              <a:gd name="csY1" fmla="*/ 2469544 h 2670341"/>
              <a:gd name="csX2" fmla="*/ 6196519 w 12363856"/>
              <a:gd name="csY2" fmla="*/ 1983161 h 2670341"/>
              <a:gd name="csX3" fmla="*/ 9153728 w 12363856"/>
              <a:gd name="csY3" fmla="*/ 144633 h 2670341"/>
              <a:gd name="csX4" fmla="*/ 11128443 w 12363856"/>
              <a:gd name="csY4" fmla="*/ 358641 h 2670341"/>
              <a:gd name="csX5" fmla="*/ 12363856 w 12363856"/>
              <a:gd name="csY5" fmla="*/ 241910 h 2670341"/>
              <a:gd name="csX0" fmla="*/ 0 w 12363856"/>
              <a:gd name="csY0" fmla="*/ 2117868 h 2678589"/>
              <a:gd name="csX1" fmla="*/ 2548647 w 12363856"/>
              <a:gd name="csY1" fmla="*/ 2477792 h 2678589"/>
              <a:gd name="csX2" fmla="*/ 6196519 w 12363856"/>
              <a:gd name="csY2" fmla="*/ 1991409 h 2678589"/>
              <a:gd name="csX3" fmla="*/ 9153728 w 12363856"/>
              <a:gd name="csY3" fmla="*/ 152881 h 2678589"/>
              <a:gd name="csX4" fmla="*/ 11128443 w 12363856"/>
              <a:gd name="csY4" fmla="*/ 366889 h 2678589"/>
              <a:gd name="csX5" fmla="*/ 12363856 w 12363856"/>
              <a:gd name="csY5" fmla="*/ 250158 h 2678589"/>
              <a:gd name="csX0" fmla="*/ 0 w 12363856"/>
              <a:gd name="csY0" fmla="*/ 2041817 h 2602538"/>
              <a:gd name="csX1" fmla="*/ 2548647 w 12363856"/>
              <a:gd name="csY1" fmla="*/ 2401741 h 2602538"/>
              <a:gd name="csX2" fmla="*/ 6196519 w 12363856"/>
              <a:gd name="csY2" fmla="*/ 1915358 h 2602538"/>
              <a:gd name="csX3" fmla="*/ 9153728 w 12363856"/>
              <a:gd name="csY3" fmla="*/ 76830 h 2602538"/>
              <a:gd name="csX4" fmla="*/ 11400817 w 12363856"/>
              <a:gd name="csY4" fmla="*/ 329749 h 2602538"/>
              <a:gd name="csX5" fmla="*/ 12363856 w 12363856"/>
              <a:gd name="csY5" fmla="*/ 174107 h 2602538"/>
              <a:gd name="csX0" fmla="*/ 0 w 12363856"/>
              <a:gd name="csY0" fmla="*/ 2045636 h 2606357"/>
              <a:gd name="csX1" fmla="*/ 2548647 w 12363856"/>
              <a:gd name="csY1" fmla="*/ 2405560 h 2606357"/>
              <a:gd name="csX2" fmla="*/ 6196519 w 12363856"/>
              <a:gd name="csY2" fmla="*/ 1919177 h 2606357"/>
              <a:gd name="csX3" fmla="*/ 9153728 w 12363856"/>
              <a:gd name="csY3" fmla="*/ 80649 h 2606357"/>
              <a:gd name="csX4" fmla="*/ 11400817 w 12363856"/>
              <a:gd name="csY4" fmla="*/ 333568 h 2606357"/>
              <a:gd name="csX5" fmla="*/ 12363856 w 12363856"/>
              <a:gd name="csY5" fmla="*/ 177926 h 2606357"/>
              <a:gd name="csX0" fmla="*/ 0 w 12363856"/>
              <a:gd name="csY0" fmla="*/ 2045636 h 2606357"/>
              <a:gd name="csX1" fmla="*/ 2548647 w 12363856"/>
              <a:gd name="csY1" fmla="*/ 2405560 h 2606357"/>
              <a:gd name="csX2" fmla="*/ 6196519 w 12363856"/>
              <a:gd name="csY2" fmla="*/ 1919177 h 2606357"/>
              <a:gd name="csX3" fmla="*/ 9153728 w 12363856"/>
              <a:gd name="csY3" fmla="*/ 80649 h 2606357"/>
              <a:gd name="csX4" fmla="*/ 11400817 w 12363856"/>
              <a:gd name="csY4" fmla="*/ 333568 h 2606357"/>
              <a:gd name="csX5" fmla="*/ 12363856 w 12363856"/>
              <a:gd name="csY5" fmla="*/ 177926 h 2606357"/>
              <a:gd name="csX0" fmla="*/ 0 w 12363856"/>
              <a:gd name="csY0" fmla="*/ 2045636 h 2594393"/>
              <a:gd name="csX1" fmla="*/ 2548647 w 12363856"/>
              <a:gd name="csY1" fmla="*/ 2405560 h 2594393"/>
              <a:gd name="csX2" fmla="*/ 6196519 w 12363856"/>
              <a:gd name="csY2" fmla="*/ 1919177 h 2594393"/>
              <a:gd name="csX3" fmla="*/ 9153728 w 12363856"/>
              <a:gd name="csY3" fmla="*/ 80649 h 2594393"/>
              <a:gd name="csX4" fmla="*/ 11400817 w 12363856"/>
              <a:gd name="csY4" fmla="*/ 333568 h 2594393"/>
              <a:gd name="csX5" fmla="*/ 12363856 w 12363856"/>
              <a:gd name="csY5" fmla="*/ 177926 h 2594393"/>
              <a:gd name="csX0" fmla="*/ 0 w 12363856"/>
              <a:gd name="csY0" fmla="*/ 2045636 h 2692321"/>
              <a:gd name="csX1" fmla="*/ 2548647 w 12363856"/>
              <a:gd name="csY1" fmla="*/ 2405560 h 2692321"/>
              <a:gd name="csX2" fmla="*/ 6196519 w 12363856"/>
              <a:gd name="csY2" fmla="*/ 1919177 h 2692321"/>
              <a:gd name="csX3" fmla="*/ 9153728 w 12363856"/>
              <a:gd name="csY3" fmla="*/ 80649 h 2692321"/>
              <a:gd name="csX4" fmla="*/ 11400817 w 12363856"/>
              <a:gd name="csY4" fmla="*/ 333568 h 2692321"/>
              <a:gd name="csX5" fmla="*/ 12363856 w 12363856"/>
              <a:gd name="csY5" fmla="*/ 177926 h 2692321"/>
              <a:gd name="csX0" fmla="*/ 0 w 12363856"/>
              <a:gd name="csY0" fmla="*/ 2045636 h 2594393"/>
              <a:gd name="csX1" fmla="*/ 2548647 w 12363856"/>
              <a:gd name="csY1" fmla="*/ 2405560 h 2594393"/>
              <a:gd name="csX2" fmla="*/ 6196519 w 12363856"/>
              <a:gd name="csY2" fmla="*/ 1919177 h 2594393"/>
              <a:gd name="csX3" fmla="*/ 9153728 w 12363856"/>
              <a:gd name="csY3" fmla="*/ 80649 h 2594393"/>
              <a:gd name="csX4" fmla="*/ 11400817 w 12363856"/>
              <a:gd name="csY4" fmla="*/ 333568 h 2594393"/>
              <a:gd name="csX5" fmla="*/ 12363856 w 12363856"/>
              <a:gd name="csY5" fmla="*/ 177926 h 2594393"/>
              <a:gd name="csX0" fmla="*/ 0 w 12363856"/>
              <a:gd name="csY0" fmla="*/ 1968747 h 2447380"/>
              <a:gd name="csX1" fmla="*/ 2548647 w 12363856"/>
              <a:gd name="csY1" fmla="*/ 2328671 h 2447380"/>
              <a:gd name="csX2" fmla="*/ 6196519 w 12363856"/>
              <a:gd name="csY2" fmla="*/ 1842288 h 2447380"/>
              <a:gd name="csX3" fmla="*/ 7859949 w 12363856"/>
              <a:gd name="csY3" fmla="*/ 490143 h 2447380"/>
              <a:gd name="csX4" fmla="*/ 9153728 w 12363856"/>
              <a:gd name="csY4" fmla="*/ 3760 h 2447380"/>
              <a:gd name="csX5" fmla="*/ 11400817 w 12363856"/>
              <a:gd name="csY5" fmla="*/ 256679 h 2447380"/>
              <a:gd name="csX6" fmla="*/ 12363856 w 12363856"/>
              <a:gd name="csY6" fmla="*/ 101037 h 2447380"/>
              <a:gd name="csX0" fmla="*/ 0 w 12363856"/>
              <a:gd name="csY0" fmla="*/ 1968747 h 2447380"/>
              <a:gd name="csX1" fmla="*/ 2548647 w 12363856"/>
              <a:gd name="csY1" fmla="*/ 2328671 h 2447380"/>
              <a:gd name="csX2" fmla="*/ 6196519 w 12363856"/>
              <a:gd name="csY2" fmla="*/ 1842288 h 2447380"/>
              <a:gd name="csX3" fmla="*/ 7859949 w 12363856"/>
              <a:gd name="csY3" fmla="*/ 490143 h 2447380"/>
              <a:gd name="csX4" fmla="*/ 9153728 w 12363856"/>
              <a:gd name="csY4" fmla="*/ 3760 h 2447380"/>
              <a:gd name="csX5" fmla="*/ 11400817 w 12363856"/>
              <a:gd name="csY5" fmla="*/ 256679 h 2447380"/>
              <a:gd name="csX6" fmla="*/ 12363856 w 12363856"/>
              <a:gd name="csY6" fmla="*/ 101037 h 2447380"/>
              <a:gd name="csX0" fmla="*/ 0 w 12363856"/>
              <a:gd name="csY0" fmla="*/ 1968747 h 2531119"/>
              <a:gd name="csX1" fmla="*/ 2548647 w 12363856"/>
              <a:gd name="csY1" fmla="*/ 2328671 h 2531119"/>
              <a:gd name="csX2" fmla="*/ 6196519 w 12363856"/>
              <a:gd name="csY2" fmla="*/ 1842288 h 2531119"/>
              <a:gd name="csX3" fmla="*/ 7859949 w 12363856"/>
              <a:gd name="csY3" fmla="*/ 490143 h 2531119"/>
              <a:gd name="csX4" fmla="*/ 9153728 w 12363856"/>
              <a:gd name="csY4" fmla="*/ 3760 h 2531119"/>
              <a:gd name="csX5" fmla="*/ 11400817 w 12363856"/>
              <a:gd name="csY5" fmla="*/ 256679 h 2531119"/>
              <a:gd name="csX6" fmla="*/ 12363856 w 12363856"/>
              <a:gd name="csY6" fmla="*/ 101037 h 2531119"/>
              <a:gd name="csX0" fmla="*/ 0 w 12363856"/>
              <a:gd name="csY0" fmla="*/ 1968747 h 2538710"/>
              <a:gd name="csX1" fmla="*/ 2548647 w 12363856"/>
              <a:gd name="csY1" fmla="*/ 2328671 h 2538710"/>
              <a:gd name="csX2" fmla="*/ 6196519 w 12363856"/>
              <a:gd name="csY2" fmla="*/ 1842288 h 2538710"/>
              <a:gd name="csX3" fmla="*/ 7859949 w 12363856"/>
              <a:gd name="csY3" fmla="*/ 490143 h 2538710"/>
              <a:gd name="csX4" fmla="*/ 9153728 w 12363856"/>
              <a:gd name="csY4" fmla="*/ 3760 h 2538710"/>
              <a:gd name="csX5" fmla="*/ 11400817 w 12363856"/>
              <a:gd name="csY5" fmla="*/ 256679 h 2538710"/>
              <a:gd name="csX6" fmla="*/ 12363856 w 12363856"/>
              <a:gd name="csY6" fmla="*/ 101037 h 2538710"/>
              <a:gd name="csX0" fmla="*/ 0 w 12363856"/>
              <a:gd name="csY0" fmla="*/ 1968747 h 2538710"/>
              <a:gd name="csX1" fmla="*/ 2548647 w 12363856"/>
              <a:gd name="csY1" fmla="*/ 2328671 h 2538710"/>
              <a:gd name="csX2" fmla="*/ 6196519 w 12363856"/>
              <a:gd name="csY2" fmla="*/ 1842288 h 2538710"/>
              <a:gd name="csX3" fmla="*/ 7859949 w 12363856"/>
              <a:gd name="csY3" fmla="*/ 490143 h 2538710"/>
              <a:gd name="csX4" fmla="*/ 9153728 w 12363856"/>
              <a:gd name="csY4" fmla="*/ 3760 h 2538710"/>
              <a:gd name="csX5" fmla="*/ 11400817 w 12363856"/>
              <a:gd name="csY5" fmla="*/ 256679 h 2538710"/>
              <a:gd name="csX6" fmla="*/ 12363856 w 12363856"/>
              <a:gd name="csY6" fmla="*/ 101037 h 2538710"/>
              <a:gd name="csX0" fmla="*/ 0 w 12363856"/>
              <a:gd name="csY0" fmla="*/ 1968747 h 2546558"/>
              <a:gd name="csX1" fmla="*/ 2548647 w 12363856"/>
              <a:gd name="csY1" fmla="*/ 2328671 h 2546558"/>
              <a:gd name="csX2" fmla="*/ 6196519 w 12363856"/>
              <a:gd name="csY2" fmla="*/ 1842288 h 2546558"/>
              <a:gd name="csX3" fmla="*/ 7859949 w 12363856"/>
              <a:gd name="csY3" fmla="*/ 490143 h 2546558"/>
              <a:gd name="csX4" fmla="*/ 9153728 w 12363856"/>
              <a:gd name="csY4" fmla="*/ 3760 h 2546558"/>
              <a:gd name="csX5" fmla="*/ 11400817 w 12363856"/>
              <a:gd name="csY5" fmla="*/ 256679 h 2546558"/>
              <a:gd name="csX6" fmla="*/ 12363856 w 12363856"/>
              <a:gd name="csY6" fmla="*/ 101037 h 2546558"/>
              <a:gd name="csX0" fmla="*/ 0 w 12363856"/>
              <a:gd name="csY0" fmla="*/ 1968747 h 2538710"/>
              <a:gd name="csX1" fmla="*/ 2548647 w 12363856"/>
              <a:gd name="csY1" fmla="*/ 2328671 h 2538710"/>
              <a:gd name="csX2" fmla="*/ 6196519 w 12363856"/>
              <a:gd name="csY2" fmla="*/ 1842288 h 2538710"/>
              <a:gd name="csX3" fmla="*/ 7859949 w 12363856"/>
              <a:gd name="csY3" fmla="*/ 490143 h 2538710"/>
              <a:gd name="csX4" fmla="*/ 9153728 w 12363856"/>
              <a:gd name="csY4" fmla="*/ 3760 h 2538710"/>
              <a:gd name="csX5" fmla="*/ 11400817 w 12363856"/>
              <a:gd name="csY5" fmla="*/ 256679 h 2538710"/>
              <a:gd name="csX6" fmla="*/ 12363856 w 12363856"/>
              <a:gd name="csY6" fmla="*/ 101037 h 2538710"/>
              <a:gd name="csX0" fmla="*/ 0 w 12363856"/>
              <a:gd name="csY0" fmla="*/ 1972618 h 2542581"/>
              <a:gd name="csX1" fmla="*/ 2548647 w 12363856"/>
              <a:gd name="csY1" fmla="*/ 2332542 h 2542581"/>
              <a:gd name="csX2" fmla="*/ 6196519 w 12363856"/>
              <a:gd name="csY2" fmla="*/ 1846159 h 2542581"/>
              <a:gd name="csX3" fmla="*/ 7859949 w 12363856"/>
              <a:gd name="csY3" fmla="*/ 494014 h 2542581"/>
              <a:gd name="csX4" fmla="*/ 9153728 w 12363856"/>
              <a:gd name="csY4" fmla="*/ 7631 h 2542581"/>
              <a:gd name="csX5" fmla="*/ 11400817 w 12363856"/>
              <a:gd name="csY5" fmla="*/ 260550 h 2542581"/>
              <a:gd name="csX6" fmla="*/ 12363856 w 12363856"/>
              <a:gd name="csY6" fmla="*/ 104908 h 2542581"/>
              <a:gd name="csX0" fmla="*/ 0 w 12363856"/>
              <a:gd name="csY0" fmla="*/ 1867710 h 2437673"/>
              <a:gd name="csX1" fmla="*/ 2548647 w 12363856"/>
              <a:gd name="csY1" fmla="*/ 2227634 h 2437673"/>
              <a:gd name="csX2" fmla="*/ 6196519 w 12363856"/>
              <a:gd name="csY2" fmla="*/ 1741251 h 2437673"/>
              <a:gd name="csX3" fmla="*/ 7859949 w 12363856"/>
              <a:gd name="csY3" fmla="*/ 389106 h 2437673"/>
              <a:gd name="csX4" fmla="*/ 11400817 w 12363856"/>
              <a:gd name="csY4" fmla="*/ 155642 h 2437673"/>
              <a:gd name="csX5" fmla="*/ 12363856 w 12363856"/>
              <a:gd name="csY5" fmla="*/ 0 h 2437673"/>
              <a:gd name="csX0" fmla="*/ 0 w 12363856"/>
              <a:gd name="csY0" fmla="*/ 1980025 h 2549988"/>
              <a:gd name="csX1" fmla="*/ 2548647 w 12363856"/>
              <a:gd name="csY1" fmla="*/ 2339949 h 2549988"/>
              <a:gd name="csX2" fmla="*/ 6196519 w 12363856"/>
              <a:gd name="csY2" fmla="*/ 1853566 h 2549988"/>
              <a:gd name="csX3" fmla="*/ 7859949 w 12363856"/>
              <a:gd name="csY3" fmla="*/ 501421 h 2549988"/>
              <a:gd name="csX4" fmla="*/ 11400817 w 12363856"/>
              <a:gd name="csY4" fmla="*/ 267957 h 2549988"/>
              <a:gd name="csX5" fmla="*/ 12363856 w 12363856"/>
              <a:gd name="csY5" fmla="*/ 112315 h 2549988"/>
              <a:gd name="csX0" fmla="*/ 0 w 12363856"/>
              <a:gd name="csY0" fmla="*/ 1964318 h 2534281"/>
              <a:gd name="csX1" fmla="*/ 2548647 w 12363856"/>
              <a:gd name="csY1" fmla="*/ 2324242 h 2534281"/>
              <a:gd name="csX2" fmla="*/ 6196519 w 12363856"/>
              <a:gd name="csY2" fmla="*/ 1837859 h 2534281"/>
              <a:gd name="csX3" fmla="*/ 7859949 w 12363856"/>
              <a:gd name="csY3" fmla="*/ 485714 h 2534281"/>
              <a:gd name="csX4" fmla="*/ 11400817 w 12363856"/>
              <a:gd name="csY4" fmla="*/ 252250 h 2534281"/>
              <a:gd name="csX5" fmla="*/ 12363856 w 12363856"/>
              <a:gd name="csY5" fmla="*/ 96608 h 2534281"/>
              <a:gd name="csX0" fmla="*/ 0 w 12363856"/>
              <a:gd name="csY0" fmla="*/ 1977213 h 2547176"/>
              <a:gd name="csX1" fmla="*/ 2548647 w 12363856"/>
              <a:gd name="csY1" fmla="*/ 2337137 h 2547176"/>
              <a:gd name="csX2" fmla="*/ 6196519 w 12363856"/>
              <a:gd name="csY2" fmla="*/ 1850754 h 2547176"/>
              <a:gd name="csX3" fmla="*/ 7859949 w 12363856"/>
              <a:gd name="csY3" fmla="*/ 498609 h 2547176"/>
              <a:gd name="csX4" fmla="*/ 11400817 w 12363856"/>
              <a:gd name="csY4" fmla="*/ 265145 h 2547176"/>
              <a:gd name="csX5" fmla="*/ 12363856 w 12363856"/>
              <a:gd name="csY5" fmla="*/ 109503 h 2547176"/>
              <a:gd name="csX0" fmla="*/ 0 w 12431950"/>
              <a:gd name="csY0" fmla="*/ 1977213 h 2547176"/>
              <a:gd name="csX1" fmla="*/ 2548647 w 12431950"/>
              <a:gd name="csY1" fmla="*/ 2337137 h 2547176"/>
              <a:gd name="csX2" fmla="*/ 6196519 w 12431950"/>
              <a:gd name="csY2" fmla="*/ 1850754 h 2547176"/>
              <a:gd name="csX3" fmla="*/ 7859949 w 12431950"/>
              <a:gd name="csY3" fmla="*/ 498609 h 2547176"/>
              <a:gd name="csX4" fmla="*/ 11400817 w 12431950"/>
              <a:gd name="csY4" fmla="*/ 265145 h 2547176"/>
              <a:gd name="csX5" fmla="*/ 12431950 w 12431950"/>
              <a:gd name="csY5" fmla="*/ 148414 h 2547176"/>
              <a:gd name="csX0" fmla="*/ 0 w 12431950"/>
              <a:gd name="csY0" fmla="*/ 1981513 h 2551476"/>
              <a:gd name="csX1" fmla="*/ 2548647 w 12431950"/>
              <a:gd name="csY1" fmla="*/ 2341437 h 2551476"/>
              <a:gd name="csX2" fmla="*/ 6196519 w 12431950"/>
              <a:gd name="csY2" fmla="*/ 1855054 h 2551476"/>
              <a:gd name="csX3" fmla="*/ 7859949 w 12431950"/>
              <a:gd name="csY3" fmla="*/ 502909 h 2551476"/>
              <a:gd name="csX4" fmla="*/ 11400817 w 12431950"/>
              <a:gd name="csY4" fmla="*/ 269445 h 2551476"/>
              <a:gd name="csX5" fmla="*/ 12431950 w 12431950"/>
              <a:gd name="csY5" fmla="*/ 152714 h 2551476"/>
              <a:gd name="csX0" fmla="*/ 0 w 12431950"/>
              <a:gd name="csY0" fmla="*/ 1981513 h 2551476"/>
              <a:gd name="csX1" fmla="*/ 2548647 w 12431950"/>
              <a:gd name="csY1" fmla="*/ 2341437 h 2551476"/>
              <a:gd name="csX2" fmla="*/ 6196519 w 12431950"/>
              <a:gd name="csY2" fmla="*/ 1855054 h 2551476"/>
              <a:gd name="csX3" fmla="*/ 7859949 w 12431950"/>
              <a:gd name="csY3" fmla="*/ 502909 h 2551476"/>
              <a:gd name="csX4" fmla="*/ 11400817 w 12431950"/>
              <a:gd name="csY4" fmla="*/ 269445 h 2551476"/>
              <a:gd name="csX5" fmla="*/ 12431950 w 12431950"/>
              <a:gd name="csY5" fmla="*/ 152714 h 2551476"/>
              <a:gd name="csX0" fmla="*/ 0 w 12431950"/>
              <a:gd name="csY0" fmla="*/ 1981513 h 2551476"/>
              <a:gd name="csX1" fmla="*/ 2548647 w 12431950"/>
              <a:gd name="csY1" fmla="*/ 2341437 h 2551476"/>
              <a:gd name="csX2" fmla="*/ 6196519 w 12431950"/>
              <a:gd name="csY2" fmla="*/ 1855054 h 2551476"/>
              <a:gd name="csX3" fmla="*/ 7859949 w 12431950"/>
              <a:gd name="csY3" fmla="*/ 502909 h 2551476"/>
              <a:gd name="csX4" fmla="*/ 11400817 w 12431950"/>
              <a:gd name="csY4" fmla="*/ 269445 h 2551476"/>
              <a:gd name="csX5" fmla="*/ 12431950 w 12431950"/>
              <a:gd name="csY5" fmla="*/ 152714 h 2551476"/>
              <a:gd name="csX0" fmla="*/ 0 w 12431950"/>
              <a:gd name="csY0" fmla="*/ 1981513 h 2559324"/>
              <a:gd name="csX1" fmla="*/ 2548647 w 12431950"/>
              <a:gd name="csY1" fmla="*/ 2341437 h 2559324"/>
              <a:gd name="csX2" fmla="*/ 6196519 w 12431950"/>
              <a:gd name="csY2" fmla="*/ 1855054 h 2559324"/>
              <a:gd name="csX3" fmla="*/ 7859949 w 12431950"/>
              <a:gd name="csY3" fmla="*/ 502909 h 2559324"/>
              <a:gd name="csX4" fmla="*/ 11400817 w 12431950"/>
              <a:gd name="csY4" fmla="*/ 269445 h 2559324"/>
              <a:gd name="csX5" fmla="*/ 12431950 w 12431950"/>
              <a:gd name="csY5" fmla="*/ 152714 h 2559324"/>
              <a:gd name="csX0" fmla="*/ 0 w 12431950"/>
              <a:gd name="csY0" fmla="*/ 1981513 h 2554064"/>
              <a:gd name="csX1" fmla="*/ 2548647 w 12431950"/>
              <a:gd name="csY1" fmla="*/ 2341437 h 2554064"/>
              <a:gd name="csX2" fmla="*/ 6196519 w 12431950"/>
              <a:gd name="csY2" fmla="*/ 1855054 h 2554064"/>
              <a:gd name="csX3" fmla="*/ 7859949 w 12431950"/>
              <a:gd name="csY3" fmla="*/ 502909 h 2554064"/>
              <a:gd name="csX4" fmla="*/ 11400817 w 12431950"/>
              <a:gd name="csY4" fmla="*/ 269445 h 2554064"/>
              <a:gd name="csX5" fmla="*/ 12431950 w 12431950"/>
              <a:gd name="csY5" fmla="*/ 152714 h 2554064"/>
              <a:gd name="csX0" fmla="*/ 0 w 12431950"/>
              <a:gd name="csY0" fmla="*/ 1981513 h 2561996"/>
              <a:gd name="csX1" fmla="*/ 2548647 w 12431950"/>
              <a:gd name="csY1" fmla="*/ 2341437 h 2561996"/>
              <a:gd name="csX2" fmla="*/ 6196519 w 12431950"/>
              <a:gd name="csY2" fmla="*/ 1855054 h 2561996"/>
              <a:gd name="csX3" fmla="*/ 7859949 w 12431950"/>
              <a:gd name="csY3" fmla="*/ 502909 h 2561996"/>
              <a:gd name="csX4" fmla="*/ 11400817 w 12431950"/>
              <a:gd name="csY4" fmla="*/ 269445 h 2561996"/>
              <a:gd name="csX5" fmla="*/ 12431950 w 12431950"/>
              <a:gd name="csY5" fmla="*/ 152714 h 2561996"/>
              <a:gd name="csX0" fmla="*/ 0 w 12431950"/>
              <a:gd name="csY0" fmla="*/ 1981513 h 2561996"/>
              <a:gd name="csX1" fmla="*/ 2548647 w 12431950"/>
              <a:gd name="csY1" fmla="*/ 2341437 h 2561996"/>
              <a:gd name="csX2" fmla="*/ 6196519 w 12431950"/>
              <a:gd name="csY2" fmla="*/ 1855054 h 2561996"/>
              <a:gd name="csX3" fmla="*/ 7859949 w 12431950"/>
              <a:gd name="csY3" fmla="*/ 502909 h 2561996"/>
              <a:gd name="csX4" fmla="*/ 11400817 w 12431950"/>
              <a:gd name="csY4" fmla="*/ 269445 h 2561996"/>
              <a:gd name="csX5" fmla="*/ 12431950 w 12431950"/>
              <a:gd name="csY5" fmla="*/ 152714 h 2561996"/>
              <a:gd name="csX0" fmla="*/ 0 w 12431950"/>
              <a:gd name="csY0" fmla="*/ 1981513 h 2572956"/>
              <a:gd name="csX1" fmla="*/ 2548647 w 12431950"/>
              <a:gd name="csY1" fmla="*/ 2341437 h 2572956"/>
              <a:gd name="csX2" fmla="*/ 6196519 w 12431950"/>
              <a:gd name="csY2" fmla="*/ 1855054 h 2572956"/>
              <a:gd name="csX3" fmla="*/ 7859949 w 12431950"/>
              <a:gd name="csY3" fmla="*/ 502909 h 2572956"/>
              <a:gd name="csX4" fmla="*/ 11400817 w 12431950"/>
              <a:gd name="csY4" fmla="*/ 269445 h 2572956"/>
              <a:gd name="csX5" fmla="*/ 12431950 w 12431950"/>
              <a:gd name="csY5" fmla="*/ 152714 h 2572956"/>
              <a:gd name="csX0" fmla="*/ 0 w 12431950"/>
              <a:gd name="csY0" fmla="*/ 1981513 h 2572956"/>
              <a:gd name="csX1" fmla="*/ 2548647 w 12431950"/>
              <a:gd name="csY1" fmla="*/ 2341437 h 2572956"/>
              <a:gd name="csX2" fmla="*/ 6196519 w 12431950"/>
              <a:gd name="csY2" fmla="*/ 1855054 h 2572956"/>
              <a:gd name="csX3" fmla="*/ 7859949 w 12431950"/>
              <a:gd name="csY3" fmla="*/ 502909 h 2572956"/>
              <a:gd name="csX4" fmla="*/ 11400817 w 12431950"/>
              <a:gd name="csY4" fmla="*/ 269445 h 2572956"/>
              <a:gd name="csX5" fmla="*/ 12431950 w 12431950"/>
              <a:gd name="csY5" fmla="*/ 152714 h 2572956"/>
              <a:gd name="csX0" fmla="*/ 0 w 12431950"/>
              <a:gd name="csY0" fmla="*/ 1981513 h 2534174"/>
              <a:gd name="csX1" fmla="*/ 2548647 w 12431950"/>
              <a:gd name="csY1" fmla="*/ 2341437 h 2534174"/>
              <a:gd name="csX2" fmla="*/ 6196519 w 12431950"/>
              <a:gd name="csY2" fmla="*/ 1855054 h 2534174"/>
              <a:gd name="csX3" fmla="*/ 7859949 w 12431950"/>
              <a:gd name="csY3" fmla="*/ 502909 h 2534174"/>
              <a:gd name="csX4" fmla="*/ 11400817 w 12431950"/>
              <a:gd name="csY4" fmla="*/ 269445 h 2534174"/>
              <a:gd name="csX5" fmla="*/ 12431950 w 12431950"/>
              <a:gd name="csY5" fmla="*/ 152714 h 2534174"/>
              <a:gd name="csX0" fmla="*/ 0 w 12431950"/>
              <a:gd name="csY0" fmla="*/ 1981513 h 2546386"/>
              <a:gd name="csX1" fmla="*/ 2548647 w 12431950"/>
              <a:gd name="csY1" fmla="*/ 2341437 h 2546386"/>
              <a:gd name="csX2" fmla="*/ 6196519 w 12431950"/>
              <a:gd name="csY2" fmla="*/ 1855054 h 2546386"/>
              <a:gd name="csX3" fmla="*/ 7859949 w 12431950"/>
              <a:gd name="csY3" fmla="*/ 502909 h 2546386"/>
              <a:gd name="csX4" fmla="*/ 11400817 w 12431950"/>
              <a:gd name="csY4" fmla="*/ 269445 h 2546386"/>
              <a:gd name="csX5" fmla="*/ 12431950 w 12431950"/>
              <a:gd name="csY5" fmla="*/ 152714 h 2546386"/>
              <a:gd name="csX0" fmla="*/ 0 w 12431950"/>
              <a:gd name="csY0" fmla="*/ 1981513 h 2546386"/>
              <a:gd name="csX1" fmla="*/ 2548647 w 12431950"/>
              <a:gd name="csY1" fmla="*/ 2341437 h 2546386"/>
              <a:gd name="csX2" fmla="*/ 6196519 w 12431950"/>
              <a:gd name="csY2" fmla="*/ 1855054 h 2546386"/>
              <a:gd name="csX3" fmla="*/ 7859949 w 12431950"/>
              <a:gd name="csY3" fmla="*/ 502909 h 2546386"/>
              <a:gd name="csX4" fmla="*/ 11400817 w 12431950"/>
              <a:gd name="csY4" fmla="*/ 269445 h 2546386"/>
              <a:gd name="csX5" fmla="*/ 12431950 w 12431950"/>
              <a:gd name="csY5" fmla="*/ 152714 h 2546386"/>
              <a:gd name="csX0" fmla="*/ 0 w 12431950"/>
              <a:gd name="csY0" fmla="*/ 1981513 h 2546386"/>
              <a:gd name="csX1" fmla="*/ 2548647 w 12431950"/>
              <a:gd name="csY1" fmla="*/ 2341437 h 2546386"/>
              <a:gd name="csX2" fmla="*/ 6196519 w 12431950"/>
              <a:gd name="csY2" fmla="*/ 1855054 h 2546386"/>
              <a:gd name="csX3" fmla="*/ 7859949 w 12431950"/>
              <a:gd name="csY3" fmla="*/ 502909 h 2546386"/>
              <a:gd name="csX4" fmla="*/ 11400817 w 12431950"/>
              <a:gd name="csY4" fmla="*/ 269445 h 2546386"/>
              <a:gd name="csX5" fmla="*/ 12431950 w 12431950"/>
              <a:gd name="csY5" fmla="*/ 152714 h 2546386"/>
              <a:gd name="csX0" fmla="*/ 0 w 12431950"/>
              <a:gd name="csY0" fmla="*/ 1981513 h 2546386"/>
              <a:gd name="csX1" fmla="*/ 2548647 w 12431950"/>
              <a:gd name="csY1" fmla="*/ 2341437 h 2546386"/>
              <a:gd name="csX2" fmla="*/ 6196519 w 12431950"/>
              <a:gd name="csY2" fmla="*/ 1855054 h 2546386"/>
              <a:gd name="csX3" fmla="*/ 7859949 w 12431950"/>
              <a:gd name="csY3" fmla="*/ 502909 h 2546386"/>
              <a:gd name="csX4" fmla="*/ 11400817 w 12431950"/>
              <a:gd name="csY4" fmla="*/ 269445 h 2546386"/>
              <a:gd name="csX5" fmla="*/ 12431950 w 12431950"/>
              <a:gd name="csY5" fmla="*/ 152714 h 2546386"/>
              <a:gd name="csX0" fmla="*/ 0 w 12431950"/>
              <a:gd name="csY0" fmla="*/ 1981513 h 2572956"/>
              <a:gd name="csX1" fmla="*/ 2548647 w 12431950"/>
              <a:gd name="csY1" fmla="*/ 2341437 h 2572956"/>
              <a:gd name="csX2" fmla="*/ 6196519 w 12431950"/>
              <a:gd name="csY2" fmla="*/ 1855054 h 2572956"/>
              <a:gd name="csX3" fmla="*/ 7859949 w 12431950"/>
              <a:gd name="csY3" fmla="*/ 502909 h 2572956"/>
              <a:gd name="csX4" fmla="*/ 11400817 w 12431950"/>
              <a:gd name="csY4" fmla="*/ 269445 h 2572956"/>
              <a:gd name="csX5" fmla="*/ 12431950 w 12431950"/>
              <a:gd name="csY5" fmla="*/ 152714 h 2572956"/>
              <a:gd name="csX0" fmla="*/ 0 w 12431950"/>
              <a:gd name="csY0" fmla="*/ 1981513 h 2556680"/>
              <a:gd name="csX1" fmla="*/ 2548647 w 12431950"/>
              <a:gd name="csY1" fmla="*/ 2341437 h 2556680"/>
              <a:gd name="csX2" fmla="*/ 6196519 w 12431950"/>
              <a:gd name="csY2" fmla="*/ 1855054 h 2556680"/>
              <a:gd name="csX3" fmla="*/ 7859949 w 12431950"/>
              <a:gd name="csY3" fmla="*/ 502909 h 2556680"/>
              <a:gd name="csX4" fmla="*/ 11400817 w 12431950"/>
              <a:gd name="csY4" fmla="*/ 269445 h 2556680"/>
              <a:gd name="csX5" fmla="*/ 12431950 w 12431950"/>
              <a:gd name="csY5" fmla="*/ 152714 h 2556680"/>
              <a:gd name="csX0" fmla="*/ 0 w 12431950"/>
              <a:gd name="csY0" fmla="*/ 1981513 h 2512003"/>
              <a:gd name="csX1" fmla="*/ 2548647 w 12431950"/>
              <a:gd name="csY1" fmla="*/ 2341437 h 2512003"/>
              <a:gd name="csX2" fmla="*/ 6196519 w 12431950"/>
              <a:gd name="csY2" fmla="*/ 1855054 h 2512003"/>
              <a:gd name="csX3" fmla="*/ 7859949 w 12431950"/>
              <a:gd name="csY3" fmla="*/ 502909 h 2512003"/>
              <a:gd name="csX4" fmla="*/ 11400817 w 12431950"/>
              <a:gd name="csY4" fmla="*/ 269445 h 2512003"/>
              <a:gd name="csX5" fmla="*/ 12431950 w 12431950"/>
              <a:gd name="csY5" fmla="*/ 152714 h 2512003"/>
              <a:gd name="csX0" fmla="*/ 0 w 12431950"/>
              <a:gd name="csY0" fmla="*/ 1981513 h 2543885"/>
              <a:gd name="csX1" fmla="*/ 2548647 w 12431950"/>
              <a:gd name="csY1" fmla="*/ 2341437 h 2543885"/>
              <a:gd name="csX2" fmla="*/ 6196519 w 12431950"/>
              <a:gd name="csY2" fmla="*/ 1855054 h 2543885"/>
              <a:gd name="csX3" fmla="*/ 7859949 w 12431950"/>
              <a:gd name="csY3" fmla="*/ 502909 h 2543885"/>
              <a:gd name="csX4" fmla="*/ 11400817 w 12431950"/>
              <a:gd name="csY4" fmla="*/ 269445 h 2543885"/>
              <a:gd name="csX5" fmla="*/ 12431950 w 12431950"/>
              <a:gd name="csY5" fmla="*/ 152714 h 2543885"/>
              <a:gd name="csX0" fmla="*/ 0 w 12431950"/>
              <a:gd name="csY0" fmla="*/ 1981513 h 2556680"/>
              <a:gd name="csX1" fmla="*/ 2548647 w 12431950"/>
              <a:gd name="csY1" fmla="*/ 2341437 h 2556680"/>
              <a:gd name="csX2" fmla="*/ 6196519 w 12431950"/>
              <a:gd name="csY2" fmla="*/ 1855054 h 2556680"/>
              <a:gd name="csX3" fmla="*/ 7859949 w 12431950"/>
              <a:gd name="csY3" fmla="*/ 502909 h 2556680"/>
              <a:gd name="csX4" fmla="*/ 11400817 w 12431950"/>
              <a:gd name="csY4" fmla="*/ 269445 h 2556680"/>
              <a:gd name="csX5" fmla="*/ 12431950 w 12431950"/>
              <a:gd name="csY5" fmla="*/ 152714 h 2556680"/>
              <a:gd name="csX0" fmla="*/ 0 w 12431950"/>
              <a:gd name="csY0" fmla="*/ 1981513 h 2556680"/>
              <a:gd name="csX1" fmla="*/ 2548647 w 12431950"/>
              <a:gd name="csY1" fmla="*/ 2341437 h 2556680"/>
              <a:gd name="csX2" fmla="*/ 6196519 w 12431950"/>
              <a:gd name="csY2" fmla="*/ 1855054 h 2556680"/>
              <a:gd name="csX3" fmla="*/ 7859949 w 12431950"/>
              <a:gd name="csY3" fmla="*/ 502909 h 2556680"/>
              <a:gd name="csX4" fmla="*/ 11400817 w 12431950"/>
              <a:gd name="csY4" fmla="*/ 269445 h 2556680"/>
              <a:gd name="csX5" fmla="*/ 12431950 w 12431950"/>
              <a:gd name="csY5" fmla="*/ 152714 h 2556680"/>
              <a:gd name="csX0" fmla="*/ 0 w 12431950"/>
              <a:gd name="csY0" fmla="*/ 1981513 h 2538971"/>
              <a:gd name="csX1" fmla="*/ 2548647 w 12431950"/>
              <a:gd name="csY1" fmla="*/ 2341437 h 2538971"/>
              <a:gd name="csX2" fmla="*/ 6196519 w 12431950"/>
              <a:gd name="csY2" fmla="*/ 1855054 h 2538971"/>
              <a:gd name="csX3" fmla="*/ 7859949 w 12431950"/>
              <a:gd name="csY3" fmla="*/ 502909 h 2538971"/>
              <a:gd name="csX4" fmla="*/ 11400817 w 12431950"/>
              <a:gd name="csY4" fmla="*/ 269445 h 2538971"/>
              <a:gd name="csX5" fmla="*/ 12431950 w 12431950"/>
              <a:gd name="csY5" fmla="*/ 152714 h 25389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431950" h="2538971">
                <a:moveTo>
                  <a:pt x="0" y="1981513"/>
                </a:moveTo>
                <a:cubicBezTo>
                  <a:pt x="942773" y="1977459"/>
                  <a:pt x="1253247" y="1983134"/>
                  <a:pt x="2548647" y="2341437"/>
                </a:cubicBezTo>
                <a:cubicBezTo>
                  <a:pt x="3844047" y="2699740"/>
                  <a:pt x="5145932" y="2589493"/>
                  <a:pt x="6196519" y="1855054"/>
                </a:cubicBezTo>
                <a:cubicBezTo>
                  <a:pt x="7247106" y="1120615"/>
                  <a:pt x="6637506" y="1480539"/>
                  <a:pt x="7859949" y="502909"/>
                </a:cubicBezTo>
                <a:cubicBezTo>
                  <a:pt x="8192310" y="316462"/>
                  <a:pt x="8938098" y="-375823"/>
                  <a:pt x="11400817" y="269445"/>
                </a:cubicBezTo>
                <a:cubicBezTo>
                  <a:pt x="12081752" y="382935"/>
                  <a:pt x="12235776" y="159199"/>
                  <a:pt x="12431950" y="152714"/>
                </a:cubicBezTo>
              </a:path>
            </a:pathLst>
          </a:custGeom>
          <a:noFill/>
          <a:ln w="101600">
            <a:gradFill flip="none" rotWithShape="1">
              <a:gsLst>
                <a:gs pos="0">
                  <a:schemeClr val="accent3">
                    <a:alpha val="0"/>
                  </a:schemeClr>
                </a:gs>
                <a:gs pos="50000">
                  <a:schemeClr val="tx2"/>
                </a:gs>
                <a:gs pos="85000">
                  <a:schemeClr val="accent1"/>
                </a:gs>
                <a:gs pos="15000">
                  <a:schemeClr val="accent1"/>
                </a:gs>
                <a:gs pos="100000">
                  <a:schemeClr val="accent3">
                    <a:alpha val="0"/>
                  </a:schemeClr>
                </a:gs>
              </a:gsLst>
              <a:lin ang="0" scaled="1"/>
              <a:tileRect/>
            </a:gradFill>
            <a:extLst>
              <a:ext uri="{C807C97D-BFC1-408E-A445-0C87EB9F89A2}">
                <ask:lineSketchStyleProps xmlns:ask="http://schemas.microsoft.com/office/drawing/2018/sketchyshapes" sd="3523161294">
                  <a:custGeom>
                    <a:avLst/>
                    <a:gdLst>
                      <a:gd name="csX0" fmla="*/ 0 w 12431950"/>
                      <a:gd name="csY0" fmla="*/ 1981513 h 2538971"/>
                      <a:gd name="csX1" fmla="*/ 2548647 w 12431950"/>
                      <a:gd name="csY1" fmla="*/ 2341437 h 2538971"/>
                      <a:gd name="csX2" fmla="*/ 6196519 w 12431950"/>
                      <a:gd name="csY2" fmla="*/ 1855054 h 2538971"/>
                      <a:gd name="csX3" fmla="*/ 7859949 w 12431950"/>
                      <a:gd name="csY3" fmla="*/ 502909 h 2538971"/>
                      <a:gd name="csX4" fmla="*/ 11400817 w 12431950"/>
                      <a:gd name="csY4" fmla="*/ 269445 h 2538971"/>
                      <a:gd name="csX5" fmla="*/ 12431950 w 12431950"/>
                      <a:gd name="csY5" fmla="*/ 152714 h 253897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12431950" h="2538971" extrusionOk="0">
                        <a:moveTo>
                          <a:pt x="0" y="1981513"/>
                        </a:moveTo>
                        <a:cubicBezTo>
                          <a:pt x="872249" y="1939802"/>
                          <a:pt x="1217872" y="1936617"/>
                          <a:pt x="2548647" y="2341437"/>
                        </a:cubicBezTo>
                        <a:cubicBezTo>
                          <a:pt x="3794264" y="2788847"/>
                          <a:pt x="5214231" y="2439267"/>
                          <a:pt x="6196519" y="1855054"/>
                        </a:cubicBezTo>
                        <a:cubicBezTo>
                          <a:pt x="7192206" y="1129619"/>
                          <a:pt x="6701712" y="1466954"/>
                          <a:pt x="7859949" y="502909"/>
                        </a:cubicBezTo>
                        <a:cubicBezTo>
                          <a:pt x="8215779" y="316916"/>
                          <a:pt x="8827787" y="-92530"/>
                          <a:pt x="11400817" y="269445"/>
                        </a:cubicBezTo>
                        <a:cubicBezTo>
                          <a:pt x="12124504" y="420188"/>
                          <a:pt x="12246530" y="142432"/>
                          <a:pt x="12431950" y="152714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E9F90BE5-7270-8EC7-DA7E-AA4220CD1A6D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B763C5F2-D101-84AE-6CF6-548316279030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後續規劃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129F963-6779-68D2-9BCD-076BAF86BDA6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ROADMAP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grpSp>
        <p:nvGrpSpPr>
          <p:cNvPr id="10" name="群組 9" hidden="1">
            <a:extLst>
              <a:ext uri="{FF2B5EF4-FFF2-40B4-BE49-F238E27FC236}">
                <a16:creationId xmlns:a16="http://schemas.microsoft.com/office/drawing/2014/main" id="{DDA4FD2B-ECB3-45D3-6F31-1E53D489CFA4}"/>
              </a:ext>
            </a:extLst>
          </p:cNvPr>
          <p:cNvGrpSpPr>
            <a:grpSpLocks/>
          </p:cNvGrpSpPr>
          <p:nvPr/>
        </p:nvGrpSpPr>
        <p:grpSpPr>
          <a:xfrm>
            <a:off x="-2314406" y="1493035"/>
            <a:ext cx="15634623" cy="3486974"/>
            <a:chOff x="-4145404" y="2233701"/>
            <a:chExt cx="23832115" cy="5315251"/>
          </a:xfrm>
        </p:grpSpPr>
        <p:sp>
          <p:nvSpPr>
            <p:cNvPr id="2" name="Freeform 3">
              <a:extLst>
                <a:ext uri="{FF2B5EF4-FFF2-40B4-BE49-F238E27FC236}">
                  <a16:creationId xmlns:a16="http://schemas.microsoft.com/office/drawing/2014/main" id="{E83B309F-4692-50DA-610D-CD424875A92B}"/>
                </a:ext>
              </a:extLst>
            </p:cNvPr>
            <p:cNvSpPr>
              <a:spLocks/>
            </p:cNvSpPr>
            <p:nvPr/>
          </p:nvSpPr>
          <p:spPr>
            <a:xfrm>
              <a:off x="3201935" y="5438146"/>
              <a:ext cx="6664269" cy="1892339"/>
            </a:xfrm>
            <a:custGeom>
              <a:avLst/>
              <a:gdLst/>
              <a:ahLst/>
              <a:cxnLst/>
              <a:rect l="l" t="t" r="r" b="b"/>
              <a:pathLst>
                <a:path w="6664269" h="1892339">
                  <a:moveTo>
                    <a:pt x="0" y="1586627"/>
                  </a:moveTo>
                  <a:quadBezTo>
                    <a:pt x="3774874" y="2652938"/>
                    <a:pt x="6664270" y="0"/>
                  </a:quadBezTo>
                </a:path>
              </a:pathLst>
            </a:custGeom>
            <a:ln w="101600" cap="flat">
              <a:gradFill>
                <a:gsLst>
                  <a:gs pos="0">
                    <a:srgbClr val="62818F">
                      <a:alpha val="100000"/>
                    </a:srgbClr>
                  </a:gs>
                  <a:gs pos="50000">
                    <a:srgbClr val="597684">
                      <a:alpha val="100000"/>
                    </a:srgbClr>
                  </a:gs>
                  <a:gs pos="100000">
                    <a:srgbClr val="4A6572">
                      <a:alpha val="100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F5CCA562-D26C-903F-ADAE-E22BA20593AD}"/>
                </a:ext>
              </a:extLst>
            </p:cNvPr>
            <p:cNvSpPr>
              <a:spLocks/>
            </p:cNvSpPr>
            <p:nvPr/>
          </p:nvSpPr>
          <p:spPr>
            <a:xfrm>
              <a:off x="15959986" y="2233701"/>
              <a:ext cx="3726725" cy="1662386"/>
            </a:xfrm>
            <a:custGeom>
              <a:avLst/>
              <a:gdLst/>
              <a:ahLst/>
              <a:cxnLst/>
              <a:rect l="l" t="t" r="r" b="b"/>
              <a:pathLst>
                <a:path w="3726725" h="1662386">
                  <a:moveTo>
                    <a:pt x="0" y="1513728"/>
                  </a:moveTo>
                  <a:quadBezTo>
                    <a:pt x="2585912" y="2159503"/>
                    <a:pt x="3726725" y="0"/>
                  </a:quadBezTo>
                </a:path>
              </a:pathLst>
            </a:custGeom>
            <a:ln w="101600" cap="flat">
              <a:gradFill>
                <a:gsLst>
                  <a:gs pos="0">
                    <a:srgbClr val="4A6572">
                      <a:alpha val="100000"/>
                    </a:srgbClr>
                  </a:gs>
                  <a:gs pos="50000">
                    <a:srgbClr val="4A6572">
                      <a:alpha val="0"/>
                    </a:srgbClr>
                  </a:gs>
                  <a:gs pos="100000">
                    <a:srgbClr val="4A6572">
                      <a:alpha val="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49BB2DA2-9375-4BB8-E484-CC0851FA2F1B}"/>
                </a:ext>
              </a:extLst>
            </p:cNvPr>
            <p:cNvSpPr>
              <a:spLocks/>
            </p:cNvSpPr>
            <p:nvPr/>
          </p:nvSpPr>
          <p:spPr>
            <a:xfrm>
              <a:off x="-4145404" y="6485915"/>
              <a:ext cx="7357101" cy="1063037"/>
            </a:xfrm>
            <a:custGeom>
              <a:avLst/>
              <a:gdLst/>
              <a:ahLst/>
              <a:cxnLst/>
              <a:rect l="l" t="t" r="r" b="b"/>
              <a:pathLst>
                <a:path w="7357101" h="1063037">
                  <a:moveTo>
                    <a:pt x="7357100" y="540033"/>
                  </a:moveTo>
                  <a:quadBezTo>
                    <a:pt x="3044193" y="-757678"/>
                    <a:pt x="0" y="1063037"/>
                  </a:quadBezTo>
                </a:path>
              </a:pathLst>
            </a:custGeom>
            <a:ln w="101600" cap="flat">
              <a:gradFill>
                <a:gsLst>
                  <a:gs pos="100000">
                    <a:srgbClr val="607D8B">
                      <a:alpha val="100000"/>
                    </a:srgbClr>
                  </a:gs>
                  <a:gs pos="50000">
                    <a:srgbClr val="607D8B">
                      <a:alpha val="0"/>
                    </a:srgbClr>
                  </a:gs>
                  <a:gs pos="0">
                    <a:srgbClr val="607D8B">
                      <a:alpha val="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7715AAD-163C-8AC3-100D-9319186A9A0B}"/>
                </a:ext>
              </a:extLst>
            </p:cNvPr>
            <p:cNvSpPr>
              <a:spLocks/>
            </p:cNvSpPr>
            <p:nvPr/>
          </p:nvSpPr>
          <p:spPr>
            <a:xfrm>
              <a:off x="9859352" y="3464142"/>
              <a:ext cx="6104220" cy="1986082"/>
            </a:xfrm>
            <a:custGeom>
              <a:avLst/>
              <a:gdLst/>
              <a:ahLst/>
              <a:cxnLst/>
              <a:rect l="l" t="t" r="r" b="b"/>
              <a:pathLst>
                <a:path w="6104220" h="1986082">
                  <a:moveTo>
                    <a:pt x="6104221" y="280044"/>
                  </a:moveTo>
                  <a:quadBezTo>
                    <a:pt x="2527002" y="-745781"/>
                    <a:pt x="0" y="1986082"/>
                  </a:quadBezTo>
                </a:path>
              </a:pathLst>
            </a:custGeom>
            <a:ln w="101600" cap="flat">
              <a:solidFill>
                <a:srgbClr val="4A657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34" name="Graphic 18">
            <a:extLst>
              <a:ext uri="{FF2B5EF4-FFF2-40B4-BE49-F238E27FC236}">
                <a16:creationId xmlns:a16="http://schemas.microsoft.com/office/drawing/2014/main" id="{70052314-E8C6-D9E1-F281-B636D1D91E63}"/>
              </a:ext>
            </a:extLst>
          </p:cNvPr>
          <p:cNvSpPr/>
          <p:nvPr/>
        </p:nvSpPr>
        <p:spPr>
          <a:xfrm>
            <a:off x="865220" y="4040692"/>
            <a:ext cx="602076" cy="655695"/>
          </a:xfrm>
          <a:custGeom>
            <a:avLst/>
            <a:gdLst>
              <a:gd name="connsiteX0" fmla="*/ 1238039 w 3142829"/>
              <a:gd name="connsiteY0" fmla="*/ 89328 h 3422732"/>
              <a:gd name="connsiteX1" fmla="*/ 1904789 w 3142829"/>
              <a:gd name="connsiteY1" fmla="*/ 89328 h 3422732"/>
              <a:gd name="connsiteX2" fmla="*/ 2809455 w 3142829"/>
              <a:gd name="connsiteY2" fmla="*/ 611635 h 3422732"/>
              <a:gd name="connsiteX3" fmla="*/ 3142830 w 3142829"/>
              <a:gd name="connsiteY3" fmla="*/ 1189063 h 3422732"/>
              <a:gd name="connsiteX4" fmla="*/ 3142830 w 3142829"/>
              <a:gd name="connsiteY4" fmla="*/ 2233669 h 3422732"/>
              <a:gd name="connsiteX5" fmla="*/ 2809455 w 3142829"/>
              <a:gd name="connsiteY5" fmla="*/ 2811094 h 3422732"/>
              <a:gd name="connsiteX6" fmla="*/ 1904789 w 3142829"/>
              <a:gd name="connsiteY6" fmla="*/ 3333407 h 3422732"/>
              <a:gd name="connsiteX7" fmla="*/ 1238039 w 3142829"/>
              <a:gd name="connsiteY7" fmla="*/ 3333407 h 3422732"/>
              <a:gd name="connsiteX8" fmla="*/ 333375 w 3142829"/>
              <a:gd name="connsiteY8" fmla="*/ 2811094 h 3422732"/>
              <a:gd name="connsiteX9" fmla="*/ 0 w 3142829"/>
              <a:gd name="connsiteY9" fmla="*/ 2233669 h 3422732"/>
              <a:gd name="connsiteX10" fmla="*/ 0 w 3142829"/>
              <a:gd name="connsiteY10" fmla="*/ 1189063 h 3422732"/>
              <a:gd name="connsiteX11" fmla="*/ 333375 w 3142829"/>
              <a:gd name="connsiteY11" fmla="*/ 611635 h 3422732"/>
              <a:gd name="connsiteX12" fmla="*/ 1238039 w 3142829"/>
              <a:gd name="connsiteY12" fmla="*/ 89328 h 34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42829" h="3422732">
                <a:moveTo>
                  <a:pt x="1238039" y="89328"/>
                </a:moveTo>
                <a:cubicBezTo>
                  <a:pt x="1444332" y="-29776"/>
                  <a:pt x="1698497" y="-29776"/>
                  <a:pt x="1904789" y="89328"/>
                </a:cubicBezTo>
                <a:lnTo>
                  <a:pt x="2809455" y="611635"/>
                </a:lnTo>
                <a:cubicBezTo>
                  <a:pt x="3015747" y="730738"/>
                  <a:pt x="3142830" y="950852"/>
                  <a:pt x="3142830" y="1189063"/>
                </a:cubicBezTo>
                <a:lnTo>
                  <a:pt x="3142830" y="2233669"/>
                </a:lnTo>
                <a:cubicBezTo>
                  <a:pt x="3142830" y="2471880"/>
                  <a:pt x="3015747" y="2691993"/>
                  <a:pt x="2809455" y="2811094"/>
                </a:cubicBezTo>
                <a:lnTo>
                  <a:pt x="1904789" y="3333407"/>
                </a:lnTo>
                <a:cubicBezTo>
                  <a:pt x="1698497" y="3452507"/>
                  <a:pt x="1444332" y="3452507"/>
                  <a:pt x="1238039" y="3333407"/>
                </a:cubicBezTo>
                <a:lnTo>
                  <a:pt x="333375" y="2811094"/>
                </a:lnTo>
                <a:cubicBezTo>
                  <a:pt x="127082" y="2691993"/>
                  <a:pt x="0" y="2471880"/>
                  <a:pt x="0" y="2233669"/>
                </a:cubicBezTo>
                <a:lnTo>
                  <a:pt x="0" y="1189063"/>
                </a:lnTo>
                <a:cubicBezTo>
                  <a:pt x="0" y="950852"/>
                  <a:pt x="127082" y="730738"/>
                  <a:pt x="333375" y="611635"/>
                </a:cubicBezTo>
                <a:lnTo>
                  <a:pt x="1238039" y="8932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71500" dist="381000" dir="5400000" sx="85000" sy="85000" algn="t" rotWithShape="0">
              <a:schemeClr val="accent1">
                <a:alpha val="30000"/>
              </a:scheme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Graphic 18">
            <a:extLst>
              <a:ext uri="{FF2B5EF4-FFF2-40B4-BE49-F238E27FC236}">
                <a16:creationId xmlns:a16="http://schemas.microsoft.com/office/drawing/2014/main" id="{30700108-AD70-5B8D-AFDF-DF647FD2D722}"/>
              </a:ext>
            </a:extLst>
          </p:cNvPr>
          <p:cNvSpPr/>
          <p:nvPr/>
        </p:nvSpPr>
        <p:spPr>
          <a:xfrm>
            <a:off x="10126175" y="2032562"/>
            <a:ext cx="602076" cy="655695"/>
          </a:xfrm>
          <a:custGeom>
            <a:avLst/>
            <a:gdLst>
              <a:gd name="connsiteX0" fmla="*/ 1238039 w 3142829"/>
              <a:gd name="connsiteY0" fmla="*/ 89328 h 3422732"/>
              <a:gd name="connsiteX1" fmla="*/ 1904789 w 3142829"/>
              <a:gd name="connsiteY1" fmla="*/ 89328 h 3422732"/>
              <a:gd name="connsiteX2" fmla="*/ 2809455 w 3142829"/>
              <a:gd name="connsiteY2" fmla="*/ 611635 h 3422732"/>
              <a:gd name="connsiteX3" fmla="*/ 3142830 w 3142829"/>
              <a:gd name="connsiteY3" fmla="*/ 1189063 h 3422732"/>
              <a:gd name="connsiteX4" fmla="*/ 3142830 w 3142829"/>
              <a:gd name="connsiteY4" fmla="*/ 2233669 h 3422732"/>
              <a:gd name="connsiteX5" fmla="*/ 2809455 w 3142829"/>
              <a:gd name="connsiteY5" fmla="*/ 2811094 h 3422732"/>
              <a:gd name="connsiteX6" fmla="*/ 1904789 w 3142829"/>
              <a:gd name="connsiteY6" fmla="*/ 3333407 h 3422732"/>
              <a:gd name="connsiteX7" fmla="*/ 1238039 w 3142829"/>
              <a:gd name="connsiteY7" fmla="*/ 3333407 h 3422732"/>
              <a:gd name="connsiteX8" fmla="*/ 333375 w 3142829"/>
              <a:gd name="connsiteY8" fmla="*/ 2811094 h 3422732"/>
              <a:gd name="connsiteX9" fmla="*/ 0 w 3142829"/>
              <a:gd name="connsiteY9" fmla="*/ 2233669 h 3422732"/>
              <a:gd name="connsiteX10" fmla="*/ 0 w 3142829"/>
              <a:gd name="connsiteY10" fmla="*/ 1189063 h 3422732"/>
              <a:gd name="connsiteX11" fmla="*/ 333375 w 3142829"/>
              <a:gd name="connsiteY11" fmla="*/ 611635 h 3422732"/>
              <a:gd name="connsiteX12" fmla="*/ 1238039 w 3142829"/>
              <a:gd name="connsiteY12" fmla="*/ 89328 h 34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42829" h="3422732">
                <a:moveTo>
                  <a:pt x="1238039" y="89328"/>
                </a:moveTo>
                <a:cubicBezTo>
                  <a:pt x="1444332" y="-29776"/>
                  <a:pt x="1698497" y="-29776"/>
                  <a:pt x="1904789" y="89328"/>
                </a:cubicBezTo>
                <a:lnTo>
                  <a:pt x="2809455" y="611635"/>
                </a:lnTo>
                <a:cubicBezTo>
                  <a:pt x="3015747" y="730738"/>
                  <a:pt x="3142830" y="950852"/>
                  <a:pt x="3142830" y="1189063"/>
                </a:cubicBezTo>
                <a:lnTo>
                  <a:pt x="3142830" y="2233669"/>
                </a:lnTo>
                <a:cubicBezTo>
                  <a:pt x="3142830" y="2471880"/>
                  <a:pt x="3015747" y="2691993"/>
                  <a:pt x="2809455" y="2811094"/>
                </a:cubicBezTo>
                <a:lnTo>
                  <a:pt x="1904789" y="3333407"/>
                </a:lnTo>
                <a:cubicBezTo>
                  <a:pt x="1698497" y="3452507"/>
                  <a:pt x="1444332" y="3452507"/>
                  <a:pt x="1238039" y="3333407"/>
                </a:cubicBezTo>
                <a:lnTo>
                  <a:pt x="333375" y="2811094"/>
                </a:lnTo>
                <a:cubicBezTo>
                  <a:pt x="127082" y="2691993"/>
                  <a:pt x="0" y="2471880"/>
                  <a:pt x="0" y="2233669"/>
                </a:cubicBezTo>
                <a:lnTo>
                  <a:pt x="0" y="1189063"/>
                </a:lnTo>
                <a:cubicBezTo>
                  <a:pt x="0" y="950852"/>
                  <a:pt x="127082" y="730738"/>
                  <a:pt x="333375" y="611635"/>
                </a:cubicBezTo>
                <a:lnTo>
                  <a:pt x="1238039" y="8932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71500" dist="381000" dir="5400000" sx="85000" sy="85000" algn="t" rotWithShape="0">
              <a:schemeClr val="accent1">
                <a:alpha val="30000"/>
              </a:scheme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6" name="Graphic 18">
            <a:extLst>
              <a:ext uri="{FF2B5EF4-FFF2-40B4-BE49-F238E27FC236}">
                <a16:creationId xmlns:a16="http://schemas.microsoft.com/office/drawing/2014/main" id="{B92DA5AD-BDA2-D426-3D9E-4B32BF1AAD41}"/>
              </a:ext>
            </a:extLst>
          </p:cNvPr>
          <p:cNvSpPr/>
          <p:nvPr/>
        </p:nvSpPr>
        <p:spPr>
          <a:xfrm>
            <a:off x="3180459" y="4465161"/>
            <a:ext cx="602076" cy="655695"/>
          </a:xfrm>
          <a:custGeom>
            <a:avLst/>
            <a:gdLst>
              <a:gd name="connsiteX0" fmla="*/ 1238039 w 3142829"/>
              <a:gd name="connsiteY0" fmla="*/ 89328 h 3422732"/>
              <a:gd name="connsiteX1" fmla="*/ 1904789 w 3142829"/>
              <a:gd name="connsiteY1" fmla="*/ 89328 h 3422732"/>
              <a:gd name="connsiteX2" fmla="*/ 2809455 w 3142829"/>
              <a:gd name="connsiteY2" fmla="*/ 611635 h 3422732"/>
              <a:gd name="connsiteX3" fmla="*/ 3142830 w 3142829"/>
              <a:gd name="connsiteY3" fmla="*/ 1189063 h 3422732"/>
              <a:gd name="connsiteX4" fmla="*/ 3142830 w 3142829"/>
              <a:gd name="connsiteY4" fmla="*/ 2233669 h 3422732"/>
              <a:gd name="connsiteX5" fmla="*/ 2809455 w 3142829"/>
              <a:gd name="connsiteY5" fmla="*/ 2811094 h 3422732"/>
              <a:gd name="connsiteX6" fmla="*/ 1904789 w 3142829"/>
              <a:gd name="connsiteY6" fmla="*/ 3333407 h 3422732"/>
              <a:gd name="connsiteX7" fmla="*/ 1238039 w 3142829"/>
              <a:gd name="connsiteY7" fmla="*/ 3333407 h 3422732"/>
              <a:gd name="connsiteX8" fmla="*/ 333375 w 3142829"/>
              <a:gd name="connsiteY8" fmla="*/ 2811094 h 3422732"/>
              <a:gd name="connsiteX9" fmla="*/ 0 w 3142829"/>
              <a:gd name="connsiteY9" fmla="*/ 2233669 h 3422732"/>
              <a:gd name="connsiteX10" fmla="*/ 0 w 3142829"/>
              <a:gd name="connsiteY10" fmla="*/ 1189063 h 3422732"/>
              <a:gd name="connsiteX11" fmla="*/ 333375 w 3142829"/>
              <a:gd name="connsiteY11" fmla="*/ 611635 h 3422732"/>
              <a:gd name="connsiteX12" fmla="*/ 1238039 w 3142829"/>
              <a:gd name="connsiteY12" fmla="*/ 89328 h 34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42829" h="3422732">
                <a:moveTo>
                  <a:pt x="1238039" y="89328"/>
                </a:moveTo>
                <a:cubicBezTo>
                  <a:pt x="1444332" y="-29776"/>
                  <a:pt x="1698497" y="-29776"/>
                  <a:pt x="1904789" y="89328"/>
                </a:cubicBezTo>
                <a:lnTo>
                  <a:pt x="2809455" y="611635"/>
                </a:lnTo>
                <a:cubicBezTo>
                  <a:pt x="3015747" y="730738"/>
                  <a:pt x="3142830" y="950852"/>
                  <a:pt x="3142830" y="1189063"/>
                </a:cubicBezTo>
                <a:lnTo>
                  <a:pt x="3142830" y="2233669"/>
                </a:lnTo>
                <a:cubicBezTo>
                  <a:pt x="3142830" y="2471880"/>
                  <a:pt x="3015747" y="2691993"/>
                  <a:pt x="2809455" y="2811094"/>
                </a:cubicBezTo>
                <a:lnTo>
                  <a:pt x="1904789" y="3333407"/>
                </a:lnTo>
                <a:cubicBezTo>
                  <a:pt x="1698497" y="3452507"/>
                  <a:pt x="1444332" y="3452507"/>
                  <a:pt x="1238039" y="3333407"/>
                </a:cubicBezTo>
                <a:lnTo>
                  <a:pt x="333375" y="2811094"/>
                </a:lnTo>
                <a:cubicBezTo>
                  <a:pt x="127082" y="2691993"/>
                  <a:pt x="0" y="2471880"/>
                  <a:pt x="0" y="2233669"/>
                </a:cubicBezTo>
                <a:lnTo>
                  <a:pt x="0" y="1189063"/>
                </a:lnTo>
                <a:cubicBezTo>
                  <a:pt x="0" y="950852"/>
                  <a:pt x="127082" y="730738"/>
                  <a:pt x="333375" y="611635"/>
                </a:cubicBezTo>
                <a:lnTo>
                  <a:pt x="1238039" y="8932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71500" dist="381000" dir="5400000" sx="85000" sy="85000" algn="t" rotWithShape="0">
              <a:schemeClr val="accent1">
                <a:alpha val="30000"/>
              </a:scheme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Graphic 18">
            <a:extLst>
              <a:ext uri="{FF2B5EF4-FFF2-40B4-BE49-F238E27FC236}">
                <a16:creationId xmlns:a16="http://schemas.microsoft.com/office/drawing/2014/main" id="{F2C2B677-4912-A448-23EA-86A262C1D94B}"/>
              </a:ext>
            </a:extLst>
          </p:cNvPr>
          <p:cNvSpPr/>
          <p:nvPr/>
        </p:nvSpPr>
        <p:spPr>
          <a:xfrm>
            <a:off x="5495698" y="3983257"/>
            <a:ext cx="602076" cy="655695"/>
          </a:xfrm>
          <a:custGeom>
            <a:avLst/>
            <a:gdLst>
              <a:gd name="connsiteX0" fmla="*/ 1238039 w 3142829"/>
              <a:gd name="connsiteY0" fmla="*/ 89328 h 3422732"/>
              <a:gd name="connsiteX1" fmla="*/ 1904789 w 3142829"/>
              <a:gd name="connsiteY1" fmla="*/ 89328 h 3422732"/>
              <a:gd name="connsiteX2" fmla="*/ 2809455 w 3142829"/>
              <a:gd name="connsiteY2" fmla="*/ 611635 h 3422732"/>
              <a:gd name="connsiteX3" fmla="*/ 3142830 w 3142829"/>
              <a:gd name="connsiteY3" fmla="*/ 1189063 h 3422732"/>
              <a:gd name="connsiteX4" fmla="*/ 3142830 w 3142829"/>
              <a:gd name="connsiteY4" fmla="*/ 2233669 h 3422732"/>
              <a:gd name="connsiteX5" fmla="*/ 2809455 w 3142829"/>
              <a:gd name="connsiteY5" fmla="*/ 2811094 h 3422732"/>
              <a:gd name="connsiteX6" fmla="*/ 1904789 w 3142829"/>
              <a:gd name="connsiteY6" fmla="*/ 3333407 h 3422732"/>
              <a:gd name="connsiteX7" fmla="*/ 1238039 w 3142829"/>
              <a:gd name="connsiteY7" fmla="*/ 3333407 h 3422732"/>
              <a:gd name="connsiteX8" fmla="*/ 333375 w 3142829"/>
              <a:gd name="connsiteY8" fmla="*/ 2811094 h 3422732"/>
              <a:gd name="connsiteX9" fmla="*/ 0 w 3142829"/>
              <a:gd name="connsiteY9" fmla="*/ 2233669 h 3422732"/>
              <a:gd name="connsiteX10" fmla="*/ 0 w 3142829"/>
              <a:gd name="connsiteY10" fmla="*/ 1189063 h 3422732"/>
              <a:gd name="connsiteX11" fmla="*/ 333375 w 3142829"/>
              <a:gd name="connsiteY11" fmla="*/ 611635 h 3422732"/>
              <a:gd name="connsiteX12" fmla="*/ 1238039 w 3142829"/>
              <a:gd name="connsiteY12" fmla="*/ 89328 h 34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42829" h="3422732">
                <a:moveTo>
                  <a:pt x="1238039" y="89328"/>
                </a:moveTo>
                <a:cubicBezTo>
                  <a:pt x="1444332" y="-29776"/>
                  <a:pt x="1698497" y="-29776"/>
                  <a:pt x="1904789" y="89328"/>
                </a:cubicBezTo>
                <a:lnTo>
                  <a:pt x="2809455" y="611635"/>
                </a:lnTo>
                <a:cubicBezTo>
                  <a:pt x="3015747" y="730738"/>
                  <a:pt x="3142830" y="950852"/>
                  <a:pt x="3142830" y="1189063"/>
                </a:cubicBezTo>
                <a:lnTo>
                  <a:pt x="3142830" y="2233669"/>
                </a:lnTo>
                <a:cubicBezTo>
                  <a:pt x="3142830" y="2471880"/>
                  <a:pt x="3015747" y="2691993"/>
                  <a:pt x="2809455" y="2811094"/>
                </a:cubicBezTo>
                <a:lnTo>
                  <a:pt x="1904789" y="3333407"/>
                </a:lnTo>
                <a:cubicBezTo>
                  <a:pt x="1698497" y="3452507"/>
                  <a:pt x="1444332" y="3452507"/>
                  <a:pt x="1238039" y="3333407"/>
                </a:cubicBezTo>
                <a:lnTo>
                  <a:pt x="333375" y="2811094"/>
                </a:lnTo>
                <a:cubicBezTo>
                  <a:pt x="127082" y="2691993"/>
                  <a:pt x="0" y="2471880"/>
                  <a:pt x="0" y="2233669"/>
                </a:cubicBezTo>
                <a:lnTo>
                  <a:pt x="0" y="1189063"/>
                </a:lnTo>
                <a:cubicBezTo>
                  <a:pt x="0" y="950852"/>
                  <a:pt x="127082" y="730738"/>
                  <a:pt x="333375" y="611635"/>
                </a:cubicBezTo>
                <a:lnTo>
                  <a:pt x="1238039" y="8932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71500" dist="381000" dir="5400000" sx="85000" sy="85000" algn="t" rotWithShape="0">
              <a:schemeClr val="accent1">
                <a:alpha val="30000"/>
              </a:scheme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8" name="Graphic 18">
            <a:extLst>
              <a:ext uri="{FF2B5EF4-FFF2-40B4-BE49-F238E27FC236}">
                <a16:creationId xmlns:a16="http://schemas.microsoft.com/office/drawing/2014/main" id="{82C8A58F-EDB5-FA23-7518-D314F1C4A023}"/>
              </a:ext>
            </a:extLst>
          </p:cNvPr>
          <p:cNvSpPr/>
          <p:nvPr/>
        </p:nvSpPr>
        <p:spPr>
          <a:xfrm>
            <a:off x="7624123" y="2425611"/>
            <a:ext cx="602076" cy="655695"/>
          </a:xfrm>
          <a:custGeom>
            <a:avLst/>
            <a:gdLst>
              <a:gd name="connsiteX0" fmla="*/ 1238039 w 3142829"/>
              <a:gd name="connsiteY0" fmla="*/ 89328 h 3422732"/>
              <a:gd name="connsiteX1" fmla="*/ 1904789 w 3142829"/>
              <a:gd name="connsiteY1" fmla="*/ 89328 h 3422732"/>
              <a:gd name="connsiteX2" fmla="*/ 2809455 w 3142829"/>
              <a:gd name="connsiteY2" fmla="*/ 611635 h 3422732"/>
              <a:gd name="connsiteX3" fmla="*/ 3142830 w 3142829"/>
              <a:gd name="connsiteY3" fmla="*/ 1189063 h 3422732"/>
              <a:gd name="connsiteX4" fmla="*/ 3142830 w 3142829"/>
              <a:gd name="connsiteY4" fmla="*/ 2233669 h 3422732"/>
              <a:gd name="connsiteX5" fmla="*/ 2809455 w 3142829"/>
              <a:gd name="connsiteY5" fmla="*/ 2811094 h 3422732"/>
              <a:gd name="connsiteX6" fmla="*/ 1904789 w 3142829"/>
              <a:gd name="connsiteY6" fmla="*/ 3333407 h 3422732"/>
              <a:gd name="connsiteX7" fmla="*/ 1238039 w 3142829"/>
              <a:gd name="connsiteY7" fmla="*/ 3333407 h 3422732"/>
              <a:gd name="connsiteX8" fmla="*/ 333375 w 3142829"/>
              <a:gd name="connsiteY8" fmla="*/ 2811094 h 3422732"/>
              <a:gd name="connsiteX9" fmla="*/ 0 w 3142829"/>
              <a:gd name="connsiteY9" fmla="*/ 2233669 h 3422732"/>
              <a:gd name="connsiteX10" fmla="*/ 0 w 3142829"/>
              <a:gd name="connsiteY10" fmla="*/ 1189063 h 3422732"/>
              <a:gd name="connsiteX11" fmla="*/ 333375 w 3142829"/>
              <a:gd name="connsiteY11" fmla="*/ 611635 h 3422732"/>
              <a:gd name="connsiteX12" fmla="*/ 1238039 w 3142829"/>
              <a:gd name="connsiteY12" fmla="*/ 89328 h 34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42829" h="3422732">
                <a:moveTo>
                  <a:pt x="1238039" y="89328"/>
                </a:moveTo>
                <a:cubicBezTo>
                  <a:pt x="1444332" y="-29776"/>
                  <a:pt x="1698497" y="-29776"/>
                  <a:pt x="1904789" y="89328"/>
                </a:cubicBezTo>
                <a:lnTo>
                  <a:pt x="2809455" y="611635"/>
                </a:lnTo>
                <a:cubicBezTo>
                  <a:pt x="3015747" y="730738"/>
                  <a:pt x="3142830" y="950852"/>
                  <a:pt x="3142830" y="1189063"/>
                </a:cubicBezTo>
                <a:lnTo>
                  <a:pt x="3142830" y="2233669"/>
                </a:lnTo>
                <a:cubicBezTo>
                  <a:pt x="3142830" y="2471880"/>
                  <a:pt x="3015747" y="2691993"/>
                  <a:pt x="2809455" y="2811094"/>
                </a:cubicBezTo>
                <a:lnTo>
                  <a:pt x="1904789" y="3333407"/>
                </a:lnTo>
                <a:cubicBezTo>
                  <a:pt x="1698497" y="3452507"/>
                  <a:pt x="1444332" y="3452507"/>
                  <a:pt x="1238039" y="3333407"/>
                </a:cubicBezTo>
                <a:lnTo>
                  <a:pt x="333375" y="2811094"/>
                </a:lnTo>
                <a:cubicBezTo>
                  <a:pt x="127082" y="2691993"/>
                  <a:pt x="0" y="2471880"/>
                  <a:pt x="0" y="2233669"/>
                </a:cubicBezTo>
                <a:lnTo>
                  <a:pt x="0" y="1189063"/>
                </a:lnTo>
                <a:cubicBezTo>
                  <a:pt x="0" y="950852"/>
                  <a:pt x="127082" y="730738"/>
                  <a:pt x="333375" y="611635"/>
                </a:cubicBezTo>
                <a:lnTo>
                  <a:pt x="1238039" y="8932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71500" dist="381000" dir="5400000" sx="85000" sy="85000" algn="t" rotWithShape="0">
              <a:schemeClr val="accent1">
                <a:alpha val="30000"/>
              </a:scheme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9" name="TextBox 55">
            <a:extLst>
              <a:ext uri="{FF2B5EF4-FFF2-40B4-BE49-F238E27FC236}">
                <a16:creationId xmlns:a16="http://schemas.microsoft.com/office/drawing/2014/main" id="{8C04A45A-69C9-4B30-0766-13A5617918A2}"/>
              </a:ext>
            </a:extLst>
          </p:cNvPr>
          <p:cNvSpPr txBox="1"/>
          <p:nvPr/>
        </p:nvSpPr>
        <p:spPr>
          <a:xfrm>
            <a:off x="758890" y="2656954"/>
            <a:ext cx="1962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TW" altLang="en-US" sz="2000" b="1" spc="50" dirty="0">
                <a:solidFill>
                  <a:schemeClr val="accent6"/>
                </a:solidFill>
              </a:rPr>
              <a:t>專利申請</a:t>
            </a:r>
            <a:endParaRPr lang="en-US" sz="2000" b="1" spc="50" dirty="0">
              <a:solidFill>
                <a:schemeClr val="accent6"/>
              </a:solidFill>
            </a:endParaRPr>
          </a:p>
        </p:txBody>
      </p:sp>
      <p:sp>
        <p:nvSpPr>
          <p:cNvPr id="40" name="TextBox 56">
            <a:extLst>
              <a:ext uri="{FF2B5EF4-FFF2-40B4-BE49-F238E27FC236}">
                <a16:creationId xmlns:a16="http://schemas.microsoft.com/office/drawing/2014/main" id="{D59DB851-CDCF-DD18-6A2F-CE47BB415995}"/>
              </a:ext>
            </a:extLst>
          </p:cNvPr>
          <p:cNvSpPr txBox="1"/>
          <p:nvPr/>
        </p:nvSpPr>
        <p:spPr>
          <a:xfrm>
            <a:off x="771339" y="3067225"/>
            <a:ext cx="2060900" cy="705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en-US" sz="1600" spc="50" dirty="0">
                <a:solidFill>
                  <a:schemeClr val="tx2"/>
                </a:solidFill>
              </a:rPr>
              <a:t>就書櫃結構機構</a:t>
            </a:r>
            <a:endParaRPr lang="en-US" altLang="zh-TW" sz="1600" spc="50" dirty="0">
              <a:solidFill>
                <a:schemeClr val="tx2"/>
              </a:solidFill>
            </a:endParaRPr>
          </a:p>
          <a:p>
            <a:pPr>
              <a:lnSpc>
                <a:spcPct val="130000"/>
              </a:lnSpc>
            </a:pPr>
            <a:r>
              <a:rPr lang="zh-TW" altLang="en-US" sz="1600" spc="50" dirty="0">
                <a:solidFill>
                  <a:schemeClr val="tx2"/>
                </a:solidFill>
              </a:rPr>
              <a:t>申請新型專利</a:t>
            </a:r>
            <a:endParaRPr lang="en-ID" sz="1600" spc="50" dirty="0">
              <a:solidFill>
                <a:schemeClr val="tx2"/>
              </a:solidFill>
            </a:endParaRPr>
          </a:p>
        </p:txBody>
      </p:sp>
      <p:sp>
        <p:nvSpPr>
          <p:cNvPr id="41" name="TextBox 55">
            <a:extLst>
              <a:ext uri="{FF2B5EF4-FFF2-40B4-BE49-F238E27FC236}">
                <a16:creationId xmlns:a16="http://schemas.microsoft.com/office/drawing/2014/main" id="{4951B482-3F17-8388-28DC-3DC82D21D3C7}"/>
              </a:ext>
            </a:extLst>
          </p:cNvPr>
          <p:cNvSpPr txBox="1"/>
          <p:nvPr/>
        </p:nvSpPr>
        <p:spPr>
          <a:xfrm>
            <a:off x="3074521" y="3050121"/>
            <a:ext cx="1962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TW" altLang="en-US" sz="2000" b="1" spc="50" dirty="0">
                <a:solidFill>
                  <a:schemeClr val="accent6"/>
                </a:solidFill>
              </a:rPr>
              <a:t>區塊鏈實作</a:t>
            </a:r>
            <a:endParaRPr lang="en-US" sz="2000" b="1" spc="50" dirty="0">
              <a:solidFill>
                <a:schemeClr val="accent6"/>
              </a:solidFill>
            </a:endParaRPr>
          </a:p>
        </p:txBody>
      </p:sp>
      <p:sp>
        <p:nvSpPr>
          <p:cNvPr id="42" name="TextBox 56">
            <a:extLst>
              <a:ext uri="{FF2B5EF4-FFF2-40B4-BE49-F238E27FC236}">
                <a16:creationId xmlns:a16="http://schemas.microsoft.com/office/drawing/2014/main" id="{EB76593D-FE6D-ECE7-043B-010CB0164729}"/>
              </a:ext>
            </a:extLst>
          </p:cNvPr>
          <p:cNvSpPr txBox="1"/>
          <p:nvPr/>
        </p:nvSpPr>
        <p:spPr>
          <a:xfrm>
            <a:off x="3086969" y="3460392"/>
            <a:ext cx="3407813" cy="705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en-US" sz="1600" spc="50" dirty="0">
                <a:solidFill>
                  <a:schemeClr val="tx2"/>
                </a:solidFill>
              </a:rPr>
              <a:t>導入代幣化交易</a:t>
            </a:r>
            <a:endParaRPr lang="en-US" altLang="zh-TW" sz="1600" spc="50" dirty="0">
              <a:solidFill>
                <a:schemeClr val="tx2"/>
              </a:solidFill>
            </a:endParaRPr>
          </a:p>
          <a:p>
            <a:pPr>
              <a:lnSpc>
                <a:spcPct val="130000"/>
              </a:lnSpc>
            </a:pPr>
            <a:r>
              <a:rPr lang="zh-TW" altLang="en-US" sz="1600" spc="50" dirty="0">
                <a:solidFill>
                  <a:schemeClr val="tx2"/>
                </a:solidFill>
              </a:rPr>
              <a:t>並將交易紀錄上鏈</a:t>
            </a:r>
            <a:endParaRPr lang="en-ID" sz="1600" spc="50" dirty="0">
              <a:solidFill>
                <a:schemeClr val="tx2"/>
              </a:solidFill>
            </a:endParaRPr>
          </a:p>
        </p:txBody>
      </p:sp>
      <p:sp>
        <p:nvSpPr>
          <p:cNvPr id="43" name="TextBox 55">
            <a:extLst>
              <a:ext uri="{FF2B5EF4-FFF2-40B4-BE49-F238E27FC236}">
                <a16:creationId xmlns:a16="http://schemas.microsoft.com/office/drawing/2014/main" id="{FFE08566-B424-4C6E-D02A-FA2BA50C26CB}"/>
              </a:ext>
            </a:extLst>
          </p:cNvPr>
          <p:cNvSpPr txBox="1"/>
          <p:nvPr/>
        </p:nvSpPr>
        <p:spPr>
          <a:xfrm>
            <a:off x="5389687" y="4946559"/>
            <a:ext cx="1962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TW" altLang="en-US" sz="2000" b="1" spc="50" dirty="0">
                <a:solidFill>
                  <a:schemeClr val="accent6"/>
                </a:solidFill>
              </a:rPr>
              <a:t>場域擴充</a:t>
            </a:r>
            <a:endParaRPr lang="en-US" sz="2000" b="1" spc="50" dirty="0">
              <a:solidFill>
                <a:schemeClr val="accent6"/>
              </a:solidFill>
            </a:endParaRPr>
          </a:p>
        </p:txBody>
      </p:sp>
      <p:sp>
        <p:nvSpPr>
          <p:cNvPr id="44" name="TextBox 56">
            <a:extLst>
              <a:ext uri="{FF2B5EF4-FFF2-40B4-BE49-F238E27FC236}">
                <a16:creationId xmlns:a16="http://schemas.microsoft.com/office/drawing/2014/main" id="{14516158-B9EE-5A9F-9E26-9DBC325A6C87}"/>
              </a:ext>
            </a:extLst>
          </p:cNvPr>
          <p:cNvSpPr txBox="1"/>
          <p:nvPr/>
        </p:nvSpPr>
        <p:spPr>
          <a:xfrm>
            <a:off x="5402136" y="5356830"/>
            <a:ext cx="1751304" cy="705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en-US" sz="1600" spc="50" dirty="0">
                <a:solidFill>
                  <a:schemeClr val="tx2"/>
                </a:solidFill>
              </a:rPr>
              <a:t>與更多學校及</a:t>
            </a:r>
            <a:endParaRPr lang="en-US" altLang="zh-TW" sz="1600" spc="50" dirty="0">
              <a:solidFill>
                <a:schemeClr val="tx2"/>
              </a:solidFill>
            </a:endParaRPr>
          </a:p>
          <a:p>
            <a:pPr>
              <a:lnSpc>
                <a:spcPct val="130000"/>
              </a:lnSpc>
            </a:pPr>
            <a:r>
              <a:rPr lang="zh-TW" altLang="en-US" sz="1600" spc="50" dirty="0">
                <a:solidFill>
                  <a:schemeClr val="tx2"/>
                </a:solidFill>
              </a:rPr>
              <a:t>公共場域合作</a:t>
            </a:r>
            <a:endParaRPr lang="en-ID" sz="1600" spc="50" dirty="0">
              <a:solidFill>
                <a:schemeClr val="tx2"/>
              </a:solidFill>
            </a:endParaRPr>
          </a:p>
        </p:txBody>
      </p:sp>
      <p:sp>
        <p:nvSpPr>
          <p:cNvPr id="45" name="TextBox 55">
            <a:extLst>
              <a:ext uri="{FF2B5EF4-FFF2-40B4-BE49-F238E27FC236}">
                <a16:creationId xmlns:a16="http://schemas.microsoft.com/office/drawing/2014/main" id="{4F4F5F5E-D1C7-94D7-7D05-B9694BA23708}"/>
              </a:ext>
            </a:extLst>
          </p:cNvPr>
          <p:cNvSpPr txBox="1"/>
          <p:nvPr/>
        </p:nvSpPr>
        <p:spPr>
          <a:xfrm>
            <a:off x="7521106" y="3389304"/>
            <a:ext cx="1962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pt-PT" altLang="zh-TW" sz="2000" b="1" spc="50" dirty="0">
                <a:solidFill>
                  <a:schemeClr val="accent6"/>
                </a:solidFill>
              </a:rPr>
              <a:t>APP</a:t>
            </a:r>
            <a:r>
              <a:rPr lang="zh-TW" altLang="en-US" sz="2000" b="1" spc="50" dirty="0">
                <a:solidFill>
                  <a:schemeClr val="accent6"/>
                </a:solidFill>
              </a:rPr>
              <a:t>上架</a:t>
            </a:r>
            <a:endParaRPr lang="en-US" sz="2000" b="1" spc="50" dirty="0">
              <a:solidFill>
                <a:schemeClr val="accent6"/>
              </a:solidFill>
            </a:endParaRPr>
          </a:p>
        </p:txBody>
      </p:sp>
      <p:sp>
        <p:nvSpPr>
          <p:cNvPr id="46" name="TextBox 56">
            <a:extLst>
              <a:ext uri="{FF2B5EF4-FFF2-40B4-BE49-F238E27FC236}">
                <a16:creationId xmlns:a16="http://schemas.microsoft.com/office/drawing/2014/main" id="{FFA5A101-BEC6-8C50-D0A9-562DD661F676}"/>
              </a:ext>
            </a:extLst>
          </p:cNvPr>
          <p:cNvSpPr txBox="1"/>
          <p:nvPr/>
        </p:nvSpPr>
        <p:spPr>
          <a:xfrm>
            <a:off x="7533555" y="3799575"/>
            <a:ext cx="2093808" cy="705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en-US" sz="1600" dirty="0">
                <a:solidFill>
                  <a:schemeClr val="tx2"/>
                </a:solidFill>
              </a:rPr>
              <a:t>於 </a:t>
            </a:r>
            <a:r>
              <a:rPr lang="pt-PT" altLang="zh-TW" sz="1600" dirty="0">
                <a:solidFill>
                  <a:schemeClr val="tx2"/>
                </a:solidFill>
              </a:rPr>
              <a:t>Google Play </a:t>
            </a:r>
            <a:r>
              <a:rPr lang="zh-TW" altLang="en-US" sz="1600" dirty="0">
                <a:solidFill>
                  <a:schemeClr val="tx2"/>
                </a:solidFill>
              </a:rPr>
              <a:t>與</a:t>
            </a:r>
            <a:r>
              <a:rPr lang="pt-PT" altLang="zh-TW" sz="1600" dirty="0">
                <a:solidFill>
                  <a:schemeClr val="tx2"/>
                </a:solidFill>
              </a:rPr>
              <a:t>App Store </a:t>
            </a:r>
            <a:r>
              <a:rPr lang="zh-TW" altLang="en-US" sz="1600" dirty="0">
                <a:solidFill>
                  <a:schemeClr val="tx2"/>
                </a:solidFill>
              </a:rPr>
              <a:t>正式上架</a:t>
            </a:r>
            <a:endParaRPr lang="en-ID" sz="1600" dirty="0">
              <a:solidFill>
                <a:schemeClr val="tx2"/>
              </a:solidFill>
            </a:endParaRPr>
          </a:p>
        </p:txBody>
      </p:sp>
      <p:sp>
        <p:nvSpPr>
          <p:cNvPr id="59" name="TextBox 55">
            <a:extLst>
              <a:ext uri="{FF2B5EF4-FFF2-40B4-BE49-F238E27FC236}">
                <a16:creationId xmlns:a16="http://schemas.microsoft.com/office/drawing/2014/main" id="{5BBB9AA2-08B5-98D3-E5F8-421F5122678B}"/>
              </a:ext>
            </a:extLst>
          </p:cNvPr>
          <p:cNvSpPr txBox="1"/>
          <p:nvPr/>
        </p:nvSpPr>
        <p:spPr>
          <a:xfrm>
            <a:off x="10016301" y="3000832"/>
            <a:ext cx="1962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TW" altLang="en-US" sz="2000" b="1" spc="50" dirty="0">
                <a:solidFill>
                  <a:schemeClr val="accent6"/>
                </a:solidFill>
              </a:rPr>
              <a:t>盈利模式</a:t>
            </a:r>
            <a:endParaRPr lang="en-US" sz="2000" b="1" spc="50" dirty="0">
              <a:solidFill>
                <a:schemeClr val="accent6"/>
              </a:solidFill>
            </a:endParaRPr>
          </a:p>
        </p:txBody>
      </p:sp>
      <p:sp>
        <p:nvSpPr>
          <p:cNvPr id="63" name="TextBox 56">
            <a:extLst>
              <a:ext uri="{FF2B5EF4-FFF2-40B4-BE49-F238E27FC236}">
                <a16:creationId xmlns:a16="http://schemas.microsoft.com/office/drawing/2014/main" id="{51DBD244-B269-3775-7F72-86FEE04DA3AF}"/>
              </a:ext>
            </a:extLst>
          </p:cNvPr>
          <p:cNvSpPr txBox="1"/>
          <p:nvPr/>
        </p:nvSpPr>
        <p:spPr>
          <a:xfrm>
            <a:off x="10028750" y="3411103"/>
            <a:ext cx="1521874" cy="705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en-US" sz="1600" spc="50" dirty="0">
                <a:solidFill>
                  <a:schemeClr val="tx2"/>
                </a:solidFill>
              </a:rPr>
              <a:t>廣告置入與</a:t>
            </a:r>
            <a:endParaRPr lang="en-US" altLang="zh-TW" sz="1600" spc="50" dirty="0">
              <a:solidFill>
                <a:schemeClr val="tx2"/>
              </a:solidFill>
            </a:endParaRPr>
          </a:p>
          <a:p>
            <a:pPr>
              <a:lnSpc>
                <a:spcPct val="130000"/>
              </a:lnSpc>
            </a:pPr>
            <a:r>
              <a:rPr lang="zh-TW" altLang="en-US" sz="1600" spc="50" dirty="0">
                <a:solidFill>
                  <a:schemeClr val="tx2"/>
                </a:solidFill>
              </a:rPr>
              <a:t>交易手續費等</a:t>
            </a:r>
            <a:endParaRPr lang="en-ID" sz="1600" spc="50" dirty="0">
              <a:solidFill>
                <a:schemeClr val="tx2"/>
              </a:solidFill>
            </a:endParaRPr>
          </a:p>
        </p:txBody>
      </p:sp>
      <p:pic>
        <p:nvPicPr>
          <p:cNvPr id="67" name="圖形 66">
            <a:extLst>
              <a:ext uri="{FF2B5EF4-FFF2-40B4-BE49-F238E27FC236}">
                <a16:creationId xmlns:a16="http://schemas.microsoft.com/office/drawing/2014/main" id="{4290AD05-35CE-8A23-5DC6-C2D0B99E97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258" y="4152539"/>
            <a:ext cx="432000" cy="432000"/>
          </a:xfrm>
          <a:prstGeom prst="rect">
            <a:avLst/>
          </a:prstGeom>
        </p:spPr>
      </p:pic>
      <p:pic>
        <p:nvPicPr>
          <p:cNvPr id="73" name="圖形 72">
            <a:extLst>
              <a:ext uri="{FF2B5EF4-FFF2-40B4-BE49-F238E27FC236}">
                <a16:creationId xmlns:a16="http://schemas.microsoft.com/office/drawing/2014/main" id="{2DB788AD-DE10-629E-E3E5-92EE558424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5497" y="4577008"/>
            <a:ext cx="432000" cy="432000"/>
          </a:xfrm>
          <a:prstGeom prst="rect">
            <a:avLst/>
          </a:prstGeom>
        </p:spPr>
      </p:pic>
      <p:pic>
        <p:nvPicPr>
          <p:cNvPr id="75" name="圖形 74">
            <a:extLst>
              <a:ext uri="{FF2B5EF4-FFF2-40B4-BE49-F238E27FC236}">
                <a16:creationId xmlns:a16="http://schemas.microsoft.com/office/drawing/2014/main" id="{3DAEBFBC-D0D8-0170-A657-CF8A4AE3B3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0736" y="4095104"/>
            <a:ext cx="432000" cy="432000"/>
          </a:xfrm>
          <a:prstGeom prst="rect">
            <a:avLst/>
          </a:prstGeom>
        </p:spPr>
      </p:pic>
      <p:pic>
        <p:nvPicPr>
          <p:cNvPr id="77" name="圖形 76">
            <a:extLst>
              <a:ext uri="{FF2B5EF4-FFF2-40B4-BE49-F238E27FC236}">
                <a16:creationId xmlns:a16="http://schemas.microsoft.com/office/drawing/2014/main" id="{F86AD82E-C425-05A4-BD91-19A801A710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09161" y="2537458"/>
            <a:ext cx="432000" cy="432000"/>
          </a:xfrm>
          <a:prstGeom prst="rect">
            <a:avLst/>
          </a:prstGeom>
        </p:spPr>
      </p:pic>
      <p:pic>
        <p:nvPicPr>
          <p:cNvPr id="79" name="圖形 78">
            <a:extLst>
              <a:ext uri="{FF2B5EF4-FFF2-40B4-BE49-F238E27FC236}">
                <a16:creationId xmlns:a16="http://schemas.microsoft.com/office/drawing/2014/main" id="{F61E6568-E3B8-9CE1-78DB-23BB7A7625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11213" y="2144409"/>
            <a:ext cx="432000" cy="4320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82562984-C167-9F00-54A0-EA793723B6F5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31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553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48DC7-E360-91C6-DD7D-269B32FE7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8">
            <a:extLst>
              <a:ext uri="{FF2B5EF4-FFF2-40B4-BE49-F238E27FC236}">
                <a16:creationId xmlns:a16="http://schemas.microsoft.com/office/drawing/2014/main" id="{663D3380-3B68-2991-FECC-EDCFEAC9FBD4}"/>
              </a:ext>
            </a:extLst>
          </p:cNvPr>
          <p:cNvSpPr/>
          <p:nvPr/>
        </p:nvSpPr>
        <p:spPr>
          <a:xfrm>
            <a:off x="3134678" y="0"/>
            <a:ext cx="5922645" cy="3200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id-ID" kern="0">
              <a:solidFill>
                <a:prstClr val="white"/>
              </a:solidFill>
              <a:latin typeface="Manrope"/>
            </a:endParaRPr>
          </a:p>
        </p:txBody>
      </p:sp>
      <p:sp useBgFill="1">
        <p:nvSpPr>
          <p:cNvPr id="5" name="Rectangle 10">
            <a:extLst>
              <a:ext uri="{FF2B5EF4-FFF2-40B4-BE49-F238E27FC236}">
                <a16:creationId xmlns:a16="http://schemas.microsoft.com/office/drawing/2014/main" id="{937AFA16-0C0B-EA77-3D5B-5E45DA6F1692}"/>
              </a:ext>
            </a:extLst>
          </p:cNvPr>
          <p:cNvSpPr/>
          <p:nvPr/>
        </p:nvSpPr>
        <p:spPr>
          <a:xfrm>
            <a:off x="3034604" y="3579046"/>
            <a:ext cx="6240780" cy="3278954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id-ID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6" name="Oval 11">
            <a:extLst>
              <a:ext uri="{FF2B5EF4-FFF2-40B4-BE49-F238E27FC236}">
                <a16:creationId xmlns:a16="http://schemas.microsoft.com/office/drawing/2014/main" id="{963AF71F-6ED2-7CCD-1715-A85D69909E94}"/>
              </a:ext>
            </a:extLst>
          </p:cNvPr>
          <p:cNvSpPr/>
          <p:nvPr/>
        </p:nvSpPr>
        <p:spPr>
          <a:xfrm>
            <a:off x="-1047666" y="-925805"/>
            <a:ext cx="2493008" cy="2493006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7" name="Oval 12">
            <a:extLst>
              <a:ext uri="{FF2B5EF4-FFF2-40B4-BE49-F238E27FC236}">
                <a16:creationId xmlns:a16="http://schemas.microsoft.com/office/drawing/2014/main" id="{E94B765B-7FA4-1C5D-CF06-9B1FB4BA442B}"/>
              </a:ext>
            </a:extLst>
          </p:cNvPr>
          <p:cNvSpPr/>
          <p:nvPr/>
        </p:nvSpPr>
        <p:spPr>
          <a:xfrm>
            <a:off x="-1523915" y="5036845"/>
            <a:ext cx="3352716" cy="3352713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8" name="Oval 13">
            <a:extLst>
              <a:ext uri="{FF2B5EF4-FFF2-40B4-BE49-F238E27FC236}">
                <a16:creationId xmlns:a16="http://schemas.microsoft.com/office/drawing/2014/main" id="{633360C0-B41F-147E-9EE9-5A6EF7537B6D}"/>
              </a:ext>
            </a:extLst>
          </p:cNvPr>
          <p:cNvSpPr/>
          <p:nvPr/>
        </p:nvSpPr>
        <p:spPr>
          <a:xfrm>
            <a:off x="6698064" y="-2017352"/>
            <a:ext cx="3278956" cy="3278954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9" name="Oval 14">
            <a:extLst>
              <a:ext uri="{FF2B5EF4-FFF2-40B4-BE49-F238E27FC236}">
                <a16:creationId xmlns:a16="http://schemas.microsoft.com/office/drawing/2014/main" id="{05ABAA79-9A86-56CB-C5FF-5BC890095B2D}"/>
              </a:ext>
            </a:extLst>
          </p:cNvPr>
          <p:cNvSpPr/>
          <p:nvPr/>
        </p:nvSpPr>
        <p:spPr>
          <a:xfrm>
            <a:off x="10058483" y="3728128"/>
            <a:ext cx="4871045" cy="4871042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B0156AB2-0316-34A7-AF92-A7B6972BAF51}"/>
              </a:ext>
            </a:extLst>
          </p:cNvPr>
          <p:cNvSpPr/>
          <p:nvPr/>
        </p:nvSpPr>
        <p:spPr>
          <a:xfrm>
            <a:off x="2103548" y="1501263"/>
            <a:ext cx="708538" cy="708537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F5C2317-19C2-95FB-07C2-014365E5BE50}"/>
              </a:ext>
            </a:extLst>
          </p:cNvPr>
          <p:cNvSpPr txBox="1"/>
          <p:nvPr/>
        </p:nvSpPr>
        <p:spPr>
          <a:xfrm>
            <a:off x="3887703" y="2490014"/>
            <a:ext cx="441659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0" cap="none" spc="3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</a:rPr>
              <a:t>謝 謝 大 家</a:t>
            </a:r>
            <a:endParaRPr kumimoji="0" lang="id-ID" sz="6600" b="1" i="0" u="none" strike="noStrike" kern="0" cap="none" spc="30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8166AC6F-9EF8-C51B-5E87-353065D072A4}"/>
              </a:ext>
            </a:extLst>
          </p:cNvPr>
          <p:cNvSpPr txBox="1"/>
          <p:nvPr/>
        </p:nvSpPr>
        <p:spPr>
          <a:xfrm>
            <a:off x="4522492" y="3598546"/>
            <a:ext cx="31470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4400" b="1" spc="150" dirty="0">
                <a:solidFill>
                  <a:schemeClr val="accent1"/>
                </a:solidFill>
                <a:ea typeface="+mj-ea"/>
              </a:rPr>
              <a:t>Thank You</a:t>
            </a:r>
            <a:endParaRPr lang="id-ID" sz="4400" b="1" spc="150" dirty="0">
              <a:solidFill>
                <a:schemeClr val="accent1"/>
              </a:solidFill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16784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NTUB Project">
      <a:dk1>
        <a:srgbClr val="1F2A30"/>
      </a:dk1>
      <a:lt1>
        <a:srgbClr val="FFFFFF"/>
      </a:lt1>
      <a:dk2>
        <a:srgbClr val="3F5560"/>
      </a:dk2>
      <a:lt2>
        <a:srgbClr val="E7ECEE"/>
      </a:lt2>
      <a:accent1>
        <a:srgbClr val="607D8B"/>
      </a:accent1>
      <a:accent2>
        <a:srgbClr val="8AA1AC"/>
      </a:accent2>
      <a:accent3>
        <a:srgbClr val="CFD9DD"/>
      </a:accent3>
      <a:accent4>
        <a:srgbClr val="B48A4A"/>
      </a:accent4>
      <a:accent5>
        <a:srgbClr val="7E8A90"/>
      </a:accent5>
      <a:accent6>
        <a:srgbClr val="46555C"/>
      </a:accent6>
      <a:hlink>
        <a:srgbClr val="3F7A92"/>
      </a:hlink>
      <a:folHlink>
        <a:srgbClr val="6E5A8A"/>
      </a:folHlink>
    </a:clrScheme>
    <a:fontScheme name="自訂 15">
      <a:majorFont>
        <a:latin typeface="Manrope"/>
        <a:ea typeface="Noto Sans TC"/>
        <a:cs typeface=""/>
      </a:majorFont>
      <a:minorFont>
        <a:latin typeface="Manrope"/>
        <a:ea typeface="Noto Sans T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2396</TotalTime>
  <Words>1353</Words>
  <Application>Microsoft Office PowerPoint</Application>
  <PresentationFormat>寬螢幕</PresentationFormat>
  <Paragraphs>424</Paragraphs>
  <Slides>32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40" baseType="lpstr">
      <vt:lpstr>Noto Sans TC Medium</vt:lpstr>
      <vt:lpstr>Aptos</vt:lpstr>
      <vt:lpstr>Arial</vt:lpstr>
      <vt:lpstr>Manrope</vt:lpstr>
      <vt:lpstr>Montserrat Bold</vt:lpstr>
      <vt:lpstr>Poppins</vt:lpstr>
      <vt:lpstr>Segoe UI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11246065_陳秉鴻</dc:creator>
  <cp:lastModifiedBy>11246065_陳秉鴻</cp:lastModifiedBy>
  <cp:revision>31</cp:revision>
  <dcterms:created xsi:type="dcterms:W3CDTF">2026-05-19T08:20:24Z</dcterms:created>
  <dcterms:modified xsi:type="dcterms:W3CDTF">2026-05-26T21:08:42Z</dcterms:modified>
</cp:coreProperties>
</file>